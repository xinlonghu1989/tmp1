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8" r:id="rId4"/>
  </p:sldMasterIdLst>
  <p:notesMasterIdLst>
    <p:notesMasterId r:id="rId16"/>
  </p:notesMasterIdLst>
  <p:sldIdLst>
    <p:sldId id="716" r:id="rId5"/>
    <p:sldId id="702" r:id="rId6"/>
    <p:sldId id="741" r:id="rId7"/>
    <p:sldId id="731" r:id="rId8"/>
    <p:sldId id="732" r:id="rId9"/>
    <p:sldId id="739" r:id="rId10"/>
    <p:sldId id="742" r:id="rId11"/>
    <p:sldId id="740" r:id="rId12"/>
    <p:sldId id="736" r:id="rId13"/>
    <p:sldId id="737" r:id="rId14"/>
    <p:sldId id="743" r:id="rId23"/>
    <p:sldId id="722" r:id="rId15"/>
  </p:sldIdLst>
  <p:sldSz cx="12192000" cy="6858000"/>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E31FADF6-C87F-40BB-A59C-BE19FA4BC1AD}">
          <p14:sldIdLst>
            <p14:sldId id="716"/>
            <p14:sldId id="702"/>
            <p14:sldId id="741"/>
            <p14:sldId id="731"/>
            <p14:sldId id="732"/>
            <p14:sldId id="739"/>
            <p14:sldId id="742"/>
            <p14:sldId id="740"/>
            <p14:sldId id="736"/>
            <p14:sldId id="737"/>
            <p14:sldId id="722"/>
          </p14:sldIdLst>
        </p14:section>
      </p14:sectionLst>
    </p:ext>
    <p:ext uri="{2D200454-40CA-4A62-9FC3-DE9A4176ACB9}">
      <p15:notesGuideLst xmlns:p15="http://schemas.microsoft.com/office/powerpoint/2012/main">
        <p15:guide id="1" orient="horz" pos="3130"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2F6"/>
    <a:srgbClr val="1B6848"/>
    <a:srgbClr val="2F4679"/>
    <a:srgbClr val="CED7EC"/>
    <a:srgbClr val="D56621"/>
    <a:srgbClr val="D8D8D8"/>
    <a:srgbClr val="8363B1"/>
    <a:srgbClr val="BE8E00"/>
    <a:srgbClr val="FFFFFF"/>
    <a:srgbClr val="397F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939FF2-C984-4EC0-9250-A76452B48284}" v="637" dt="2026-09-16T03:03:25.089"/>
    <p1510:client id="{5707763B-3C3F-4376-B10C-AB626895D060}" v="222" dt="2026-09-15T16:05:18.633"/>
    <p1510:client id="{6E021D2F-55DC-47F4-B7F1-E7924145029B}" v="4770" dt="2026-09-15T18:12:51.63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tesViewPr>
    <p:cSldViewPr snapToGrid="0">
      <p:cViewPr>
        <p:scale>
          <a:sx n="1" d="2"/>
          <a:sy n="1" d="2"/>
        </p:scale>
        <p:origin x="0" y="0"/>
      </p:cViewPr>
      <p:guideLst>
        <p:guide orient="horz" pos="3130"/>
        <p:guide pos="2144"/>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2.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microsoft.com/office/2015/10/relationships/revisionInfo" Target="revisionInfo.xml"/><Relationship Id="rId23" Type="http://schemas.openxmlformats.org/officeDocument/2006/relationships/slide" Target="slides/slide1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ukui, Kenichi" userId="1998be01-15ae-41f7-99d2-3dd5829a188d" providerId="ADAL" clId="{1471C0DA-D86D-4BED-B217-FF8AA0BB9E26}"/>
    <pc:docChg chg="undo custSel addSld modSld">
      <pc:chgData name="Fukui, Kenichi" userId="1998be01-15ae-41f7-99d2-3dd5829a188d" providerId="ADAL" clId="{1471C0DA-D86D-4BED-B217-FF8AA0BB9E26}" dt="2026-09-15T16:05:18.633" v="246" actId="242"/>
      <pc:docMkLst>
        <pc:docMk/>
      </pc:docMkLst>
      <pc:sldChg chg="modSp mod">
        <pc:chgData name="Fukui, Kenichi" userId="1998be01-15ae-41f7-99d2-3dd5829a188d" providerId="ADAL" clId="{1471C0DA-D86D-4BED-B217-FF8AA0BB9E26}" dt="2026-09-15T15:23:13.824" v="20" actId="1035"/>
        <pc:sldMkLst>
          <pc:docMk/>
          <pc:sldMk cId="3085902250" sldId="702"/>
        </pc:sldMkLst>
        <pc:graphicFrameChg chg="mod">
          <ac:chgData name="Fukui, Kenichi" userId="1998be01-15ae-41f7-99d2-3dd5829a188d" providerId="ADAL" clId="{1471C0DA-D86D-4BED-B217-FF8AA0BB9E26}" dt="2026-09-15T15:23:13.824" v="20" actId="1035"/>
          <ac:graphicFrameMkLst>
            <pc:docMk/>
            <pc:sldMk cId="3085902250" sldId="702"/>
            <ac:graphicFrameMk id="10" creationId="{33B7BC4B-6C38-0155-1EDE-61CAC8B3F94C}"/>
          </ac:graphicFrameMkLst>
        </pc:graphicFrameChg>
      </pc:sldChg>
      <pc:sldChg chg="addSp modSp mod">
        <pc:chgData name="Fukui, Kenichi" userId="1998be01-15ae-41f7-99d2-3dd5829a188d" providerId="ADAL" clId="{1471C0DA-D86D-4BED-B217-FF8AA0BB9E26}" dt="2026-09-15T16:05:18.633" v="246" actId="242"/>
        <pc:sldMkLst>
          <pc:docMk/>
          <pc:sldMk cId="1037660924" sldId="731"/>
        </pc:sldMkLst>
        <pc:spChg chg="add mod">
          <ac:chgData name="Fukui, Kenichi" userId="1998be01-15ae-41f7-99d2-3dd5829a188d" providerId="ADAL" clId="{1471C0DA-D86D-4BED-B217-FF8AA0BB9E26}" dt="2026-09-15T15:33:03.216" v="102" actId="1038"/>
          <ac:spMkLst>
            <pc:docMk/>
            <pc:sldMk cId="1037660924" sldId="731"/>
            <ac:spMk id="2" creationId="{7AD30B9B-DEAC-FF36-398A-15F071044A0E}"/>
          </ac:spMkLst>
        </pc:spChg>
        <pc:spChg chg="mod">
          <ac:chgData name="Fukui, Kenichi" userId="1998be01-15ae-41f7-99d2-3dd5829a188d" providerId="ADAL" clId="{1471C0DA-D86D-4BED-B217-FF8AA0BB9E26}" dt="2026-09-15T16:01:05.415" v="243" actId="20577"/>
          <ac:spMkLst>
            <pc:docMk/>
            <pc:sldMk cId="1037660924" sldId="731"/>
            <ac:spMk id="27" creationId="{947BCB61-54D6-C444-9896-6D01402B6A6E}"/>
          </ac:spMkLst>
        </pc:spChg>
        <pc:spChg chg="mod">
          <ac:chgData name="Fukui, Kenichi" userId="1998be01-15ae-41f7-99d2-3dd5829a188d" providerId="ADAL" clId="{1471C0DA-D86D-4BED-B217-FF8AA0BB9E26}" dt="2026-09-15T16:05:18.633" v="246" actId="242"/>
          <ac:spMkLst>
            <pc:docMk/>
            <pc:sldMk cId="1037660924" sldId="731"/>
            <ac:spMk id="55" creationId="{8B02E0C0-0F48-3897-FDC0-DD9B86B59383}"/>
          </ac:spMkLst>
        </pc:spChg>
      </pc:sldChg>
      <pc:sldChg chg="modSp mod">
        <pc:chgData name="Fukui, Kenichi" userId="1998be01-15ae-41f7-99d2-3dd5829a188d" providerId="ADAL" clId="{1471C0DA-D86D-4BED-B217-FF8AA0BB9E26}" dt="2026-09-15T16:01:04.884" v="242" actId="20577"/>
        <pc:sldMkLst>
          <pc:docMk/>
          <pc:sldMk cId="955569664" sldId="732"/>
        </pc:sldMkLst>
        <pc:spChg chg="mod">
          <ac:chgData name="Fukui, Kenichi" userId="1998be01-15ae-41f7-99d2-3dd5829a188d" providerId="ADAL" clId="{1471C0DA-D86D-4BED-B217-FF8AA0BB9E26}" dt="2026-09-15T15:34:17.968" v="107" actId="20577"/>
          <ac:spMkLst>
            <pc:docMk/>
            <pc:sldMk cId="955569664" sldId="732"/>
            <ac:spMk id="13" creationId="{A89CC184-07A7-FEE0-9237-AD189BAAAF2D}"/>
          </ac:spMkLst>
        </pc:spChg>
        <pc:spChg chg="mod">
          <ac:chgData name="Fukui, Kenichi" userId="1998be01-15ae-41f7-99d2-3dd5829a188d" providerId="ADAL" clId="{1471C0DA-D86D-4BED-B217-FF8AA0BB9E26}" dt="2026-09-15T16:01:04.884" v="242" actId="20577"/>
          <ac:spMkLst>
            <pc:docMk/>
            <pc:sldMk cId="955569664" sldId="732"/>
            <ac:spMk id="27" creationId="{7139F537-3D0D-1E94-218B-40E18F490113}"/>
          </ac:spMkLst>
        </pc:spChg>
      </pc:sldChg>
      <pc:sldChg chg="modSp mod">
        <pc:chgData name="Fukui, Kenichi" userId="1998be01-15ae-41f7-99d2-3dd5829a188d" providerId="ADAL" clId="{1471C0DA-D86D-4BED-B217-FF8AA0BB9E26}" dt="2026-09-15T15:37:32.119" v="120" actId="404"/>
        <pc:sldMkLst>
          <pc:docMk/>
          <pc:sldMk cId="280114763" sldId="733"/>
        </pc:sldMkLst>
        <pc:spChg chg="mod">
          <ac:chgData name="Fukui, Kenichi" userId="1998be01-15ae-41f7-99d2-3dd5829a188d" providerId="ADAL" clId="{1471C0DA-D86D-4BED-B217-FF8AA0BB9E26}" dt="2026-09-15T15:37:32.119" v="120" actId="404"/>
          <ac:spMkLst>
            <pc:docMk/>
            <pc:sldMk cId="280114763" sldId="733"/>
            <ac:spMk id="13" creationId="{95230801-1AE3-46B2-AB98-06FE515B3E30}"/>
          </ac:spMkLst>
        </pc:spChg>
      </pc:sldChg>
      <pc:sldChg chg="addSp delSp modSp mod">
        <pc:chgData name="Fukui, Kenichi" userId="1998be01-15ae-41f7-99d2-3dd5829a188d" providerId="ADAL" clId="{1471C0DA-D86D-4BED-B217-FF8AA0BB9E26}" dt="2026-09-15T15:28:27.325" v="34" actId="478"/>
        <pc:sldMkLst>
          <pc:docMk/>
          <pc:sldMk cId="3458954185" sldId="738"/>
        </pc:sldMkLst>
        <pc:spChg chg="mod topLvl">
          <ac:chgData name="Fukui, Kenichi" userId="1998be01-15ae-41f7-99d2-3dd5829a188d" providerId="ADAL" clId="{1471C0DA-D86D-4BED-B217-FF8AA0BB9E26}" dt="2026-09-15T15:28:27.325" v="34" actId="478"/>
          <ac:spMkLst>
            <pc:docMk/>
            <pc:sldMk cId="3458954185" sldId="738"/>
            <ac:spMk id="2" creationId="{E7C1C7D4-5E54-B87B-06C3-EF7AC5A6E5AC}"/>
          </ac:spMkLst>
        </pc:spChg>
        <pc:spChg chg="add del mod topLvl">
          <ac:chgData name="Fukui, Kenichi" userId="1998be01-15ae-41f7-99d2-3dd5829a188d" providerId="ADAL" clId="{1471C0DA-D86D-4BED-B217-FF8AA0BB9E26}" dt="2026-09-15T15:28:27.325" v="34" actId="478"/>
          <ac:spMkLst>
            <pc:docMk/>
            <pc:sldMk cId="3458954185" sldId="738"/>
            <ac:spMk id="10" creationId="{9D4CE61C-3A6F-3F8E-B373-C072C5E566F0}"/>
          </ac:spMkLst>
        </pc:spChg>
        <pc:spChg chg="mod">
          <ac:chgData name="Fukui, Kenichi" userId="1998be01-15ae-41f7-99d2-3dd5829a188d" providerId="ADAL" clId="{1471C0DA-D86D-4BED-B217-FF8AA0BB9E26}" dt="2026-09-15T15:28:13.756" v="32" actId="14100"/>
          <ac:spMkLst>
            <pc:docMk/>
            <pc:sldMk cId="3458954185" sldId="738"/>
            <ac:spMk id="114" creationId="{A2BF7964-C08F-AF18-B927-34AD93ECB1AE}"/>
          </ac:spMkLst>
        </pc:spChg>
        <pc:grpChg chg="add del">
          <ac:chgData name="Fukui, Kenichi" userId="1998be01-15ae-41f7-99d2-3dd5829a188d" providerId="ADAL" clId="{1471C0DA-D86D-4BED-B217-FF8AA0BB9E26}" dt="2026-09-15T15:28:27.325" v="34" actId="478"/>
          <ac:grpSpMkLst>
            <pc:docMk/>
            <pc:sldMk cId="3458954185" sldId="738"/>
            <ac:grpSpMk id="5" creationId="{5950E68A-B9A3-54D5-D048-AE13D41DCC48}"/>
          </ac:grpSpMkLst>
        </pc:grpChg>
      </pc:sldChg>
      <pc:sldChg chg="modSp mod">
        <pc:chgData name="Fukui, Kenichi" userId="1998be01-15ae-41f7-99d2-3dd5829a188d" providerId="ADAL" clId="{1471C0DA-D86D-4BED-B217-FF8AA0BB9E26}" dt="2026-09-15T15:36:54.071" v="118" actId="20577"/>
        <pc:sldMkLst>
          <pc:docMk/>
          <pc:sldMk cId="2837974170" sldId="739"/>
        </pc:sldMkLst>
        <pc:spChg chg="mod">
          <ac:chgData name="Fukui, Kenichi" userId="1998be01-15ae-41f7-99d2-3dd5829a188d" providerId="ADAL" clId="{1471C0DA-D86D-4BED-B217-FF8AA0BB9E26}" dt="2026-09-15T15:36:54.071" v="118" actId="20577"/>
          <ac:spMkLst>
            <pc:docMk/>
            <pc:sldMk cId="2837974170" sldId="739"/>
            <ac:spMk id="13" creationId="{15975B33-B0F0-78EF-112F-AA553752D535}"/>
          </ac:spMkLst>
        </pc:spChg>
      </pc:sldChg>
      <pc:sldChg chg="delSp modSp add mod">
        <pc:chgData name="Fukui, Kenichi" userId="1998be01-15ae-41f7-99d2-3dd5829a188d" providerId="ADAL" clId="{1471C0DA-D86D-4BED-B217-FF8AA0BB9E26}" dt="2026-09-15T15:36:23.951" v="116" actId="3064"/>
        <pc:sldMkLst>
          <pc:docMk/>
          <pc:sldMk cId="3398639258" sldId="741"/>
        </pc:sldMkLst>
        <pc:spChg chg="mod topLvl">
          <ac:chgData name="Fukui, Kenichi" userId="1998be01-15ae-41f7-99d2-3dd5829a188d" providerId="ADAL" clId="{1471C0DA-D86D-4BED-B217-FF8AA0BB9E26}" dt="2026-09-15T15:33:21.951" v="104" actId="403"/>
          <ac:spMkLst>
            <pc:docMk/>
            <pc:sldMk cId="3398639258" sldId="741"/>
            <ac:spMk id="2" creationId="{82006FE6-64DC-E6F9-B917-C088B8DEB360}"/>
          </ac:spMkLst>
        </pc:spChg>
        <pc:spChg chg="del topLvl">
          <ac:chgData name="Fukui, Kenichi" userId="1998be01-15ae-41f7-99d2-3dd5829a188d" providerId="ADAL" clId="{1471C0DA-D86D-4BED-B217-FF8AA0BB9E26}" dt="2026-09-15T15:28:35.740" v="36" actId="478"/>
          <ac:spMkLst>
            <pc:docMk/>
            <pc:sldMk cId="3398639258" sldId="741"/>
            <ac:spMk id="10" creationId="{E0789F40-4489-74A0-34AB-A5E6A8533FF1}"/>
          </ac:spMkLst>
        </pc:spChg>
        <pc:spChg chg="mod">
          <ac:chgData name="Fukui, Kenichi" userId="1998be01-15ae-41f7-99d2-3dd5829a188d" providerId="ADAL" clId="{1471C0DA-D86D-4BED-B217-FF8AA0BB9E26}" dt="2026-09-15T15:32:06.322" v="66" actId="20577"/>
          <ac:spMkLst>
            <pc:docMk/>
            <pc:sldMk cId="3398639258" sldId="741"/>
            <ac:spMk id="13" creationId="{E13C911B-2BC8-3AB7-C25D-3183C6EC0DA5}"/>
          </ac:spMkLst>
        </pc:spChg>
        <pc:spChg chg="mod">
          <ac:chgData name="Fukui, Kenichi" userId="1998be01-15ae-41f7-99d2-3dd5829a188d" providerId="ADAL" clId="{1471C0DA-D86D-4BED-B217-FF8AA0BB9E26}" dt="2026-09-15T15:30:55.536" v="44" actId="20577"/>
          <ac:spMkLst>
            <pc:docMk/>
            <pc:sldMk cId="3398639258" sldId="741"/>
            <ac:spMk id="26" creationId="{968B2BEF-9B08-DE1E-3C62-9DA12B6A94B1}"/>
          </ac:spMkLst>
        </pc:spChg>
        <pc:spChg chg="mod">
          <ac:chgData name="Fukui, Kenichi" userId="1998be01-15ae-41f7-99d2-3dd5829a188d" providerId="ADAL" clId="{1471C0DA-D86D-4BED-B217-FF8AA0BB9E26}" dt="2026-09-15T15:31:09.052" v="46"/>
          <ac:spMkLst>
            <pc:docMk/>
            <pc:sldMk cId="3398639258" sldId="741"/>
            <ac:spMk id="51" creationId="{EB014E53-5853-4F3E-2217-4AE4BBE55998}"/>
          </ac:spMkLst>
        </pc:spChg>
        <pc:spChg chg="mod">
          <ac:chgData name="Fukui, Kenichi" userId="1998be01-15ae-41f7-99d2-3dd5829a188d" providerId="ADAL" clId="{1471C0DA-D86D-4BED-B217-FF8AA0BB9E26}" dt="2026-09-15T15:31:35.399" v="48" actId="403"/>
          <ac:spMkLst>
            <pc:docMk/>
            <pc:sldMk cId="3398639258" sldId="741"/>
            <ac:spMk id="54" creationId="{CE621838-03F7-7896-44F9-7281434DEE93}"/>
          </ac:spMkLst>
        </pc:spChg>
        <pc:spChg chg="mod">
          <ac:chgData name="Fukui, Kenichi" userId="1998be01-15ae-41f7-99d2-3dd5829a188d" providerId="ADAL" clId="{1471C0DA-D86D-4BED-B217-FF8AA0BB9E26}" dt="2026-09-15T15:35:59.393" v="111"/>
          <ac:spMkLst>
            <pc:docMk/>
            <pc:sldMk cId="3398639258" sldId="741"/>
            <ac:spMk id="63" creationId="{A8C9C4D1-16E4-9743-5153-E3D65FF84496}"/>
          </ac:spMkLst>
        </pc:spChg>
        <pc:spChg chg="mod">
          <ac:chgData name="Fukui, Kenichi" userId="1998be01-15ae-41f7-99d2-3dd5829a188d" providerId="ADAL" clId="{1471C0DA-D86D-4BED-B217-FF8AA0BB9E26}" dt="2026-09-15T15:36:23.951" v="116" actId="3064"/>
          <ac:spMkLst>
            <pc:docMk/>
            <pc:sldMk cId="3398639258" sldId="741"/>
            <ac:spMk id="76" creationId="{3210CD0F-0185-A2CE-4B32-2D8183C1FE90}"/>
          </ac:spMkLst>
        </pc:spChg>
        <pc:spChg chg="mod">
          <ac:chgData name="Fukui, Kenichi" userId="1998be01-15ae-41f7-99d2-3dd5829a188d" providerId="ADAL" clId="{1471C0DA-D86D-4BED-B217-FF8AA0BB9E26}" dt="2026-09-15T15:35:33.428" v="108" actId="404"/>
          <ac:spMkLst>
            <pc:docMk/>
            <pc:sldMk cId="3398639258" sldId="741"/>
            <ac:spMk id="114" creationId="{E6965F4D-9DC8-B239-683A-6559AC7E12A3}"/>
          </ac:spMkLst>
        </pc:spChg>
        <pc:spChg chg="mod">
          <ac:chgData name="Fukui, Kenichi" userId="1998be01-15ae-41f7-99d2-3dd5829a188d" providerId="ADAL" clId="{1471C0DA-D86D-4BED-B217-FF8AA0BB9E26}" dt="2026-09-15T15:35:38.677" v="109" actId="404"/>
          <ac:spMkLst>
            <pc:docMk/>
            <pc:sldMk cId="3398639258" sldId="741"/>
            <ac:spMk id="115" creationId="{368CE25A-2094-8B78-81FE-D7BB0A45C808}"/>
          </ac:spMkLst>
        </pc:spChg>
        <pc:grpChg chg="del">
          <ac:chgData name="Fukui, Kenichi" userId="1998be01-15ae-41f7-99d2-3dd5829a188d" providerId="ADAL" clId="{1471C0DA-D86D-4BED-B217-FF8AA0BB9E26}" dt="2026-09-15T15:28:35.740" v="36" actId="478"/>
          <ac:grpSpMkLst>
            <pc:docMk/>
            <pc:sldMk cId="3398639258" sldId="741"/>
            <ac:grpSpMk id="5" creationId="{5E3FF5CC-E25A-4407-AA56-8F52EA36E845}"/>
          </ac:grpSpMkLst>
        </pc:grpChg>
      </pc:sldChg>
      <pc:sldChg chg="modSp add mod">
        <pc:chgData name="Fukui, Kenichi" userId="1998be01-15ae-41f7-99d2-3dd5829a188d" providerId="ADAL" clId="{1471C0DA-D86D-4BED-B217-FF8AA0BB9E26}" dt="2026-09-15T15:40:09.568" v="235" actId="1035"/>
        <pc:sldMkLst>
          <pc:docMk/>
          <pc:sldMk cId="726953620" sldId="742"/>
        </pc:sldMkLst>
        <pc:spChg chg="mod">
          <ac:chgData name="Fukui, Kenichi" userId="1998be01-15ae-41f7-99d2-3dd5829a188d" providerId="ADAL" clId="{1471C0DA-D86D-4BED-B217-FF8AA0BB9E26}" dt="2026-09-15T15:39:05.107" v="173" actId="20577"/>
          <ac:spMkLst>
            <pc:docMk/>
            <pc:sldMk cId="726953620" sldId="742"/>
            <ac:spMk id="13" creationId="{E3E51785-06C1-361F-9AF1-B2E59C27FB6D}"/>
          </ac:spMkLst>
        </pc:spChg>
        <pc:spChg chg="mod">
          <ac:chgData name="Fukui, Kenichi" userId="1998be01-15ae-41f7-99d2-3dd5829a188d" providerId="ADAL" clId="{1471C0DA-D86D-4BED-B217-FF8AA0BB9E26}" dt="2026-09-15T15:40:09.568" v="235" actId="1035"/>
          <ac:spMkLst>
            <pc:docMk/>
            <pc:sldMk cId="726953620" sldId="742"/>
            <ac:spMk id="34" creationId="{7F95F564-1DFF-86C0-6620-6F22F80900C9}"/>
          </ac:spMkLst>
        </pc:spChg>
        <pc:spChg chg="mod">
          <ac:chgData name="Fukui, Kenichi" userId="1998be01-15ae-41f7-99d2-3dd5829a188d" providerId="ADAL" clId="{1471C0DA-D86D-4BED-B217-FF8AA0BB9E26}" dt="2026-09-15T15:39:51.334" v="196" actId="1036"/>
          <ac:spMkLst>
            <pc:docMk/>
            <pc:sldMk cId="726953620" sldId="742"/>
            <ac:spMk id="116" creationId="{FFCB783F-CE90-8098-9BE5-64DEFBD7D0B2}"/>
          </ac:spMkLst>
        </pc:spChg>
        <pc:graphicFrameChg chg="mod modGraphic">
          <ac:chgData name="Fukui, Kenichi" userId="1998be01-15ae-41f7-99d2-3dd5829a188d" providerId="ADAL" clId="{1471C0DA-D86D-4BED-B217-FF8AA0BB9E26}" dt="2026-09-15T15:40:06.231" v="220" actId="242"/>
          <ac:graphicFrameMkLst>
            <pc:docMk/>
            <pc:sldMk cId="726953620" sldId="742"/>
            <ac:graphicFrameMk id="120" creationId="{B003E1A3-1E30-9D0D-0514-4A2F3A00164F}"/>
          </ac:graphicFrameMkLst>
        </pc:graphicFrameChg>
      </pc:sldChg>
    </pc:docChg>
  </pc:docChgLst>
  <pc:docChgLst>
    <pc:chgData name="Nishiyama, Kazuki 1" userId="c57e64d9-7695-4079-b9fa-694d9782bf04" providerId="ADAL" clId="{2B8D9CB8-99B7-42A4-993E-F00322DD5657}"/>
    <pc:docChg chg="undo custSel delSld modSld modSection">
      <pc:chgData name="Nishiyama, Kazuki 1" userId="c57e64d9-7695-4079-b9fa-694d9782bf04" providerId="ADAL" clId="{2B8D9CB8-99B7-42A4-993E-F00322DD5657}" dt="2026-09-16T03:03:25.089" v="5441" actId="1037"/>
      <pc:docMkLst>
        <pc:docMk/>
      </pc:docMkLst>
      <pc:sldChg chg="modSp mod">
        <pc:chgData name="Nishiyama, Kazuki 1" userId="c57e64d9-7695-4079-b9fa-694d9782bf04" providerId="ADAL" clId="{2B8D9CB8-99B7-42A4-993E-F00322DD5657}" dt="2026-09-16T00:49:36.731" v="4819" actId="1035"/>
        <pc:sldMkLst>
          <pc:docMk/>
          <pc:sldMk cId="3085902250" sldId="702"/>
        </pc:sldMkLst>
        <pc:graphicFrameChg chg="mod modGraphic">
          <ac:chgData name="Nishiyama, Kazuki 1" userId="c57e64d9-7695-4079-b9fa-694d9782bf04" providerId="ADAL" clId="{2B8D9CB8-99B7-42A4-993E-F00322DD5657}" dt="2026-09-16T00:49:36.731" v="4819" actId="1035"/>
          <ac:graphicFrameMkLst>
            <pc:docMk/>
            <pc:sldMk cId="3085902250" sldId="702"/>
            <ac:graphicFrameMk id="10" creationId="{33B7BC4B-6C38-0155-1EDE-61CAC8B3F94C}"/>
          </ac:graphicFrameMkLst>
        </pc:graphicFrameChg>
      </pc:sldChg>
      <pc:sldChg chg="modSp mod">
        <pc:chgData name="Nishiyama, Kazuki 1" userId="c57e64d9-7695-4079-b9fa-694d9782bf04" providerId="ADAL" clId="{2B8D9CB8-99B7-42A4-993E-F00322DD5657}" dt="2026-09-15T18:21:22.801" v="4796" actId="14100"/>
        <pc:sldMkLst>
          <pc:docMk/>
          <pc:sldMk cId="417254868" sldId="722"/>
        </pc:sldMkLst>
        <pc:spChg chg="mod">
          <ac:chgData name="Nishiyama, Kazuki 1" userId="c57e64d9-7695-4079-b9fa-694d9782bf04" providerId="ADAL" clId="{2B8D9CB8-99B7-42A4-993E-F00322DD5657}" dt="2026-09-15T04:56:59.685" v="35"/>
          <ac:spMkLst>
            <pc:docMk/>
            <pc:sldMk cId="417254868" sldId="722"/>
            <ac:spMk id="4" creationId="{18CA1889-C90B-4377-02FD-B35C90383C8A}"/>
          </ac:spMkLst>
        </pc:spChg>
        <pc:spChg chg="mod">
          <ac:chgData name="Nishiyama, Kazuki 1" userId="c57e64d9-7695-4079-b9fa-694d9782bf04" providerId="ADAL" clId="{2B8D9CB8-99B7-42A4-993E-F00322DD5657}" dt="2026-09-15T18:21:22.801" v="4796" actId="14100"/>
          <ac:spMkLst>
            <pc:docMk/>
            <pc:sldMk cId="417254868" sldId="722"/>
            <ac:spMk id="15" creationId="{B1E0F50A-AF4C-77DC-EC7D-E8BC465437F0}"/>
          </ac:spMkLst>
        </pc:spChg>
      </pc:sldChg>
      <pc:sldChg chg="addSp delSp modSp mod">
        <pc:chgData name="Nishiyama, Kazuki 1" userId="c57e64d9-7695-4079-b9fa-694d9782bf04" providerId="ADAL" clId="{2B8D9CB8-99B7-42A4-993E-F00322DD5657}" dt="2026-09-16T03:00:06.367" v="5438" actId="1035"/>
        <pc:sldMkLst>
          <pc:docMk/>
          <pc:sldMk cId="1037660924" sldId="731"/>
        </pc:sldMkLst>
        <pc:spChg chg="del mod">
          <ac:chgData name="Nishiyama, Kazuki 1" userId="c57e64d9-7695-4079-b9fa-694d9782bf04" providerId="ADAL" clId="{2B8D9CB8-99B7-42A4-993E-F00322DD5657}" dt="2026-09-15T15:55:10.645" v="228" actId="478"/>
          <ac:spMkLst>
            <pc:docMk/>
            <pc:sldMk cId="1037660924" sldId="731"/>
            <ac:spMk id="2" creationId="{7AD30B9B-DEAC-FF36-398A-15F071044A0E}"/>
          </ac:spMkLst>
        </pc:spChg>
        <pc:spChg chg="add mod">
          <ac:chgData name="Nishiyama, Kazuki 1" userId="c57e64d9-7695-4079-b9fa-694d9782bf04" providerId="ADAL" clId="{2B8D9CB8-99B7-42A4-993E-F00322DD5657}" dt="2026-09-16T00:59:50.501" v="5413"/>
          <ac:spMkLst>
            <pc:docMk/>
            <pc:sldMk cId="1037660924" sldId="731"/>
            <ac:spMk id="2" creationId="{A874478C-4682-7E16-7D80-671F87E58E5E}"/>
          </ac:spMkLst>
        </pc:spChg>
        <pc:spChg chg="add mod">
          <ac:chgData name="Nishiyama, Kazuki 1" userId="c57e64d9-7695-4079-b9fa-694d9782bf04" providerId="ADAL" clId="{2B8D9CB8-99B7-42A4-993E-F00322DD5657}" dt="2026-09-15T16:12:40.568" v="709" actId="1038"/>
          <ac:spMkLst>
            <pc:docMk/>
            <pc:sldMk cId="1037660924" sldId="731"/>
            <ac:spMk id="4" creationId="{3292D335-5345-DC4D-D728-4FEF4C3D96A4}"/>
          </ac:spMkLst>
        </pc:spChg>
        <pc:spChg chg="mod">
          <ac:chgData name="Nishiyama, Kazuki 1" userId="c57e64d9-7695-4079-b9fa-694d9782bf04" providerId="ADAL" clId="{2B8D9CB8-99B7-42A4-993E-F00322DD5657}" dt="2026-09-15T15:55:22.528" v="243" actId="1038"/>
          <ac:spMkLst>
            <pc:docMk/>
            <pc:sldMk cId="1037660924" sldId="731"/>
            <ac:spMk id="6" creationId="{73D184FA-2E6A-7215-333F-0BD6BB946925}"/>
          </ac:spMkLst>
        </pc:spChg>
        <pc:spChg chg="add mod">
          <ac:chgData name="Nishiyama, Kazuki 1" userId="c57e64d9-7695-4079-b9fa-694d9782bf04" providerId="ADAL" clId="{2B8D9CB8-99B7-42A4-993E-F00322DD5657}" dt="2026-09-15T16:12:40.568" v="709" actId="1038"/>
          <ac:spMkLst>
            <pc:docMk/>
            <pc:sldMk cId="1037660924" sldId="731"/>
            <ac:spMk id="11" creationId="{C6C2341F-07D2-B8FD-491D-CF6376C7B792}"/>
          </ac:spMkLst>
        </pc:spChg>
        <pc:spChg chg="add mod">
          <ac:chgData name="Nishiyama, Kazuki 1" userId="c57e64d9-7695-4079-b9fa-694d9782bf04" providerId="ADAL" clId="{2B8D9CB8-99B7-42A4-993E-F00322DD5657}" dt="2026-09-15T15:55:08.582" v="227" actId="1035"/>
          <ac:spMkLst>
            <pc:docMk/>
            <pc:sldMk cId="1037660924" sldId="731"/>
            <ac:spMk id="12" creationId="{CE981FA2-B590-7AF7-CD18-D0B60AE96295}"/>
          </ac:spMkLst>
        </pc:spChg>
        <pc:spChg chg="mod">
          <ac:chgData name="Nishiyama, Kazuki 1" userId="c57e64d9-7695-4079-b9fa-694d9782bf04" providerId="ADAL" clId="{2B8D9CB8-99B7-42A4-993E-F00322DD5657}" dt="2026-09-15T17:25:13.843" v="2462"/>
          <ac:spMkLst>
            <pc:docMk/>
            <pc:sldMk cId="1037660924" sldId="731"/>
            <ac:spMk id="13" creationId="{66DB135F-F32A-2959-D438-079CFAE240FB}"/>
          </ac:spMkLst>
        </pc:spChg>
        <pc:spChg chg="add mod">
          <ac:chgData name="Nishiyama, Kazuki 1" userId="c57e64d9-7695-4079-b9fa-694d9782bf04" providerId="ADAL" clId="{2B8D9CB8-99B7-42A4-993E-F00322DD5657}" dt="2026-09-15T16:03:36.235" v="608" actId="1076"/>
          <ac:spMkLst>
            <pc:docMk/>
            <pc:sldMk cId="1037660924" sldId="731"/>
            <ac:spMk id="15" creationId="{BF1344CC-43EA-010A-A315-687F75A796F0}"/>
          </ac:spMkLst>
        </pc:spChg>
        <pc:spChg chg="add mod">
          <ac:chgData name="Nishiyama, Kazuki 1" userId="c57e64d9-7695-4079-b9fa-694d9782bf04" providerId="ADAL" clId="{2B8D9CB8-99B7-42A4-993E-F00322DD5657}" dt="2026-09-15T16:12:40.568" v="709" actId="1038"/>
          <ac:spMkLst>
            <pc:docMk/>
            <pc:sldMk cId="1037660924" sldId="731"/>
            <ac:spMk id="16" creationId="{BBC1D828-9DA2-61BC-CAEF-56972442C644}"/>
          </ac:spMkLst>
        </pc:spChg>
        <pc:spChg chg="del">
          <ac:chgData name="Nishiyama, Kazuki 1" userId="c57e64d9-7695-4079-b9fa-694d9782bf04" providerId="ADAL" clId="{2B8D9CB8-99B7-42A4-993E-F00322DD5657}" dt="2026-09-15T15:53:59.191" v="135" actId="478"/>
          <ac:spMkLst>
            <pc:docMk/>
            <pc:sldMk cId="1037660924" sldId="731"/>
            <ac:spMk id="17" creationId="{88A6A7BE-A7B4-C487-0D2E-B62F3DD1B195}"/>
          </ac:spMkLst>
        </pc:spChg>
        <pc:spChg chg="del">
          <ac:chgData name="Nishiyama, Kazuki 1" userId="c57e64d9-7695-4079-b9fa-694d9782bf04" providerId="ADAL" clId="{2B8D9CB8-99B7-42A4-993E-F00322DD5657}" dt="2026-09-15T15:55:01.016" v="216" actId="478"/>
          <ac:spMkLst>
            <pc:docMk/>
            <pc:sldMk cId="1037660924" sldId="731"/>
            <ac:spMk id="20" creationId="{159D4EC9-EDE8-A616-0860-360A61A58162}"/>
          </ac:spMkLst>
        </pc:spChg>
        <pc:spChg chg="del">
          <ac:chgData name="Nishiyama, Kazuki 1" userId="c57e64d9-7695-4079-b9fa-694d9782bf04" providerId="ADAL" clId="{2B8D9CB8-99B7-42A4-993E-F00322DD5657}" dt="2026-09-15T15:56:07.963" v="262" actId="478"/>
          <ac:spMkLst>
            <pc:docMk/>
            <pc:sldMk cId="1037660924" sldId="731"/>
            <ac:spMk id="21" creationId="{00E02ED8-AD4B-7A41-087C-8F94E2B7DE14}"/>
          </ac:spMkLst>
        </pc:spChg>
        <pc:spChg chg="del">
          <ac:chgData name="Nishiyama, Kazuki 1" userId="c57e64d9-7695-4079-b9fa-694d9782bf04" providerId="ADAL" clId="{2B8D9CB8-99B7-42A4-993E-F00322DD5657}" dt="2026-09-15T15:54:06.789" v="148" actId="478"/>
          <ac:spMkLst>
            <pc:docMk/>
            <pc:sldMk cId="1037660924" sldId="731"/>
            <ac:spMk id="22" creationId="{EF4C199C-5D36-F3B9-ED30-8325BA973372}"/>
          </ac:spMkLst>
        </pc:spChg>
        <pc:spChg chg="del">
          <ac:chgData name="Nishiyama, Kazuki 1" userId="c57e64d9-7695-4079-b9fa-694d9782bf04" providerId="ADAL" clId="{2B8D9CB8-99B7-42A4-993E-F00322DD5657}" dt="2026-09-15T15:54:46.119" v="205" actId="478"/>
          <ac:spMkLst>
            <pc:docMk/>
            <pc:sldMk cId="1037660924" sldId="731"/>
            <ac:spMk id="23" creationId="{41F31CB3-7614-2AF3-E4CE-D8479F1018FD}"/>
          </ac:spMkLst>
        </pc:spChg>
        <pc:spChg chg="del">
          <ac:chgData name="Nishiyama, Kazuki 1" userId="c57e64d9-7695-4079-b9fa-694d9782bf04" providerId="ADAL" clId="{2B8D9CB8-99B7-42A4-993E-F00322DD5657}" dt="2026-09-15T15:55:48.731" v="258" actId="478"/>
          <ac:spMkLst>
            <pc:docMk/>
            <pc:sldMk cId="1037660924" sldId="731"/>
            <ac:spMk id="24" creationId="{F186E0F0-8C42-9F36-DE94-1526575E5E39}"/>
          </ac:spMkLst>
        </pc:spChg>
        <pc:spChg chg="add mod">
          <ac:chgData name="Nishiyama, Kazuki 1" userId="c57e64d9-7695-4079-b9fa-694d9782bf04" providerId="ADAL" clId="{2B8D9CB8-99B7-42A4-993E-F00322DD5657}" dt="2026-09-15T15:56:21.961" v="294" actId="20577"/>
          <ac:spMkLst>
            <pc:docMk/>
            <pc:sldMk cId="1037660924" sldId="731"/>
            <ac:spMk id="29" creationId="{CE6A3149-873F-6982-56A4-442690D026F3}"/>
          </ac:spMkLst>
        </pc:spChg>
        <pc:spChg chg="mod">
          <ac:chgData name="Nishiyama, Kazuki 1" userId="c57e64d9-7695-4079-b9fa-694d9782bf04" providerId="ADAL" clId="{2B8D9CB8-99B7-42A4-993E-F00322DD5657}" dt="2026-09-16T02:59:47.049" v="5434" actId="3064"/>
          <ac:spMkLst>
            <pc:docMk/>
            <pc:sldMk cId="1037660924" sldId="731"/>
            <ac:spMk id="55" creationId="{8B02E0C0-0F48-3897-FDC0-DD9B86B59383}"/>
          </ac:spMkLst>
        </pc:spChg>
        <pc:spChg chg="mod">
          <ac:chgData name="Nishiyama, Kazuki 1" userId="c57e64d9-7695-4079-b9fa-694d9782bf04" providerId="ADAL" clId="{2B8D9CB8-99B7-42A4-993E-F00322DD5657}" dt="2026-09-16T03:00:01.542" v="5436" actId="3064"/>
          <ac:spMkLst>
            <pc:docMk/>
            <pc:sldMk cId="1037660924" sldId="731"/>
            <ac:spMk id="68" creationId="{F111DDCD-1843-2F75-3421-1F076DBC497C}"/>
          </ac:spMkLst>
        </pc:spChg>
        <pc:graphicFrameChg chg="mod">
          <ac:chgData name="Nishiyama, Kazuki 1" userId="c57e64d9-7695-4079-b9fa-694d9782bf04" providerId="ADAL" clId="{2B8D9CB8-99B7-42A4-993E-F00322DD5657}" dt="2026-09-16T00:48:26.926" v="4816"/>
          <ac:graphicFrameMkLst>
            <pc:docMk/>
            <pc:sldMk cId="1037660924" sldId="731"/>
            <ac:graphicFrameMk id="54" creationId="{EED20991-7613-97DF-2D3E-A9997C424D79}"/>
          </ac:graphicFrameMkLst>
        </pc:graphicFrameChg>
        <pc:graphicFrameChg chg="mod modGraphic">
          <ac:chgData name="Nishiyama, Kazuki 1" userId="c57e64d9-7695-4079-b9fa-694d9782bf04" providerId="ADAL" clId="{2B8D9CB8-99B7-42A4-993E-F00322DD5657}" dt="2026-09-15T17:25:19.368" v="2478" actId="1035"/>
          <ac:graphicFrameMkLst>
            <pc:docMk/>
            <pc:sldMk cId="1037660924" sldId="731"/>
            <ac:graphicFrameMk id="67" creationId="{E6B6184C-8189-6C76-F5C4-1B359004C260}"/>
          </ac:graphicFrameMkLst>
        </pc:graphicFrameChg>
        <pc:picChg chg="mod">
          <ac:chgData name="Nishiyama, Kazuki 1" userId="c57e64d9-7695-4079-b9fa-694d9782bf04" providerId="ADAL" clId="{2B8D9CB8-99B7-42A4-993E-F00322DD5657}" dt="2026-09-16T03:00:06.367" v="5438" actId="1035"/>
          <ac:picMkLst>
            <pc:docMk/>
            <pc:sldMk cId="1037660924" sldId="731"/>
            <ac:picMk id="26" creationId="{5DB5F927-BDF7-034F-DFA4-FF83C0D6912D}"/>
          </ac:picMkLst>
        </pc:picChg>
        <pc:cxnChg chg="add mod">
          <ac:chgData name="Nishiyama, Kazuki 1" userId="c57e64d9-7695-4079-b9fa-694d9782bf04" providerId="ADAL" clId="{2B8D9CB8-99B7-42A4-993E-F00322DD5657}" dt="2026-09-16T00:59:29.350" v="5391" actId="14100"/>
          <ac:cxnSpMkLst>
            <pc:docMk/>
            <pc:sldMk cId="1037660924" sldId="731"/>
            <ac:cxnSpMk id="20" creationId="{0A584127-D4CC-AF66-45F2-F82026FE12F9}"/>
          </ac:cxnSpMkLst>
        </pc:cxnChg>
        <pc:cxnChg chg="add mod">
          <ac:chgData name="Nishiyama, Kazuki 1" userId="c57e64d9-7695-4079-b9fa-694d9782bf04" providerId="ADAL" clId="{2B8D9CB8-99B7-42A4-993E-F00322DD5657}" dt="2026-09-16T00:59:29.350" v="5391" actId="14100"/>
          <ac:cxnSpMkLst>
            <pc:docMk/>
            <pc:sldMk cId="1037660924" sldId="731"/>
            <ac:cxnSpMk id="21" creationId="{0D84CD9B-A712-EC08-D430-129245045F21}"/>
          </ac:cxnSpMkLst>
        </pc:cxnChg>
      </pc:sldChg>
      <pc:sldChg chg="addSp delSp modSp mod">
        <pc:chgData name="Nishiyama, Kazuki 1" userId="c57e64d9-7695-4079-b9fa-694d9782bf04" providerId="ADAL" clId="{2B8D9CB8-99B7-42A4-993E-F00322DD5657}" dt="2026-09-16T02:57:27.864" v="5418" actId="242"/>
        <pc:sldMkLst>
          <pc:docMk/>
          <pc:sldMk cId="955569664" sldId="732"/>
        </pc:sldMkLst>
        <pc:spChg chg="add mod">
          <ac:chgData name="Nishiyama, Kazuki 1" userId="c57e64d9-7695-4079-b9fa-694d9782bf04" providerId="ADAL" clId="{2B8D9CB8-99B7-42A4-993E-F00322DD5657}" dt="2026-09-15T16:12:31.626" v="707" actId="553"/>
          <ac:spMkLst>
            <pc:docMk/>
            <pc:sldMk cId="955569664" sldId="732"/>
            <ac:spMk id="5" creationId="{A5ADB859-FF49-7DBF-22B4-620CE077707C}"/>
          </ac:spMkLst>
        </pc:spChg>
        <pc:spChg chg="mod">
          <ac:chgData name="Nishiyama, Kazuki 1" userId="c57e64d9-7695-4079-b9fa-694d9782bf04" providerId="ADAL" clId="{2B8D9CB8-99B7-42A4-993E-F00322DD5657}" dt="2026-09-15T16:15:28.210" v="712" actId="14100"/>
          <ac:spMkLst>
            <pc:docMk/>
            <pc:sldMk cId="955569664" sldId="732"/>
            <ac:spMk id="7" creationId="{13D6FB86-A39A-F970-C8AD-3A3E9F849D18}"/>
          </ac:spMkLst>
        </pc:spChg>
        <pc:spChg chg="del">
          <ac:chgData name="Nishiyama, Kazuki 1" userId="c57e64d9-7695-4079-b9fa-694d9782bf04" providerId="ADAL" clId="{2B8D9CB8-99B7-42A4-993E-F00322DD5657}" dt="2026-09-15T16:08:15.014" v="657" actId="478"/>
          <ac:spMkLst>
            <pc:docMk/>
            <pc:sldMk cId="955569664" sldId="732"/>
            <ac:spMk id="11" creationId="{61A5B856-AEA8-7972-A345-EE678B37CE35}"/>
          </ac:spMkLst>
        </pc:spChg>
        <pc:spChg chg="del">
          <ac:chgData name="Nishiyama, Kazuki 1" userId="c57e64d9-7695-4079-b9fa-694d9782bf04" providerId="ADAL" clId="{2B8D9CB8-99B7-42A4-993E-F00322DD5657}" dt="2026-09-15T16:07:09.977" v="636" actId="478"/>
          <ac:spMkLst>
            <pc:docMk/>
            <pc:sldMk cId="955569664" sldId="732"/>
            <ac:spMk id="12" creationId="{2C0960B6-525A-1C02-B5BB-B3918B214F26}"/>
          </ac:spMkLst>
        </pc:spChg>
        <pc:spChg chg="mod">
          <ac:chgData name="Nishiyama, Kazuki 1" userId="c57e64d9-7695-4079-b9fa-694d9782bf04" providerId="ADAL" clId="{2B8D9CB8-99B7-42A4-993E-F00322DD5657}" dt="2026-09-15T17:34:26.313" v="2926"/>
          <ac:spMkLst>
            <pc:docMk/>
            <pc:sldMk cId="955569664" sldId="732"/>
            <ac:spMk id="13" creationId="{A89CC184-07A7-FEE0-9237-AD189BAAAF2D}"/>
          </ac:spMkLst>
        </pc:spChg>
        <pc:spChg chg="del">
          <ac:chgData name="Nishiyama, Kazuki 1" userId="c57e64d9-7695-4079-b9fa-694d9782bf04" providerId="ADAL" clId="{2B8D9CB8-99B7-42A4-993E-F00322DD5657}" dt="2026-09-15T16:08:09.530" v="655" actId="478"/>
          <ac:spMkLst>
            <pc:docMk/>
            <pc:sldMk cId="955569664" sldId="732"/>
            <ac:spMk id="16" creationId="{72CE98D4-477D-3C81-2976-B92A26CC20DE}"/>
          </ac:spMkLst>
        </pc:spChg>
        <pc:spChg chg="mod">
          <ac:chgData name="Nishiyama, Kazuki 1" userId="c57e64d9-7695-4079-b9fa-694d9782bf04" providerId="ADAL" clId="{2B8D9CB8-99B7-42A4-993E-F00322DD5657}" dt="2026-09-15T16:15:50.409" v="733" actId="14100"/>
          <ac:spMkLst>
            <pc:docMk/>
            <pc:sldMk cId="955569664" sldId="732"/>
            <ac:spMk id="18" creationId="{F21EF977-3057-A9CF-0B4D-D8CEC3CAC37E}"/>
          </ac:spMkLst>
        </pc:spChg>
        <pc:spChg chg="add mod">
          <ac:chgData name="Nishiyama, Kazuki 1" userId="c57e64d9-7695-4079-b9fa-694d9782bf04" providerId="ADAL" clId="{2B8D9CB8-99B7-42A4-993E-F00322DD5657}" dt="2026-09-15T16:12:31.626" v="707" actId="553"/>
          <ac:spMkLst>
            <pc:docMk/>
            <pc:sldMk cId="955569664" sldId="732"/>
            <ac:spMk id="19" creationId="{55C6B3BE-6045-AE71-172E-DC9A48C0A14C}"/>
          </ac:spMkLst>
        </pc:spChg>
        <pc:spChg chg="del">
          <ac:chgData name="Nishiyama, Kazuki 1" userId="c57e64d9-7695-4079-b9fa-694d9782bf04" providerId="ADAL" clId="{2B8D9CB8-99B7-42A4-993E-F00322DD5657}" dt="2026-09-15T16:08:47.778" v="664" actId="478"/>
          <ac:spMkLst>
            <pc:docMk/>
            <pc:sldMk cId="955569664" sldId="732"/>
            <ac:spMk id="21" creationId="{670E1429-F94D-43A1-B0D7-4E20CD0C00B1}"/>
          </ac:spMkLst>
        </pc:spChg>
        <pc:spChg chg="del">
          <ac:chgData name="Nishiyama, Kazuki 1" userId="c57e64d9-7695-4079-b9fa-694d9782bf04" providerId="ADAL" clId="{2B8D9CB8-99B7-42A4-993E-F00322DD5657}" dt="2026-09-15T16:09:03.463" v="666" actId="478"/>
          <ac:spMkLst>
            <pc:docMk/>
            <pc:sldMk cId="955569664" sldId="732"/>
            <ac:spMk id="23" creationId="{B6CA01A8-347F-1AAC-8705-713BDAD4F6A9}"/>
          </ac:spMkLst>
        </pc:spChg>
        <pc:spChg chg="add del">
          <ac:chgData name="Nishiyama, Kazuki 1" userId="c57e64d9-7695-4079-b9fa-694d9782bf04" providerId="ADAL" clId="{2B8D9CB8-99B7-42A4-993E-F00322DD5657}" dt="2026-09-15T16:08:09.530" v="655" actId="478"/>
          <ac:spMkLst>
            <pc:docMk/>
            <pc:sldMk cId="955569664" sldId="732"/>
            <ac:spMk id="24" creationId="{A44DA57F-5D11-D876-F3A3-25CF834E4DC1}"/>
          </ac:spMkLst>
        </pc:spChg>
        <pc:spChg chg="del">
          <ac:chgData name="Nishiyama, Kazuki 1" userId="c57e64d9-7695-4079-b9fa-694d9782bf04" providerId="ADAL" clId="{2B8D9CB8-99B7-42A4-993E-F00322DD5657}" dt="2026-09-15T16:07:09.977" v="636" actId="478"/>
          <ac:spMkLst>
            <pc:docMk/>
            <pc:sldMk cId="955569664" sldId="732"/>
            <ac:spMk id="25" creationId="{86FCB4CD-FDF0-173F-8401-648759967193}"/>
          </ac:spMkLst>
        </pc:spChg>
        <pc:spChg chg="mod">
          <ac:chgData name="Nishiyama, Kazuki 1" userId="c57e64d9-7695-4079-b9fa-694d9782bf04" providerId="ADAL" clId="{2B8D9CB8-99B7-42A4-993E-F00322DD5657}" dt="2026-09-15T16:15:45.752" v="732" actId="14100"/>
          <ac:spMkLst>
            <pc:docMk/>
            <pc:sldMk cId="955569664" sldId="732"/>
            <ac:spMk id="28" creationId="{50079499-0237-AA64-B274-1B67AD3BB1C6}"/>
          </ac:spMkLst>
        </pc:spChg>
        <pc:spChg chg="del">
          <ac:chgData name="Nishiyama, Kazuki 1" userId="c57e64d9-7695-4079-b9fa-694d9782bf04" providerId="ADAL" clId="{2B8D9CB8-99B7-42A4-993E-F00322DD5657}" dt="2026-09-15T16:07:09.977" v="636" actId="478"/>
          <ac:spMkLst>
            <pc:docMk/>
            <pc:sldMk cId="955569664" sldId="732"/>
            <ac:spMk id="30" creationId="{E0A3B4EF-8F4D-19A9-784F-1A89A67B64C8}"/>
          </ac:spMkLst>
        </pc:spChg>
        <pc:spChg chg="del">
          <ac:chgData name="Nishiyama, Kazuki 1" userId="c57e64d9-7695-4079-b9fa-694d9782bf04" providerId="ADAL" clId="{2B8D9CB8-99B7-42A4-993E-F00322DD5657}" dt="2026-09-15T16:07:09.977" v="636" actId="478"/>
          <ac:spMkLst>
            <pc:docMk/>
            <pc:sldMk cId="955569664" sldId="732"/>
            <ac:spMk id="32" creationId="{F8D487E7-A1DD-416E-C5EE-73930D613BD2}"/>
          </ac:spMkLst>
        </pc:spChg>
        <pc:spChg chg="add del">
          <ac:chgData name="Nishiyama, Kazuki 1" userId="c57e64d9-7695-4079-b9fa-694d9782bf04" providerId="ADAL" clId="{2B8D9CB8-99B7-42A4-993E-F00322DD5657}" dt="2026-09-15T16:08:09.530" v="655" actId="478"/>
          <ac:spMkLst>
            <pc:docMk/>
            <pc:sldMk cId="955569664" sldId="732"/>
            <ac:spMk id="33" creationId="{8A7CA044-9CBB-2D44-0919-2792AAACB0E7}"/>
          </ac:spMkLst>
        </pc:spChg>
        <pc:spChg chg="mod">
          <ac:chgData name="Nishiyama, Kazuki 1" userId="c57e64d9-7695-4079-b9fa-694d9782bf04" providerId="ADAL" clId="{2B8D9CB8-99B7-42A4-993E-F00322DD5657}" dt="2026-09-15T16:15:45.752" v="732" actId="14100"/>
          <ac:spMkLst>
            <pc:docMk/>
            <pc:sldMk cId="955569664" sldId="732"/>
            <ac:spMk id="36" creationId="{292264EB-5EDC-9316-021B-071871845F84}"/>
          </ac:spMkLst>
        </pc:spChg>
        <pc:spChg chg="add mod">
          <ac:chgData name="Nishiyama, Kazuki 1" userId="c57e64d9-7695-4079-b9fa-694d9782bf04" providerId="ADAL" clId="{2B8D9CB8-99B7-42A4-993E-F00322DD5657}" dt="2026-09-15T17:28:30.942" v="2568" actId="1035"/>
          <ac:spMkLst>
            <pc:docMk/>
            <pc:sldMk cId="955569664" sldId="732"/>
            <ac:spMk id="37" creationId="{DE4657F0-D835-0274-1EEB-328F11E0A631}"/>
          </ac:spMkLst>
        </pc:spChg>
        <pc:spChg chg="add del">
          <ac:chgData name="Nishiyama, Kazuki 1" userId="c57e64d9-7695-4079-b9fa-694d9782bf04" providerId="ADAL" clId="{2B8D9CB8-99B7-42A4-993E-F00322DD5657}" dt="2026-09-15T16:08:47.778" v="664" actId="478"/>
          <ac:spMkLst>
            <pc:docMk/>
            <pc:sldMk cId="955569664" sldId="732"/>
            <ac:spMk id="40" creationId="{96696F3D-394E-9D97-58A1-8E0EE74AE684}"/>
          </ac:spMkLst>
        </pc:spChg>
        <pc:spChg chg="mod">
          <ac:chgData name="Nishiyama, Kazuki 1" userId="c57e64d9-7695-4079-b9fa-694d9782bf04" providerId="ADAL" clId="{2B8D9CB8-99B7-42A4-993E-F00322DD5657}" dt="2026-09-15T16:15:38.848" v="731" actId="1037"/>
          <ac:spMkLst>
            <pc:docMk/>
            <pc:sldMk cId="955569664" sldId="732"/>
            <ac:spMk id="41" creationId="{A8E05C54-D31D-12F0-328B-AD63B6E0EF23}"/>
          </ac:spMkLst>
        </pc:spChg>
        <pc:spChg chg="add mod">
          <ac:chgData name="Nishiyama, Kazuki 1" userId="c57e64d9-7695-4079-b9fa-694d9782bf04" providerId="ADAL" clId="{2B8D9CB8-99B7-42A4-993E-F00322DD5657}" dt="2026-09-15T17:28:30.942" v="2568" actId="1035"/>
          <ac:spMkLst>
            <pc:docMk/>
            <pc:sldMk cId="955569664" sldId="732"/>
            <ac:spMk id="42" creationId="{862D1002-1C46-DBD3-1C5F-DA704A073BA9}"/>
          </ac:spMkLst>
        </pc:spChg>
        <pc:spChg chg="add mod">
          <ac:chgData name="Nishiyama, Kazuki 1" userId="c57e64d9-7695-4079-b9fa-694d9782bf04" providerId="ADAL" clId="{2B8D9CB8-99B7-42A4-993E-F00322DD5657}" dt="2026-09-15T16:08:42.650" v="663" actId="554"/>
          <ac:spMkLst>
            <pc:docMk/>
            <pc:sldMk cId="955569664" sldId="732"/>
            <ac:spMk id="43" creationId="{49F12CB8-F0A1-7042-3E77-96AF8CB2C320}"/>
          </ac:spMkLst>
        </pc:spChg>
        <pc:spChg chg="add mod">
          <ac:chgData name="Nishiyama, Kazuki 1" userId="c57e64d9-7695-4079-b9fa-694d9782bf04" providerId="ADAL" clId="{2B8D9CB8-99B7-42A4-993E-F00322DD5657}" dt="2026-09-15T16:16:08.397" v="748" actId="552"/>
          <ac:spMkLst>
            <pc:docMk/>
            <pc:sldMk cId="955569664" sldId="732"/>
            <ac:spMk id="44" creationId="{15921404-CB70-8129-F528-D480B43DA70A}"/>
          </ac:spMkLst>
        </pc:spChg>
        <pc:spChg chg="add mod">
          <ac:chgData name="Nishiyama, Kazuki 1" userId="c57e64d9-7695-4079-b9fa-694d9782bf04" providerId="ADAL" clId="{2B8D9CB8-99B7-42A4-993E-F00322DD5657}" dt="2026-09-15T16:16:08.397" v="748" actId="552"/>
          <ac:spMkLst>
            <pc:docMk/>
            <pc:sldMk cId="955569664" sldId="732"/>
            <ac:spMk id="45" creationId="{EF54C3CC-849B-E6AD-5D86-FAFADBC5EB2F}"/>
          </ac:spMkLst>
        </pc:spChg>
        <pc:spChg chg="mod">
          <ac:chgData name="Nishiyama, Kazuki 1" userId="c57e64d9-7695-4079-b9fa-694d9782bf04" providerId="ADAL" clId="{2B8D9CB8-99B7-42A4-993E-F00322DD5657}" dt="2026-09-16T02:57:27.864" v="5418" actId="242"/>
          <ac:spMkLst>
            <pc:docMk/>
            <pc:sldMk cId="955569664" sldId="732"/>
            <ac:spMk id="46" creationId="{25EF264B-4B98-829B-46AB-BAFB66DA760B}"/>
          </ac:spMkLst>
        </pc:spChg>
        <pc:spChg chg="mod">
          <ac:chgData name="Nishiyama, Kazuki 1" userId="c57e64d9-7695-4079-b9fa-694d9782bf04" providerId="ADAL" clId="{2B8D9CB8-99B7-42A4-993E-F00322DD5657}" dt="2026-09-15T16:15:38.848" v="731" actId="1037"/>
          <ac:spMkLst>
            <pc:docMk/>
            <pc:sldMk cId="955569664" sldId="732"/>
            <ac:spMk id="47" creationId="{28CD75EA-8399-1D35-DBE0-3657DDA5C43A}"/>
          </ac:spMkLst>
        </pc:spChg>
        <pc:spChg chg="add mod">
          <ac:chgData name="Nishiyama, Kazuki 1" userId="c57e64d9-7695-4079-b9fa-694d9782bf04" providerId="ADAL" clId="{2B8D9CB8-99B7-42A4-993E-F00322DD5657}" dt="2026-09-15T16:16:08.397" v="748" actId="552"/>
          <ac:spMkLst>
            <pc:docMk/>
            <pc:sldMk cId="955569664" sldId="732"/>
            <ac:spMk id="48" creationId="{D29FB20E-FC4B-07B3-2993-957916568FF9}"/>
          </ac:spMkLst>
        </pc:spChg>
        <pc:spChg chg="mod">
          <ac:chgData name="Nishiyama, Kazuki 1" userId="c57e64d9-7695-4079-b9fa-694d9782bf04" providerId="ADAL" clId="{2B8D9CB8-99B7-42A4-993E-F00322DD5657}" dt="2026-09-16T02:57:17.691" v="5416" actId="242"/>
          <ac:spMkLst>
            <pc:docMk/>
            <pc:sldMk cId="955569664" sldId="732"/>
            <ac:spMk id="55" creationId="{17C8717D-226D-D261-7F5B-E26C53193FE6}"/>
          </ac:spMkLst>
        </pc:spChg>
        <pc:graphicFrameChg chg="mod">
          <ac:chgData name="Nishiyama, Kazuki 1" userId="c57e64d9-7695-4079-b9fa-694d9782bf04" providerId="ADAL" clId="{2B8D9CB8-99B7-42A4-993E-F00322DD5657}" dt="2026-09-16T00:48:26.689" v="4808"/>
          <ac:graphicFrameMkLst>
            <pc:docMk/>
            <pc:sldMk cId="955569664" sldId="732"/>
            <ac:graphicFrameMk id="54" creationId="{C75F0A95-BAC0-FDF3-6272-E422C521F5DB}"/>
          </ac:graphicFrameMkLst>
        </pc:graphicFrameChg>
        <pc:picChg chg="mod">
          <ac:chgData name="Nishiyama, Kazuki 1" userId="c57e64d9-7695-4079-b9fa-694d9782bf04" providerId="ADAL" clId="{2B8D9CB8-99B7-42A4-993E-F00322DD5657}" dt="2026-09-15T16:15:23.412" v="711" actId="14100"/>
          <ac:picMkLst>
            <pc:docMk/>
            <pc:sldMk cId="955569664" sldId="732"/>
            <ac:picMk id="22" creationId="{05CF25F5-F928-5DD0-7987-751B3BD9ADEB}"/>
          </ac:picMkLst>
        </pc:picChg>
        <pc:picChg chg="mod">
          <ac:chgData name="Nishiyama, Kazuki 1" userId="c57e64d9-7695-4079-b9fa-694d9782bf04" providerId="ADAL" clId="{2B8D9CB8-99B7-42A4-993E-F00322DD5657}" dt="2026-09-15T16:15:31.031" v="713" actId="1076"/>
          <ac:picMkLst>
            <pc:docMk/>
            <pc:sldMk cId="955569664" sldId="732"/>
            <ac:picMk id="26" creationId="{DD48C8BF-2ED5-C5C6-1524-65C0AAF055F9}"/>
          </ac:picMkLst>
        </pc:picChg>
        <pc:picChg chg="mod">
          <ac:chgData name="Nishiyama, Kazuki 1" userId="c57e64d9-7695-4079-b9fa-694d9782bf04" providerId="ADAL" clId="{2B8D9CB8-99B7-42A4-993E-F00322DD5657}" dt="2026-09-15T16:15:38.848" v="731" actId="1037"/>
          <ac:picMkLst>
            <pc:docMk/>
            <pc:sldMk cId="955569664" sldId="732"/>
            <ac:picMk id="31" creationId="{0CABFB35-1D62-D5C1-EACE-92CF7873F4AA}"/>
          </ac:picMkLst>
        </pc:picChg>
        <pc:picChg chg="mod">
          <ac:chgData name="Nishiyama, Kazuki 1" userId="c57e64d9-7695-4079-b9fa-694d9782bf04" providerId="ADAL" clId="{2B8D9CB8-99B7-42A4-993E-F00322DD5657}" dt="2026-09-15T16:15:38.848" v="731" actId="1037"/>
          <ac:picMkLst>
            <pc:docMk/>
            <pc:sldMk cId="955569664" sldId="732"/>
            <ac:picMk id="34" creationId="{D4902858-656E-676C-FB3D-2206078987B8}"/>
          </ac:picMkLst>
        </pc:picChg>
        <pc:picChg chg="mod">
          <ac:chgData name="Nishiyama, Kazuki 1" userId="c57e64d9-7695-4079-b9fa-694d9782bf04" providerId="ADAL" clId="{2B8D9CB8-99B7-42A4-993E-F00322DD5657}" dt="2026-09-15T16:15:38.848" v="731" actId="1037"/>
          <ac:picMkLst>
            <pc:docMk/>
            <pc:sldMk cId="955569664" sldId="732"/>
            <ac:picMk id="39" creationId="{1C7EBC82-20C9-30BE-8AD3-6B878C19A69E}"/>
          </ac:picMkLst>
        </pc:picChg>
        <pc:cxnChg chg="mod">
          <ac:chgData name="Nishiyama, Kazuki 1" userId="c57e64d9-7695-4079-b9fa-694d9782bf04" providerId="ADAL" clId="{2B8D9CB8-99B7-42A4-993E-F00322DD5657}" dt="2026-09-15T16:15:38.848" v="731" actId="1037"/>
          <ac:cxnSpMkLst>
            <pc:docMk/>
            <pc:sldMk cId="955569664" sldId="732"/>
            <ac:cxnSpMk id="49" creationId="{63148D6D-26CE-729C-7178-B7822B81AE5B}"/>
          </ac:cxnSpMkLst>
        </pc:cxnChg>
      </pc:sldChg>
      <pc:sldChg chg="del">
        <pc:chgData name="Nishiyama, Kazuki 1" userId="c57e64d9-7695-4079-b9fa-694d9782bf04" providerId="ADAL" clId="{2B8D9CB8-99B7-42A4-993E-F00322DD5657}" dt="2026-09-15T16:20:49.680" v="795" actId="47"/>
        <pc:sldMkLst>
          <pc:docMk/>
          <pc:sldMk cId="280114763" sldId="733"/>
        </pc:sldMkLst>
      </pc:sldChg>
      <pc:sldChg chg="addSp delSp modSp mod">
        <pc:chgData name="Nishiyama, Kazuki 1" userId="c57e64d9-7695-4079-b9fa-694d9782bf04" providerId="ADAL" clId="{2B8D9CB8-99B7-42A4-993E-F00322DD5657}" dt="2026-09-16T02:58:43.876" v="5426" actId="242"/>
        <pc:sldMkLst>
          <pc:docMk/>
          <pc:sldMk cId="2454913960" sldId="736"/>
        </pc:sldMkLst>
        <pc:spChg chg="del mod ord">
          <ac:chgData name="Nishiyama, Kazuki 1" userId="c57e64d9-7695-4079-b9fa-694d9782bf04" providerId="ADAL" clId="{2B8D9CB8-99B7-42A4-993E-F00322DD5657}" dt="2026-09-15T18:09:21.219" v="4638" actId="478"/>
          <ac:spMkLst>
            <pc:docMk/>
            <pc:sldMk cId="2454913960" sldId="736"/>
            <ac:spMk id="2" creationId="{0DC53C44-55B7-5E1C-2845-26FA892FC22F}"/>
          </ac:spMkLst>
        </pc:spChg>
        <pc:spChg chg="mod ord">
          <ac:chgData name="Nishiyama, Kazuki 1" userId="c57e64d9-7695-4079-b9fa-694d9782bf04" providerId="ADAL" clId="{2B8D9CB8-99B7-42A4-993E-F00322DD5657}" dt="2026-09-15T16:41:11.231" v="1262"/>
          <ac:spMkLst>
            <pc:docMk/>
            <pc:sldMk cId="2454913960" sldId="736"/>
            <ac:spMk id="4" creationId="{D1639294-2DE4-683C-0CFE-058503DCC58A}"/>
          </ac:spMkLst>
        </pc:spChg>
        <pc:spChg chg="mod ord">
          <ac:chgData name="Nishiyama, Kazuki 1" userId="c57e64d9-7695-4079-b9fa-694d9782bf04" providerId="ADAL" clId="{2B8D9CB8-99B7-42A4-993E-F00322DD5657}" dt="2026-09-16T02:58:43.876" v="5426" actId="242"/>
          <ac:spMkLst>
            <pc:docMk/>
            <pc:sldMk cId="2454913960" sldId="736"/>
            <ac:spMk id="10" creationId="{F42AF4B4-DC73-AE17-685E-308D85A72B4F}"/>
          </ac:spMkLst>
        </pc:spChg>
        <pc:spChg chg="mod topLvl">
          <ac:chgData name="Nishiyama, Kazuki 1" userId="c57e64d9-7695-4079-b9fa-694d9782bf04" providerId="ADAL" clId="{2B8D9CB8-99B7-42A4-993E-F00322DD5657}" dt="2026-09-15T17:04:35.508" v="1498" actId="165"/>
          <ac:spMkLst>
            <pc:docMk/>
            <pc:sldMk cId="2454913960" sldId="736"/>
            <ac:spMk id="11" creationId="{C22AECA8-698E-2982-2050-36EB2087E2E6}"/>
          </ac:spMkLst>
        </pc:spChg>
        <pc:spChg chg="add mod">
          <ac:chgData name="Nishiyama, Kazuki 1" userId="c57e64d9-7695-4079-b9fa-694d9782bf04" providerId="ADAL" clId="{2B8D9CB8-99B7-42A4-993E-F00322DD5657}" dt="2026-09-15T17:04:25.292" v="1497" actId="20577"/>
          <ac:spMkLst>
            <pc:docMk/>
            <pc:sldMk cId="2454913960" sldId="736"/>
            <ac:spMk id="12" creationId="{BA4F17F1-7B8C-A67A-545B-EAF5D9F6C143}"/>
          </ac:spMkLst>
        </pc:spChg>
        <pc:spChg chg="mod ord">
          <ac:chgData name="Nishiyama, Kazuki 1" userId="c57e64d9-7695-4079-b9fa-694d9782bf04" providerId="ADAL" clId="{2B8D9CB8-99B7-42A4-993E-F00322DD5657}" dt="2026-09-15T18:09:45.159" v="4666"/>
          <ac:spMkLst>
            <pc:docMk/>
            <pc:sldMk cId="2454913960" sldId="736"/>
            <ac:spMk id="13" creationId="{488FA2C6-C71C-DD0D-910F-F682EC2FFE63}"/>
          </ac:spMkLst>
        </pc:spChg>
        <pc:spChg chg="mod topLvl">
          <ac:chgData name="Nishiyama, Kazuki 1" userId="c57e64d9-7695-4079-b9fa-694d9782bf04" providerId="ADAL" clId="{2B8D9CB8-99B7-42A4-993E-F00322DD5657}" dt="2026-09-15T17:04:35.508" v="1498" actId="165"/>
          <ac:spMkLst>
            <pc:docMk/>
            <pc:sldMk cId="2454913960" sldId="736"/>
            <ac:spMk id="15" creationId="{50D9142E-7346-2C40-9C05-3148CBB07235}"/>
          </ac:spMkLst>
        </pc:spChg>
        <pc:spChg chg="mod ord">
          <ac:chgData name="Nishiyama, Kazuki 1" userId="c57e64d9-7695-4079-b9fa-694d9782bf04" providerId="ADAL" clId="{2B8D9CB8-99B7-42A4-993E-F00322DD5657}" dt="2026-09-15T16:41:11.231" v="1236"/>
          <ac:spMkLst>
            <pc:docMk/>
            <pc:sldMk cId="2454913960" sldId="736"/>
            <ac:spMk id="16" creationId="{6AE9B686-06D2-FCC4-076E-050FF78DE036}"/>
          </ac:spMkLst>
        </pc:spChg>
        <pc:spChg chg="add mod">
          <ac:chgData name="Nishiyama, Kazuki 1" userId="c57e64d9-7695-4079-b9fa-694d9782bf04" providerId="ADAL" clId="{2B8D9CB8-99B7-42A4-993E-F00322DD5657}" dt="2026-09-15T17:04:21.528" v="1495" actId="20577"/>
          <ac:spMkLst>
            <pc:docMk/>
            <pc:sldMk cId="2454913960" sldId="736"/>
            <ac:spMk id="17" creationId="{475DB3E6-C9E5-ADC5-D770-0C5B783177D6}"/>
          </ac:spMkLst>
        </pc:spChg>
        <pc:spChg chg="mod ord">
          <ac:chgData name="Nishiyama, Kazuki 1" userId="c57e64d9-7695-4079-b9fa-694d9782bf04" providerId="ADAL" clId="{2B8D9CB8-99B7-42A4-993E-F00322DD5657}" dt="2026-09-15T16:41:11.231" v="1238"/>
          <ac:spMkLst>
            <pc:docMk/>
            <pc:sldMk cId="2454913960" sldId="736"/>
            <ac:spMk id="19" creationId="{05CF50BC-9242-4817-07C4-CE1401F38F72}"/>
          </ac:spMkLst>
        </pc:spChg>
        <pc:spChg chg="add mod">
          <ac:chgData name="Nishiyama, Kazuki 1" userId="c57e64d9-7695-4079-b9fa-694d9782bf04" providerId="ADAL" clId="{2B8D9CB8-99B7-42A4-993E-F00322DD5657}" dt="2026-09-15T18:09:10.523" v="4635" actId="1076"/>
          <ac:spMkLst>
            <pc:docMk/>
            <pc:sldMk cId="2454913960" sldId="736"/>
            <ac:spMk id="20" creationId="{2F09CE46-4535-F304-69E6-A72697027450}"/>
          </ac:spMkLst>
        </pc:spChg>
        <pc:spChg chg="add del">
          <ac:chgData name="Nishiyama, Kazuki 1" userId="c57e64d9-7695-4079-b9fa-694d9782bf04" providerId="ADAL" clId="{2B8D9CB8-99B7-42A4-993E-F00322DD5657}" dt="2026-09-15T17:03:46.956" v="1483" actId="478"/>
          <ac:spMkLst>
            <pc:docMk/>
            <pc:sldMk cId="2454913960" sldId="736"/>
            <ac:spMk id="22" creationId="{AA824BB4-B138-8B2A-DC0D-C365C8F61236}"/>
          </ac:spMkLst>
        </pc:spChg>
        <pc:spChg chg="mod ord">
          <ac:chgData name="Nishiyama, Kazuki 1" userId="c57e64d9-7695-4079-b9fa-694d9782bf04" providerId="ADAL" clId="{2B8D9CB8-99B7-42A4-993E-F00322DD5657}" dt="2026-09-15T16:41:11.231" v="1240"/>
          <ac:spMkLst>
            <pc:docMk/>
            <pc:sldMk cId="2454913960" sldId="736"/>
            <ac:spMk id="23" creationId="{C8435344-B2F6-75C1-C865-E6648AB603D2}"/>
          </ac:spMkLst>
        </pc:spChg>
        <pc:spChg chg="add mod">
          <ac:chgData name="Nishiyama, Kazuki 1" userId="c57e64d9-7695-4079-b9fa-694d9782bf04" providerId="ADAL" clId="{2B8D9CB8-99B7-42A4-993E-F00322DD5657}" dt="2026-09-15T17:04:17.634" v="1493" actId="20577"/>
          <ac:spMkLst>
            <pc:docMk/>
            <pc:sldMk cId="2454913960" sldId="736"/>
            <ac:spMk id="25" creationId="{FEAC458C-8633-0557-E2C3-E2F4FA6423CC}"/>
          </ac:spMkLst>
        </pc:spChg>
        <pc:spChg chg="mod ord">
          <ac:chgData name="Nishiyama, Kazuki 1" userId="c57e64d9-7695-4079-b9fa-694d9782bf04" providerId="ADAL" clId="{2B8D9CB8-99B7-42A4-993E-F00322DD5657}" dt="2026-09-15T16:41:11.225" v="1232"/>
          <ac:spMkLst>
            <pc:docMk/>
            <pc:sldMk cId="2454913960" sldId="736"/>
            <ac:spMk id="27" creationId="{0A8EC00B-DFBF-87B5-1D35-9DCB0170734B}"/>
          </ac:spMkLst>
        </pc:spChg>
        <pc:spChg chg="mod ord">
          <ac:chgData name="Nishiyama, Kazuki 1" userId="c57e64d9-7695-4079-b9fa-694d9782bf04" providerId="ADAL" clId="{2B8D9CB8-99B7-42A4-993E-F00322DD5657}" dt="2026-09-15T16:41:51.203" v="1284" actId="14100"/>
          <ac:spMkLst>
            <pc:docMk/>
            <pc:sldMk cId="2454913960" sldId="736"/>
            <ac:spMk id="28" creationId="{B1467586-2C94-C468-CE74-A107C3F75B98}"/>
          </ac:spMkLst>
        </pc:spChg>
        <pc:spChg chg="add mod">
          <ac:chgData name="Nishiyama, Kazuki 1" userId="c57e64d9-7695-4079-b9fa-694d9782bf04" providerId="ADAL" clId="{2B8D9CB8-99B7-42A4-993E-F00322DD5657}" dt="2026-09-15T17:16:04.009" v="1840" actId="1038"/>
          <ac:spMkLst>
            <pc:docMk/>
            <pc:sldMk cId="2454913960" sldId="736"/>
            <ac:spMk id="29" creationId="{734FD673-34DA-2374-A057-1E36A5AB279D}"/>
          </ac:spMkLst>
        </pc:spChg>
        <pc:spChg chg="add mod">
          <ac:chgData name="Nishiyama, Kazuki 1" userId="c57e64d9-7695-4079-b9fa-694d9782bf04" providerId="ADAL" clId="{2B8D9CB8-99B7-42A4-993E-F00322DD5657}" dt="2026-09-15T17:16:20.207" v="1889" actId="1036"/>
          <ac:spMkLst>
            <pc:docMk/>
            <pc:sldMk cId="2454913960" sldId="736"/>
            <ac:spMk id="31" creationId="{4D6F8E5F-8E91-FB50-4608-1DA09097EE42}"/>
          </ac:spMkLst>
        </pc:spChg>
        <pc:spChg chg="mod ord">
          <ac:chgData name="Nishiyama, Kazuki 1" userId="c57e64d9-7695-4079-b9fa-694d9782bf04" providerId="ADAL" clId="{2B8D9CB8-99B7-42A4-993E-F00322DD5657}" dt="2026-09-15T16:41:11.231" v="1244"/>
          <ac:spMkLst>
            <pc:docMk/>
            <pc:sldMk cId="2454913960" sldId="736"/>
            <ac:spMk id="32" creationId="{F3B932B8-9658-6E36-4C8A-8C6C5B9B5E6F}"/>
          </ac:spMkLst>
        </pc:spChg>
        <pc:spChg chg="add del mod">
          <ac:chgData name="Nishiyama, Kazuki 1" userId="c57e64d9-7695-4079-b9fa-694d9782bf04" providerId="ADAL" clId="{2B8D9CB8-99B7-42A4-993E-F00322DD5657}" dt="2026-09-15T17:15:57.527" v="1831" actId="478"/>
          <ac:spMkLst>
            <pc:docMk/>
            <pc:sldMk cId="2454913960" sldId="736"/>
            <ac:spMk id="34" creationId="{558FE469-F128-C9AE-65C7-A67FD3CA5348}"/>
          </ac:spMkLst>
        </pc:spChg>
        <pc:spChg chg="mod ord topLvl">
          <ac:chgData name="Nishiyama, Kazuki 1" userId="c57e64d9-7695-4079-b9fa-694d9782bf04" providerId="ADAL" clId="{2B8D9CB8-99B7-42A4-993E-F00322DD5657}" dt="2026-09-15T17:03:24.393" v="1480" actId="1076"/>
          <ac:spMkLst>
            <pc:docMk/>
            <pc:sldMk cId="2454913960" sldId="736"/>
            <ac:spMk id="35" creationId="{34923D54-0CD3-F89A-289E-818A10866F97}"/>
          </ac:spMkLst>
        </pc:spChg>
        <pc:spChg chg="del mod topLvl">
          <ac:chgData name="Nishiyama, Kazuki 1" userId="c57e64d9-7695-4079-b9fa-694d9782bf04" providerId="ADAL" clId="{2B8D9CB8-99B7-42A4-993E-F00322DD5657}" dt="2026-09-15T17:04:38.751" v="1499" actId="478"/>
          <ac:spMkLst>
            <pc:docMk/>
            <pc:sldMk cId="2454913960" sldId="736"/>
            <ac:spMk id="36" creationId="{13F3F68B-44E9-F17A-160F-6978EA710869}"/>
          </ac:spMkLst>
        </pc:spChg>
        <pc:spChg chg="del mod topLvl">
          <ac:chgData name="Nishiyama, Kazuki 1" userId="c57e64d9-7695-4079-b9fa-694d9782bf04" providerId="ADAL" clId="{2B8D9CB8-99B7-42A4-993E-F00322DD5657}" dt="2026-09-15T17:04:38.751" v="1499" actId="478"/>
          <ac:spMkLst>
            <pc:docMk/>
            <pc:sldMk cId="2454913960" sldId="736"/>
            <ac:spMk id="37" creationId="{10D4734E-51CC-227C-5EB7-279750EA4387}"/>
          </ac:spMkLst>
        </pc:spChg>
        <pc:spChg chg="del mod ord">
          <ac:chgData name="Nishiyama, Kazuki 1" userId="c57e64d9-7695-4079-b9fa-694d9782bf04" providerId="ADAL" clId="{2B8D9CB8-99B7-42A4-993E-F00322DD5657}" dt="2026-09-15T17:03:29.374" v="1481" actId="478"/>
          <ac:spMkLst>
            <pc:docMk/>
            <pc:sldMk cId="2454913960" sldId="736"/>
            <ac:spMk id="38" creationId="{C4079443-3E68-F635-5E0B-59B697F7BD62}"/>
          </ac:spMkLst>
        </pc:spChg>
        <pc:spChg chg="del mod ord">
          <ac:chgData name="Nishiyama, Kazuki 1" userId="c57e64d9-7695-4079-b9fa-694d9782bf04" providerId="ADAL" clId="{2B8D9CB8-99B7-42A4-993E-F00322DD5657}" dt="2026-09-15T17:03:29.374" v="1481" actId="478"/>
          <ac:spMkLst>
            <pc:docMk/>
            <pc:sldMk cId="2454913960" sldId="736"/>
            <ac:spMk id="39" creationId="{791E96B6-10F4-3CA5-5DD6-ABB9A7E06EDB}"/>
          </ac:spMkLst>
        </pc:spChg>
        <pc:spChg chg="del mod ord">
          <ac:chgData name="Nishiyama, Kazuki 1" userId="c57e64d9-7695-4079-b9fa-694d9782bf04" providerId="ADAL" clId="{2B8D9CB8-99B7-42A4-993E-F00322DD5657}" dt="2026-09-15T17:03:29.374" v="1481" actId="478"/>
          <ac:spMkLst>
            <pc:docMk/>
            <pc:sldMk cId="2454913960" sldId="736"/>
            <ac:spMk id="40" creationId="{229D7635-EAB0-69C7-5D84-B5DDC7BB116B}"/>
          </ac:spMkLst>
        </pc:spChg>
        <pc:spChg chg="del mod ord">
          <ac:chgData name="Nishiyama, Kazuki 1" userId="c57e64d9-7695-4079-b9fa-694d9782bf04" providerId="ADAL" clId="{2B8D9CB8-99B7-42A4-993E-F00322DD5657}" dt="2026-09-15T17:03:29.374" v="1481" actId="478"/>
          <ac:spMkLst>
            <pc:docMk/>
            <pc:sldMk cId="2454913960" sldId="736"/>
            <ac:spMk id="41" creationId="{1E400805-65D1-1828-AAA7-FA14ECB1D717}"/>
          </ac:spMkLst>
        </pc:spChg>
        <pc:spChg chg="mod">
          <ac:chgData name="Nishiyama, Kazuki 1" userId="c57e64d9-7695-4079-b9fa-694d9782bf04" providerId="ADAL" clId="{2B8D9CB8-99B7-42A4-993E-F00322DD5657}" dt="2026-09-15T16:40:33.393" v="1204" actId="164"/>
          <ac:spMkLst>
            <pc:docMk/>
            <pc:sldMk cId="2454913960" sldId="736"/>
            <ac:spMk id="42" creationId="{E20401B9-E7E6-5E3F-F4C6-6D6D4C2F2FA3}"/>
          </ac:spMkLst>
        </pc:spChg>
        <pc:spChg chg="del mod ord">
          <ac:chgData name="Nishiyama, Kazuki 1" userId="c57e64d9-7695-4079-b9fa-694d9782bf04" providerId="ADAL" clId="{2B8D9CB8-99B7-42A4-993E-F00322DD5657}" dt="2026-09-15T16:41:57.405" v="1285" actId="478"/>
          <ac:spMkLst>
            <pc:docMk/>
            <pc:sldMk cId="2454913960" sldId="736"/>
            <ac:spMk id="44" creationId="{9D32366D-3601-0AB6-BAD7-D0DBA8F26DFD}"/>
          </ac:spMkLst>
        </pc:spChg>
        <pc:spChg chg="add mod">
          <ac:chgData name="Nishiyama, Kazuki 1" userId="c57e64d9-7695-4079-b9fa-694d9782bf04" providerId="ADAL" clId="{2B8D9CB8-99B7-42A4-993E-F00322DD5657}" dt="2026-09-15T17:16:13.750" v="1859" actId="1035"/>
          <ac:spMkLst>
            <pc:docMk/>
            <pc:sldMk cId="2454913960" sldId="736"/>
            <ac:spMk id="45" creationId="{5D5CD4AB-BFB3-6C89-49F4-89E23F8A273C}"/>
          </ac:spMkLst>
        </pc:spChg>
        <pc:spChg chg="del mod ord">
          <ac:chgData name="Nishiyama, Kazuki 1" userId="c57e64d9-7695-4079-b9fa-694d9782bf04" providerId="ADAL" clId="{2B8D9CB8-99B7-42A4-993E-F00322DD5657}" dt="2026-09-15T17:04:41.819" v="1500" actId="478"/>
          <ac:spMkLst>
            <pc:docMk/>
            <pc:sldMk cId="2454913960" sldId="736"/>
            <ac:spMk id="46" creationId="{112C200C-E1E0-6166-CAC3-45CE72889DEA}"/>
          </ac:spMkLst>
        </pc:spChg>
        <pc:spChg chg="add mod">
          <ac:chgData name="Nishiyama, Kazuki 1" userId="c57e64d9-7695-4079-b9fa-694d9782bf04" providerId="ADAL" clId="{2B8D9CB8-99B7-42A4-993E-F00322DD5657}" dt="2026-09-15T17:15:48.006" v="1826" actId="20577"/>
          <ac:spMkLst>
            <pc:docMk/>
            <pc:sldMk cId="2454913960" sldId="736"/>
            <ac:spMk id="47" creationId="{76F1697B-6A06-8286-A8E3-0B7527D49D67}"/>
          </ac:spMkLst>
        </pc:spChg>
        <pc:spChg chg="mod topLvl">
          <ac:chgData name="Nishiyama, Kazuki 1" userId="c57e64d9-7695-4079-b9fa-694d9782bf04" providerId="ADAL" clId="{2B8D9CB8-99B7-42A4-993E-F00322DD5657}" dt="2026-09-15T17:04:35.508" v="1498" actId="165"/>
          <ac:spMkLst>
            <pc:docMk/>
            <pc:sldMk cId="2454913960" sldId="736"/>
            <ac:spMk id="64" creationId="{49A9E5F1-7B4D-4089-226D-60BDC40474D2}"/>
          </ac:spMkLst>
        </pc:spChg>
        <pc:spChg chg="mod ord">
          <ac:chgData name="Nishiyama, Kazuki 1" userId="c57e64d9-7695-4079-b9fa-694d9782bf04" providerId="ADAL" clId="{2B8D9CB8-99B7-42A4-993E-F00322DD5657}" dt="2026-09-15T16:41:11.231" v="1272"/>
          <ac:spMkLst>
            <pc:docMk/>
            <pc:sldMk cId="2454913960" sldId="736"/>
            <ac:spMk id="109" creationId="{E44356BB-E60D-1FA2-4FE9-EF363BD201FE}"/>
          </ac:spMkLst>
        </pc:spChg>
        <pc:grpChg chg="add mod ord">
          <ac:chgData name="Nishiyama, Kazuki 1" userId="c57e64d9-7695-4079-b9fa-694d9782bf04" providerId="ADAL" clId="{2B8D9CB8-99B7-42A4-993E-F00322DD5657}" dt="2026-09-15T16:41:11.231" v="1246"/>
          <ac:grpSpMkLst>
            <pc:docMk/>
            <pc:sldMk cId="2454913960" sldId="736"/>
            <ac:grpSpMk id="3" creationId="{A89B47CA-083D-214C-DEC4-7C095F17323C}"/>
          </ac:grpSpMkLst>
        </pc:grpChg>
        <pc:grpChg chg="mod">
          <ac:chgData name="Nishiyama, Kazuki 1" userId="c57e64d9-7695-4079-b9fa-694d9782bf04" providerId="ADAL" clId="{2B8D9CB8-99B7-42A4-993E-F00322DD5657}" dt="2026-09-15T16:40:55.244" v="1214" actId="14100"/>
          <ac:grpSpMkLst>
            <pc:docMk/>
            <pc:sldMk cId="2454913960" sldId="736"/>
            <ac:grpSpMk id="6" creationId="{0B55958C-01B2-7EEE-8FC3-56250B660265}"/>
          </ac:grpSpMkLst>
        </pc:grpChg>
        <pc:grpChg chg="add del mod ord">
          <ac:chgData name="Nishiyama, Kazuki 1" userId="c57e64d9-7695-4079-b9fa-694d9782bf04" providerId="ADAL" clId="{2B8D9CB8-99B7-42A4-993E-F00322DD5657}" dt="2026-09-15T17:04:35.508" v="1498" actId="165"/>
          <ac:grpSpMkLst>
            <pc:docMk/>
            <pc:sldMk cId="2454913960" sldId="736"/>
            <ac:grpSpMk id="7" creationId="{D620B260-D940-395F-D2C3-0E2E027E4303}"/>
          </ac:grpSpMkLst>
        </pc:grpChg>
        <pc:graphicFrameChg chg="mod">
          <ac:chgData name="Nishiyama, Kazuki 1" userId="c57e64d9-7695-4079-b9fa-694d9782bf04" providerId="ADAL" clId="{2B8D9CB8-99B7-42A4-993E-F00322DD5657}" dt="2026-09-15T16:41:11.231" v="1274"/>
          <ac:graphicFrameMkLst>
            <pc:docMk/>
            <pc:sldMk cId="2454913960" sldId="736"/>
            <ac:graphicFrameMk id="54" creationId="{BC84A662-D96F-0446-BFB0-30307E6A8E81}"/>
          </ac:graphicFrameMkLst>
        </pc:graphicFrameChg>
        <pc:picChg chg="mod ord">
          <ac:chgData name="Nishiyama, Kazuki 1" userId="c57e64d9-7695-4079-b9fa-694d9782bf04" providerId="ADAL" clId="{2B8D9CB8-99B7-42A4-993E-F00322DD5657}" dt="2026-09-15T16:41:47.666" v="1283" actId="14100"/>
          <ac:picMkLst>
            <pc:docMk/>
            <pc:sldMk cId="2454913960" sldId="736"/>
            <ac:picMk id="9" creationId="{3D667BE6-DA24-BD31-5330-9D04986A44A3}"/>
          </ac:picMkLst>
        </pc:picChg>
        <pc:picChg chg="mod">
          <ac:chgData name="Nishiyama, Kazuki 1" userId="c57e64d9-7695-4079-b9fa-694d9782bf04" providerId="ADAL" clId="{2B8D9CB8-99B7-42A4-993E-F00322DD5657}" dt="2026-09-15T16:40:33.393" v="1204" actId="164"/>
          <ac:picMkLst>
            <pc:docMk/>
            <pc:sldMk cId="2454913960" sldId="736"/>
            <ac:picMk id="48" creationId="{6D8F19D3-DD4C-7132-E18C-636B8D73E3D8}"/>
          </ac:picMkLst>
        </pc:picChg>
        <pc:picChg chg="mod topLvl">
          <ac:chgData name="Nishiyama, Kazuki 1" userId="c57e64d9-7695-4079-b9fa-694d9782bf04" providerId="ADAL" clId="{2B8D9CB8-99B7-42A4-993E-F00322DD5657}" dt="2026-09-15T17:04:35.508" v="1498" actId="165"/>
          <ac:picMkLst>
            <pc:docMk/>
            <pc:sldMk cId="2454913960" sldId="736"/>
            <ac:picMk id="52" creationId="{4D65A99C-0362-5AA9-E0BC-D6BE12C65623}"/>
          </ac:picMkLst>
        </pc:picChg>
        <pc:picChg chg="mod topLvl">
          <ac:chgData name="Nishiyama, Kazuki 1" userId="c57e64d9-7695-4079-b9fa-694d9782bf04" providerId="ADAL" clId="{2B8D9CB8-99B7-42A4-993E-F00322DD5657}" dt="2026-09-15T17:04:35.508" v="1498" actId="165"/>
          <ac:picMkLst>
            <pc:docMk/>
            <pc:sldMk cId="2454913960" sldId="736"/>
            <ac:picMk id="55" creationId="{4E5D766F-4C34-4569-9076-534E2679A9E6}"/>
          </ac:picMkLst>
        </pc:picChg>
        <pc:picChg chg="mod topLvl">
          <ac:chgData name="Nishiyama, Kazuki 1" userId="c57e64d9-7695-4079-b9fa-694d9782bf04" providerId="ADAL" clId="{2B8D9CB8-99B7-42A4-993E-F00322DD5657}" dt="2026-09-15T17:04:35.508" v="1498" actId="165"/>
          <ac:picMkLst>
            <pc:docMk/>
            <pc:sldMk cId="2454913960" sldId="736"/>
            <ac:picMk id="57" creationId="{3C72AA61-69E2-93FC-C584-120BA015BF4C}"/>
          </ac:picMkLst>
        </pc:picChg>
        <pc:picChg chg="mod topLvl">
          <ac:chgData name="Nishiyama, Kazuki 1" userId="c57e64d9-7695-4079-b9fa-694d9782bf04" providerId="ADAL" clId="{2B8D9CB8-99B7-42A4-993E-F00322DD5657}" dt="2026-09-15T17:04:35.508" v="1498" actId="165"/>
          <ac:picMkLst>
            <pc:docMk/>
            <pc:sldMk cId="2454913960" sldId="736"/>
            <ac:picMk id="62" creationId="{C1F96C19-62F5-9C33-C99E-7494F6C49047}"/>
          </ac:picMkLst>
        </pc:picChg>
        <pc:cxnChg chg="mod">
          <ac:chgData name="Nishiyama, Kazuki 1" userId="c57e64d9-7695-4079-b9fa-694d9782bf04" providerId="ADAL" clId="{2B8D9CB8-99B7-42A4-993E-F00322DD5657}" dt="2026-09-15T16:40:48.558" v="1211" actId="14100"/>
          <ac:cxnSpMkLst>
            <pc:docMk/>
            <pc:sldMk cId="2454913960" sldId="736"/>
            <ac:cxnSpMk id="68" creationId="{DEFA80B4-3584-8368-8346-27C2643B7204}"/>
          </ac:cxnSpMkLst>
        </pc:cxnChg>
      </pc:sldChg>
      <pc:sldChg chg="addSp delSp modSp mod">
        <pc:chgData name="Nishiyama, Kazuki 1" userId="c57e64d9-7695-4079-b9fa-694d9782bf04" providerId="ADAL" clId="{2B8D9CB8-99B7-42A4-993E-F00322DD5657}" dt="2026-09-16T03:03:25.089" v="5441" actId="1037"/>
        <pc:sldMkLst>
          <pc:docMk/>
          <pc:sldMk cId="1796937227" sldId="737"/>
        </pc:sldMkLst>
        <pc:spChg chg="mod">
          <ac:chgData name="Nishiyama, Kazuki 1" userId="c57e64d9-7695-4079-b9fa-694d9782bf04" providerId="ADAL" clId="{2B8D9CB8-99B7-42A4-993E-F00322DD5657}" dt="2026-09-15T17:07:36.238" v="1541" actId="14100"/>
          <ac:spMkLst>
            <pc:docMk/>
            <pc:sldMk cId="1796937227" sldId="737"/>
            <ac:spMk id="7" creationId="{CD4AE30E-3859-0896-405D-2636F45D333B}"/>
          </ac:spMkLst>
        </pc:spChg>
        <pc:spChg chg="add mod">
          <ac:chgData name="Nishiyama, Kazuki 1" userId="c57e64d9-7695-4079-b9fa-694d9782bf04" providerId="ADAL" clId="{2B8D9CB8-99B7-42A4-993E-F00322DD5657}" dt="2026-09-15T17:08:23.126" v="1549" actId="20577"/>
          <ac:spMkLst>
            <pc:docMk/>
            <pc:sldMk cId="1796937227" sldId="737"/>
            <ac:spMk id="8" creationId="{7B0BE2D6-5DAF-E1E1-CA9F-DD6DA1C87D56}"/>
          </ac:spMkLst>
        </pc:spChg>
        <pc:spChg chg="mod">
          <ac:chgData name="Nishiyama, Kazuki 1" userId="c57e64d9-7695-4079-b9fa-694d9782bf04" providerId="ADAL" clId="{2B8D9CB8-99B7-42A4-993E-F00322DD5657}" dt="2026-09-16T03:03:25.089" v="5441" actId="1037"/>
          <ac:spMkLst>
            <pc:docMk/>
            <pc:sldMk cId="1796937227" sldId="737"/>
            <ac:spMk id="9" creationId="{DC4D074A-CD6C-B983-5D3C-AF52C7062538}"/>
          </ac:spMkLst>
        </pc:spChg>
        <pc:spChg chg="del">
          <ac:chgData name="Nishiyama, Kazuki 1" userId="c57e64d9-7695-4079-b9fa-694d9782bf04" providerId="ADAL" clId="{2B8D9CB8-99B7-42A4-993E-F00322DD5657}" dt="2026-09-15T17:08:54.005" v="1629" actId="478"/>
          <ac:spMkLst>
            <pc:docMk/>
            <pc:sldMk cId="1796937227" sldId="737"/>
            <ac:spMk id="11" creationId="{C3BC452B-71C2-855F-C1BA-7DA349C769DF}"/>
          </ac:spMkLst>
        </pc:spChg>
        <pc:spChg chg="mod">
          <ac:chgData name="Nishiyama, Kazuki 1" userId="c57e64d9-7695-4079-b9fa-694d9782bf04" providerId="ADAL" clId="{2B8D9CB8-99B7-42A4-993E-F00322DD5657}" dt="2026-09-15T17:07:33.067" v="1540" actId="14100"/>
          <ac:spMkLst>
            <pc:docMk/>
            <pc:sldMk cId="1796937227" sldId="737"/>
            <ac:spMk id="12" creationId="{3C4A2FF4-7690-72A6-5B3C-008383D0C302}"/>
          </ac:spMkLst>
        </pc:spChg>
        <pc:spChg chg="mod">
          <ac:chgData name="Nishiyama, Kazuki 1" userId="c57e64d9-7695-4079-b9fa-694d9782bf04" providerId="ADAL" clId="{2B8D9CB8-99B7-42A4-993E-F00322DD5657}" dt="2026-09-15T18:22:11.308" v="4804" actId="20577"/>
          <ac:spMkLst>
            <pc:docMk/>
            <pc:sldMk cId="1796937227" sldId="737"/>
            <ac:spMk id="13" creationId="{3D574525-8367-DDD9-02F4-07BC041FE659}"/>
          </ac:spMkLst>
        </pc:spChg>
        <pc:spChg chg="del">
          <ac:chgData name="Nishiyama, Kazuki 1" userId="c57e64d9-7695-4079-b9fa-694d9782bf04" providerId="ADAL" clId="{2B8D9CB8-99B7-42A4-993E-F00322DD5657}" dt="2026-09-15T17:07:11.714" v="1517" actId="478"/>
          <ac:spMkLst>
            <pc:docMk/>
            <pc:sldMk cId="1796937227" sldId="737"/>
            <ac:spMk id="15" creationId="{5F7B5133-AFCB-8540-39FF-B82B3EE9E6F5}"/>
          </ac:spMkLst>
        </pc:spChg>
        <pc:spChg chg="add mod">
          <ac:chgData name="Nishiyama, Kazuki 1" userId="c57e64d9-7695-4079-b9fa-694d9782bf04" providerId="ADAL" clId="{2B8D9CB8-99B7-42A4-993E-F00322DD5657}" dt="2026-09-15T17:08:49.767" v="1628" actId="1035"/>
          <ac:spMkLst>
            <pc:docMk/>
            <pc:sldMk cId="1796937227" sldId="737"/>
            <ac:spMk id="16" creationId="{CFB91707-38BA-28B7-9B3D-6DBF5D64D2DA}"/>
          </ac:spMkLst>
        </pc:spChg>
        <pc:spChg chg="del">
          <ac:chgData name="Nishiyama, Kazuki 1" userId="c57e64d9-7695-4079-b9fa-694d9782bf04" providerId="ADAL" clId="{2B8D9CB8-99B7-42A4-993E-F00322DD5657}" dt="2026-09-15T17:07:11.714" v="1517" actId="478"/>
          <ac:spMkLst>
            <pc:docMk/>
            <pc:sldMk cId="1796937227" sldId="737"/>
            <ac:spMk id="18" creationId="{437622EB-307C-9ECF-A6FB-93539FD695CF}"/>
          </ac:spMkLst>
        </pc:spChg>
        <pc:spChg chg="mod">
          <ac:chgData name="Nishiyama, Kazuki 1" userId="c57e64d9-7695-4079-b9fa-694d9782bf04" providerId="ADAL" clId="{2B8D9CB8-99B7-42A4-993E-F00322DD5657}" dt="2026-09-15T17:07:16.781" v="1518" actId="164"/>
          <ac:spMkLst>
            <pc:docMk/>
            <pc:sldMk cId="1796937227" sldId="737"/>
            <ac:spMk id="19" creationId="{C230EDE9-BF2C-B585-1642-2B9B5B62FAF4}"/>
          </ac:spMkLst>
        </pc:spChg>
        <pc:spChg chg="mod">
          <ac:chgData name="Nishiyama, Kazuki 1" userId="c57e64d9-7695-4079-b9fa-694d9782bf04" providerId="ADAL" clId="{2B8D9CB8-99B7-42A4-993E-F00322DD5657}" dt="2026-09-15T17:07:16.781" v="1518" actId="164"/>
          <ac:spMkLst>
            <pc:docMk/>
            <pc:sldMk cId="1796937227" sldId="737"/>
            <ac:spMk id="21" creationId="{25DAFC44-7E65-94EE-4DC3-98C896A58FA0}"/>
          </ac:spMkLst>
        </pc:spChg>
        <pc:spChg chg="del">
          <ac:chgData name="Nishiyama, Kazuki 1" userId="c57e64d9-7695-4079-b9fa-694d9782bf04" providerId="ADAL" clId="{2B8D9CB8-99B7-42A4-993E-F00322DD5657}" dt="2026-09-15T17:07:11.714" v="1517" actId="478"/>
          <ac:spMkLst>
            <pc:docMk/>
            <pc:sldMk cId="1796937227" sldId="737"/>
            <ac:spMk id="22" creationId="{C0C635C8-4460-70EA-ECE5-265BF1CA755C}"/>
          </ac:spMkLst>
        </pc:spChg>
        <pc:spChg chg="mod">
          <ac:chgData name="Nishiyama, Kazuki 1" userId="c57e64d9-7695-4079-b9fa-694d9782bf04" providerId="ADAL" clId="{2B8D9CB8-99B7-42A4-993E-F00322DD5657}" dt="2026-09-15T17:07:16.781" v="1518" actId="164"/>
          <ac:spMkLst>
            <pc:docMk/>
            <pc:sldMk cId="1796937227" sldId="737"/>
            <ac:spMk id="23" creationId="{B93B2C6E-DEEF-5C4E-8CD2-58E92E200039}"/>
          </ac:spMkLst>
        </pc:spChg>
        <pc:spChg chg="del">
          <ac:chgData name="Nishiyama, Kazuki 1" userId="c57e64d9-7695-4079-b9fa-694d9782bf04" providerId="ADAL" clId="{2B8D9CB8-99B7-42A4-993E-F00322DD5657}" dt="2026-09-15T17:08:14.007" v="1544" actId="478"/>
          <ac:spMkLst>
            <pc:docMk/>
            <pc:sldMk cId="1796937227" sldId="737"/>
            <ac:spMk id="24" creationId="{6908D14D-14EB-E5B2-A4A0-35736606B232}"/>
          </ac:spMkLst>
        </pc:spChg>
        <pc:spChg chg="add mod">
          <ac:chgData name="Nishiyama, Kazuki 1" userId="c57e64d9-7695-4079-b9fa-694d9782bf04" providerId="ADAL" clId="{2B8D9CB8-99B7-42A4-993E-F00322DD5657}" dt="2026-09-15T17:10:04.904" v="1669" actId="1036"/>
          <ac:spMkLst>
            <pc:docMk/>
            <pc:sldMk cId="1796937227" sldId="737"/>
            <ac:spMk id="25" creationId="{93D59C21-FB94-FB61-0C1E-6655FE13D343}"/>
          </ac:spMkLst>
        </pc:spChg>
        <pc:spChg chg="mod">
          <ac:chgData name="Nishiyama, Kazuki 1" userId="c57e64d9-7695-4079-b9fa-694d9782bf04" providerId="ADAL" clId="{2B8D9CB8-99B7-42A4-993E-F00322DD5657}" dt="2026-09-15T17:07:16.781" v="1518" actId="164"/>
          <ac:spMkLst>
            <pc:docMk/>
            <pc:sldMk cId="1796937227" sldId="737"/>
            <ac:spMk id="26" creationId="{D987F619-01C3-8C10-B182-B866498EE0C4}"/>
          </ac:spMkLst>
        </pc:spChg>
        <pc:spChg chg="mod">
          <ac:chgData name="Nishiyama, Kazuki 1" userId="c57e64d9-7695-4079-b9fa-694d9782bf04" providerId="ADAL" clId="{2B8D9CB8-99B7-42A4-993E-F00322DD5657}" dt="2026-09-15T04:56:04.084" v="13"/>
          <ac:spMkLst>
            <pc:docMk/>
            <pc:sldMk cId="1796937227" sldId="737"/>
            <ac:spMk id="27" creationId="{F68DC111-C544-6D8C-30A2-850B57962555}"/>
          </ac:spMkLst>
        </pc:spChg>
        <pc:spChg chg="del">
          <ac:chgData name="Nishiyama, Kazuki 1" userId="c57e64d9-7695-4079-b9fa-694d9782bf04" providerId="ADAL" clId="{2B8D9CB8-99B7-42A4-993E-F00322DD5657}" dt="2026-09-15T17:08:14.007" v="1544" actId="478"/>
          <ac:spMkLst>
            <pc:docMk/>
            <pc:sldMk cId="1796937227" sldId="737"/>
            <ac:spMk id="29" creationId="{2603235F-50F9-C379-18B8-73EC2591EBAA}"/>
          </ac:spMkLst>
        </pc:spChg>
        <pc:spChg chg="del">
          <ac:chgData name="Nishiyama, Kazuki 1" userId="c57e64d9-7695-4079-b9fa-694d9782bf04" providerId="ADAL" clId="{2B8D9CB8-99B7-42A4-993E-F00322DD5657}" dt="2026-09-15T17:08:14.007" v="1544" actId="478"/>
          <ac:spMkLst>
            <pc:docMk/>
            <pc:sldMk cId="1796937227" sldId="737"/>
            <ac:spMk id="30" creationId="{2570A547-9D2E-68B7-292F-4203200D4732}"/>
          </ac:spMkLst>
        </pc:spChg>
        <pc:spChg chg="del">
          <ac:chgData name="Nishiyama, Kazuki 1" userId="c57e64d9-7695-4079-b9fa-694d9782bf04" providerId="ADAL" clId="{2B8D9CB8-99B7-42A4-993E-F00322DD5657}" dt="2026-09-15T17:08:14.007" v="1544" actId="478"/>
          <ac:spMkLst>
            <pc:docMk/>
            <pc:sldMk cId="1796937227" sldId="737"/>
            <ac:spMk id="31" creationId="{B5EC5C8C-0009-0211-299E-82363E8908CF}"/>
          </ac:spMkLst>
        </pc:spChg>
        <pc:spChg chg="mod">
          <ac:chgData name="Nishiyama, Kazuki 1" userId="c57e64d9-7695-4079-b9fa-694d9782bf04" providerId="ADAL" clId="{2B8D9CB8-99B7-42A4-993E-F00322DD5657}" dt="2026-09-16T02:58:33.453" v="5425" actId="3064"/>
          <ac:spMkLst>
            <pc:docMk/>
            <pc:sldMk cId="1796937227" sldId="737"/>
            <ac:spMk id="32" creationId="{CCDC4D03-7651-9634-66B6-1A4F238081C2}"/>
          </ac:spMkLst>
        </pc:spChg>
        <pc:spChg chg="add mod">
          <ac:chgData name="Nishiyama, Kazuki 1" userId="c57e64d9-7695-4079-b9fa-694d9782bf04" providerId="ADAL" clId="{2B8D9CB8-99B7-42A4-993E-F00322DD5657}" dt="2026-09-15T17:11:18.599" v="1740" actId="1035"/>
          <ac:spMkLst>
            <pc:docMk/>
            <pc:sldMk cId="1796937227" sldId="737"/>
            <ac:spMk id="33" creationId="{51712AB3-9E78-8ED9-472F-E0F5E6B22A02}"/>
          </ac:spMkLst>
        </pc:spChg>
        <pc:spChg chg="add mod">
          <ac:chgData name="Nishiyama, Kazuki 1" userId="c57e64d9-7695-4079-b9fa-694d9782bf04" providerId="ADAL" clId="{2B8D9CB8-99B7-42A4-993E-F00322DD5657}" dt="2026-09-15T17:09:01.391" v="1631" actId="571"/>
          <ac:spMkLst>
            <pc:docMk/>
            <pc:sldMk cId="1796937227" sldId="737"/>
            <ac:spMk id="34" creationId="{68C50311-5B92-8483-AFFD-8095FFBF215C}"/>
          </ac:spMkLst>
        </pc:spChg>
        <pc:spChg chg="add mod">
          <ac:chgData name="Nishiyama, Kazuki 1" userId="c57e64d9-7695-4079-b9fa-694d9782bf04" providerId="ADAL" clId="{2B8D9CB8-99B7-42A4-993E-F00322DD5657}" dt="2026-09-15T17:09:01.391" v="1631" actId="571"/>
          <ac:spMkLst>
            <pc:docMk/>
            <pc:sldMk cId="1796937227" sldId="737"/>
            <ac:spMk id="35" creationId="{32842289-9811-F7F8-4B04-ABEBF744BB18}"/>
          </ac:spMkLst>
        </pc:spChg>
        <pc:spChg chg="add mod">
          <ac:chgData name="Nishiyama, Kazuki 1" userId="c57e64d9-7695-4079-b9fa-694d9782bf04" providerId="ADAL" clId="{2B8D9CB8-99B7-42A4-993E-F00322DD5657}" dt="2026-09-15T17:09:10.751" v="1646" actId="1035"/>
          <ac:spMkLst>
            <pc:docMk/>
            <pc:sldMk cId="1796937227" sldId="737"/>
            <ac:spMk id="36" creationId="{C7101DE4-25D8-96ED-7800-D4F7C230A653}"/>
          </ac:spMkLst>
        </pc:spChg>
        <pc:spChg chg="add mod">
          <ac:chgData name="Nishiyama, Kazuki 1" userId="c57e64d9-7695-4079-b9fa-694d9782bf04" providerId="ADAL" clId="{2B8D9CB8-99B7-42A4-993E-F00322DD5657}" dt="2026-09-15T17:09:21.149" v="1647" actId="1076"/>
          <ac:spMkLst>
            <pc:docMk/>
            <pc:sldMk cId="1796937227" sldId="737"/>
            <ac:spMk id="37" creationId="{F61F0E81-8404-E6C2-3043-5E19DE9F1503}"/>
          </ac:spMkLst>
        </pc:spChg>
        <pc:spChg chg="add mod">
          <ac:chgData name="Nishiyama, Kazuki 1" userId="c57e64d9-7695-4079-b9fa-694d9782bf04" providerId="ADAL" clId="{2B8D9CB8-99B7-42A4-993E-F00322DD5657}" dt="2026-09-15T17:09:26.455" v="1648" actId="1076"/>
          <ac:spMkLst>
            <pc:docMk/>
            <pc:sldMk cId="1796937227" sldId="737"/>
            <ac:spMk id="39" creationId="{77431E6C-4DC0-A7F2-A3B3-08B3FB7F0AE0}"/>
          </ac:spMkLst>
        </pc:spChg>
        <pc:spChg chg="add mod">
          <ac:chgData name="Nishiyama, Kazuki 1" userId="c57e64d9-7695-4079-b9fa-694d9782bf04" providerId="ADAL" clId="{2B8D9CB8-99B7-42A4-993E-F00322DD5657}" dt="2026-09-15T17:09:30.662" v="1656" actId="1036"/>
          <ac:spMkLst>
            <pc:docMk/>
            <pc:sldMk cId="1796937227" sldId="737"/>
            <ac:spMk id="40" creationId="{208DC7F5-D0B1-3EE7-63F1-F7782682B81D}"/>
          </ac:spMkLst>
        </pc:spChg>
        <pc:grpChg chg="add mod">
          <ac:chgData name="Nishiyama, Kazuki 1" userId="c57e64d9-7695-4079-b9fa-694d9782bf04" providerId="ADAL" clId="{2B8D9CB8-99B7-42A4-993E-F00322DD5657}" dt="2026-09-15T17:07:28.116" v="1539" actId="1036"/>
          <ac:grpSpMkLst>
            <pc:docMk/>
            <pc:sldMk cId="1796937227" sldId="737"/>
            <ac:grpSpMk id="2" creationId="{0245AFB0-7570-8705-9EE4-C0F755D235D1}"/>
          </ac:grpSpMkLst>
        </pc:grpChg>
        <pc:picChg chg="mod">
          <ac:chgData name="Nishiyama, Kazuki 1" userId="c57e64d9-7695-4079-b9fa-694d9782bf04" providerId="ADAL" clId="{2B8D9CB8-99B7-42A4-993E-F00322DD5657}" dt="2026-09-15T17:07:16.781" v="1518" actId="164"/>
          <ac:picMkLst>
            <pc:docMk/>
            <pc:sldMk cId="1796937227" sldId="737"/>
            <ac:picMk id="4" creationId="{71EA127F-A77F-48C0-5331-E439A34D7D9A}"/>
          </ac:picMkLst>
        </pc:picChg>
        <pc:picChg chg="mod">
          <ac:chgData name="Nishiyama, Kazuki 1" userId="c57e64d9-7695-4079-b9fa-694d9782bf04" providerId="ADAL" clId="{2B8D9CB8-99B7-42A4-993E-F00322DD5657}" dt="2026-09-15T17:07:16.781" v="1518" actId="164"/>
          <ac:picMkLst>
            <pc:docMk/>
            <pc:sldMk cId="1796937227" sldId="737"/>
            <ac:picMk id="14" creationId="{9828F7F7-C260-969E-E777-D41EDFE24DD8}"/>
          </ac:picMkLst>
        </pc:picChg>
        <pc:picChg chg="mod">
          <ac:chgData name="Nishiyama, Kazuki 1" userId="c57e64d9-7695-4079-b9fa-694d9782bf04" providerId="ADAL" clId="{2B8D9CB8-99B7-42A4-993E-F00322DD5657}" dt="2026-09-15T17:07:16.781" v="1518" actId="164"/>
          <ac:picMkLst>
            <pc:docMk/>
            <pc:sldMk cId="1796937227" sldId="737"/>
            <ac:picMk id="20" creationId="{FA04F9C2-41D2-2FA0-0399-CC19BA691F82}"/>
          </ac:picMkLst>
        </pc:picChg>
        <pc:cxnChg chg="mod">
          <ac:chgData name="Nishiyama, Kazuki 1" userId="c57e64d9-7695-4079-b9fa-694d9782bf04" providerId="ADAL" clId="{2B8D9CB8-99B7-42A4-993E-F00322DD5657}" dt="2026-09-15T17:07:16.781" v="1518" actId="164"/>
          <ac:cxnSpMkLst>
            <pc:docMk/>
            <pc:sldMk cId="1796937227" sldId="737"/>
            <ac:cxnSpMk id="38" creationId="{72A4416E-93D2-9636-5D9B-52E778E77D6D}"/>
          </ac:cxnSpMkLst>
        </pc:cxnChg>
      </pc:sldChg>
      <pc:sldChg chg="del">
        <pc:chgData name="Nishiyama, Kazuki 1" userId="c57e64d9-7695-4079-b9fa-694d9782bf04" providerId="ADAL" clId="{2B8D9CB8-99B7-42A4-993E-F00322DD5657}" dt="2026-09-15T15:46:30.045" v="70" actId="47"/>
        <pc:sldMkLst>
          <pc:docMk/>
          <pc:sldMk cId="3458954185" sldId="738"/>
        </pc:sldMkLst>
      </pc:sldChg>
      <pc:sldChg chg="addSp delSp modSp mod">
        <pc:chgData name="Nishiyama, Kazuki 1" userId="c57e64d9-7695-4079-b9fa-694d9782bf04" providerId="ADAL" clId="{2B8D9CB8-99B7-42A4-993E-F00322DD5657}" dt="2026-09-16T02:59:24.935" v="5433" actId="242"/>
        <pc:sldMkLst>
          <pc:docMk/>
          <pc:sldMk cId="2837974170" sldId="739"/>
        </pc:sldMkLst>
        <pc:spChg chg="add mod">
          <ac:chgData name="Nishiyama, Kazuki 1" userId="c57e64d9-7695-4079-b9fa-694d9782bf04" providerId="ADAL" clId="{2B8D9CB8-99B7-42A4-993E-F00322DD5657}" dt="2026-09-15T16:54:47.320" v="1388" actId="20577"/>
          <ac:spMkLst>
            <pc:docMk/>
            <pc:sldMk cId="2837974170" sldId="739"/>
            <ac:spMk id="4" creationId="{1821DCA5-9A87-BB96-0290-B3FC968F8643}"/>
          </ac:spMkLst>
        </pc:spChg>
        <pc:spChg chg="mod">
          <ac:chgData name="Nishiyama, Kazuki 1" userId="c57e64d9-7695-4079-b9fa-694d9782bf04" providerId="ADAL" clId="{2B8D9CB8-99B7-42A4-993E-F00322DD5657}" dt="2026-09-15T16:16:26.174" v="749" actId="14100"/>
          <ac:spMkLst>
            <pc:docMk/>
            <pc:sldMk cId="2837974170" sldId="739"/>
            <ac:spMk id="7" creationId="{4FC7BB59-365B-D701-638D-5068C274E5D5}"/>
          </ac:spMkLst>
        </pc:spChg>
        <pc:spChg chg="add mod">
          <ac:chgData name="Nishiyama, Kazuki 1" userId="c57e64d9-7695-4079-b9fa-694d9782bf04" providerId="ADAL" clId="{2B8D9CB8-99B7-42A4-993E-F00322DD5657}" dt="2026-09-15T16:54:52.260" v="1390" actId="20577"/>
          <ac:spMkLst>
            <pc:docMk/>
            <pc:sldMk cId="2837974170" sldId="739"/>
            <ac:spMk id="8" creationId="{B4247F98-3DB7-7893-BEFC-8572AF65EE73}"/>
          </ac:spMkLst>
        </pc:spChg>
        <pc:spChg chg="mod">
          <ac:chgData name="Nishiyama, Kazuki 1" userId="c57e64d9-7695-4079-b9fa-694d9782bf04" providerId="ADAL" clId="{2B8D9CB8-99B7-42A4-993E-F00322DD5657}" dt="2026-09-15T17:46:01.805" v="3515" actId="20577"/>
          <ac:spMkLst>
            <pc:docMk/>
            <pc:sldMk cId="2837974170" sldId="739"/>
            <ac:spMk id="13" creationId="{15975B33-B0F0-78EF-112F-AA553752D535}"/>
          </ac:spMkLst>
        </pc:spChg>
        <pc:spChg chg="mod">
          <ac:chgData name="Nishiyama, Kazuki 1" userId="c57e64d9-7695-4079-b9fa-694d9782bf04" providerId="ADAL" clId="{2B8D9CB8-99B7-42A4-993E-F00322DD5657}" dt="2026-09-16T02:59:24.935" v="5433" actId="242"/>
          <ac:spMkLst>
            <pc:docMk/>
            <pc:sldMk cId="2837974170" sldId="739"/>
            <ac:spMk id="15" creationId="{57F7B6A5-F889-E834-9AEA-AB8C982C518F}"/>
          </ac:spMkLst>
        </pc:spChg>
        <pc:spChg chg="mod">
          <ac:chgData name="Nishiyama, Kazuki 1" userId="c57e64d9-7695-4079-b9fa-694d9782bf04" providerId="ADAL" clId="{2B8D9CB8-99B7-42A4-993E-F00322DD5657}" dt="2026-09-15T16:16:26.174" v="749" actId="14100"/>
          <ac:spMkLst>
            <pc:docMk/>
            <pc:sldMk cId="2837974170" sldId="739"/>
            <ac:spMk id="16" creationId="{63D979A5-2378-A0D8-81B8-23AC7DB12155}"/>
          </ac:spMkLst>
        </pc:spChg>
        <pc:spChg chg="add mod">
          <ac:chgData name="Nishiyama, Kazuki 1" userId="c57e64d9-7695-4079-b9fa-694d9782bf04" providerId="ADAL" clId="{2B8D9CB8-99B7-42A4-993E-F00322DD5657}" dt="2026-09-15T17:41:30.773" v="3143" actId="1036"/>
          <ac:spMkLst>
            <pc:docMk/>
            <pc:sldMk cId="2837974170" sldId="739"/>
            <ac:spMk id="18" creationId="{CE81A39C-3CF9-94E2-F2C5-AE339388C183}"/>
          </ac:spMkLst>
        </pc:spChg>
        <pc:spChg chg="del">
          <ac:chgData name="Nishiyama, Kazuki 1" userId="c57e64d9-7695-4079-b9fa-694d9782bf04" providerId="ADAL" clId="{2B8D9CB8-99B7-42A4-993E-F00322DD5657}" dt="2026-09-15T16:17:58.964" v="779" actId="478"/>
          <ac:spMkLst>
            <pc:docMk/>
            <pc:sldMk cId="2837974170" sldId="739"/>
            <ac:spMk id="20" creationId="{89C7E3DD-FA52-754E-F81D-8C5F761F0678}"/>
          </ac:spMkLst>
        </pc:spChg>
        <pc:spChg chg="add mod">
          <ac:chgData name="Nishiyama, Kazuki 1" userId="c57e64d9-7695-4079-b9fa-694d9782bf04" providerId="ADAL" clId="{2B8D9CB8-99B7-42A4-993E-F00322DD5657}" dt="2026-09-15T17:38:28.875" v="3126" actId="1035"/>
          <ac:spMkLst>
            <pc:docMk/>
            <pc:sldMk cId="2837974170" sldId="739"/>
            <ac:spMk id="21" creationId="{736C518B-F1F3-0E12-87EE-6683686AD31E}"/>
          </ac:spMkLst>
        </pc:spChg>
        <pc:spChg chg="del">
          <ac:chgData name="Nishiyama, Kazuki 1" userId="c57e64d9-7695-4079-b9fa-694d9782bf04" providerId="ADAL" clId="{2B8D9CB8-99B7-42A4-993E-F00322DD5657}" dt="2026-09-15T16:17:58.964" v="779" actId="478"/>
          <ac:spMkLst>
            <pc:docMk/>
            <pc:sldMk cId="2837974170" sldId="739"/>
            <ac:spMk id="22" creationId="{E7507A72-A01F-2E74-CC77-618C482019E3}"/>
          </ac:spMkLst>
        </pc:spChg>
        <pc:spChg chg="add del mod">
          <ac:chgData name="Nishiyama, Kazuki 1" userId="c57e64d9-7695-4079-b9fa-694d9782bf04" providerId="ADAL" clId="{2B8D9CB8-99B7-42A4-993E-F00322DD5657}" dt="2026-09-15T16:38:03.665" v="1177" actId="478"/>
          <ac:spMkLst>
            <pc:docMk/>
            <pc:sldMk cId="2837974170" sldId="739"/>
            <ac:spMk id="23" creationId="{37A8CA79-9C53-7AA5-A243-4D2EEBF23B2D}"/>
          </ac:spMkLst>
        </pc:spChg>
        <pc:spChg chg="del">
          <ac:chgData name="Nishiyama, Kazuki 1" userId="c57e64d9-7695-4079-b9fa-694d9782bf04" providerId="ADAL" clId="{2B8D9CB8-99B7-42A4-993E-F00322DD5657}" dt="2026-09-15T16:18:44.515" v="793" actId="478"/>
          <ac:spMkLst>
            <pc:docMk/>
            <pc:sldMk cId="2837974170" sldId="739"/>
            <ac:spMk id="24" creationId="{CB43E051-BF30-5CF5-9D3C-5D92C0C49FC6}"/>
          </ac:spMkLst>
        </pc:spChg>
        <pc:spChg chg="add mod">
          <ac:chgData name="Nishiyama, Kazuki 1" userId="c57e64d9-7695-4079-b9fa-694d9782bf04" providerId="ADAL" clId="{2B8D9CB8-99B7-42A4-993E-F00322DD5657}" dt="2026-09-15T16:54:41.537" v="1384" actId="20577"/>
          <ac:spMkLst>
            <pc:docMk/>
            <pc:sldMk cId="2837974170" sldId="739"/>
            <ac:spMk id="25" creationId="{7ADBC612-E638-8218-7C95-D403C0EED1EB}"/>
          </ac:spMkLst>
        </pc:spChg>
        <pc:spChg chg="del">
          <ac:chgData name="Nishiyama, Kazuki 1" userId="c57e64d9-7695-4079-b9fa-694d9782bf04" providerId="ADAL" clId="{2B8D9CB8-99B7-42A4-993E-F00322DD5657}" dt="2026-09-15T16:19:14.936" v="794" actId="478"/>
          <ac:spMkLst>
            <pc:docMk/>
            <pc:sldMk cId="2837974170" sldId="739"/>
            <ac:spMk id="26" creationId="{1796423A-14D8-B7B4-0A65-F58ED7EDE2A3}"/>
          </ac:spMkLst>
        </pc:spChg>
        <pc:spChg chg="mod">
          <ac:chgData name="Nishiyama, Kazuki 1" userId="c57e64d9-7695-4079-b9fa-694d9782bf04" providerId="ADAL" clId="{2B8D9CB8-99B7-42A4-993E-F00322DD5657}" dt="2026-09-15T17:21:31.160" v="2194"/>
          <ac:spMkLst>
            <pc:docMk/>
            <pc:sldMk cId="2837974170" sldId="739"/>
            <ac:spMk id="27" creationId="{162FC5A9-D362-E990-370A-885DA2D25492}"/>
          </ac:spMkLst>
        </pc:spChg>
        <pc:spChg chg="del">
          <ac:chgData name="Nishiyama, Kazuki 1" userId="c57e64d9-7695-4079-b9fa-694d9782bf04" providerId="ADAL" clId="{2B8D9CB8-99B7-42A4-993E-F00322DD5657}" dt="2026-09-15T16:16:44.549" v="751" actId="478"/>
          <ac:spMkLst>
            <pc:docMk/>
            <pc:sldMk cId="2837974170" sldId="739"/>
            <ac:spMk id="28" creationId="{BC9602E8-9F90-2DDC-441B-26EB180E363E}"/>
          </ac:spMkLst>
        </pc:spChg>
        <pc:spChg chg="del">
          <ac:chgData name="Nishiyama, Kazuki 1" userId="c57e64d9-7695-4079-b9fa-694d9782bf04" providerId="ADAL" clId="{2B8D9CB8-99B7-42A4-993E-F00322DD5657}" dt="2026-09-15T16:16:44.549" v="751" actId="478"/>
          <ac:spMkLst>
            <pc:docMk/>
            <pc:sldMk cId="2837974170" sldId="739"/>
            <ac:spMk id="29" creationId="{8B2C223A-3982-449D-B9C3-97A0F82A4E63}"/>
          </ac:spMkLst>
        </pc:spChg>
        <pc:spChg chg="del">
          <ac:chgData name="Nishiyama, Kazuki 1" userId="c57e64d9-7695-4079-b9fa-694d9782bf04" providerId="ADAL" clId="{2B8D9CB8-99B7-42A4-993E-F00322DD5657}" dt="2026-09-15T16:16:44.549" v="751" actId="478"/>
          <ac:spMkLst>
            <pc:docMk/>
            <pc:sldMk cId="2837974170" sldId="739"/>
            <ac:spMk id="30" creationId="{7A618564-B32C-3988-3F9D-78E4830FBE98}"/>
          </ac:spMkLst>
        </pc:spChg>
        <pc:spChg chg="del">
          <ac:chgData name="Nishiyama, Kazuki 1" userId="c57e64d9-7695-4079-b9fa-694d9782bf04" providerId="ADAL" clId="{2B8D9CB8-99B7-42A4-993E-F00322DD5657}" dt="2026-09-15T16:16:44.549" v="751" actId="478"/>
          <ac:spMkLst>
            <pc:docMk/>
            <pc:sldMk cId="2837974170" sldId="739"/>
            <ac:spMk id="31" creationId="{CC9D7B68-EAFD-5D49-3723-341C5D4352EB}"/>
          </ac:spMkLst>
        </pc:spChg>
        <pc:spChg chg="add mod">
          <ac:chgData name="Nishiyama, Kazuki 1" userId="c57e64d9-7695-4079-b9fa-694d9782bf04" providerId="ADAL" clId="{2B8D9CB8-99B7-42A4-993E-F00322DD5657}" dt="2026-09-15T16:54:44.358" v="1386" actId="20577"/>
          <ac:spMkLst>
            <pc:docMk/>
            <pc:sldMk cId="2837974170" sldId="739"/>
            <ac:spMk id="32" creationId="{E2745F6B-5D45-A4C8-A76B-4A771496788F}"/>
          </ac:spMkLst>
        </pc:spChg>
        <pc:spChg chg="add mod">
          <ac:chgData name="Nishiyama, Kazuki 1" userId="c57e64d9-7695-4079-b9fa-694d9782bf04" providerId="ADAL" clId="{2B8D9CB8-99B7-42A4-993E-F00322DD5657}" dt="2026-09-15T16:55:02.608" v="1397" actId="1038"/>
          <ac:spMkLst>
            <pc:docMk/>
            <pc:sldMk cId="2837974170" sldId="739"/>
            <ac:spMk id="33" creationId="{CC4E6884-EBAD-8FD3-13B6-CF34E4CD0BAB}"/>
          </ac:spMkLst>
        </pc:spChg>
        <pc:spChg chg="add mod">
          <ac:chgData name="Nishiyama, Kazuki 1" userId="c57e64d9-7695-4079-b9fa-694d9782bf04" providerId="ADAL" clId="{2B8D9CB8-99B7-42A4-993E-F00322DD5657}" dt="2026-09-15T16:55:31.676" v="1402" actId="1036"/>
          <ac:spMkLst>
            <pc:docMk/>
            <pc:sldMk cId="2837974170" sldId="739"/>
            <ac:spMk id="34" creationId="{58C1596B-3B05-1A06-E0B2-282F63372722}"/>
          </ac:spMkLst>
        </pc:spChg>
        <pc:spChg chg="mod">
          <ac:chgData name="Nishiyama, Kazuki 1" userId="c57e64d9-7695-4079-b9fa-694d9782bf04" providerId="ADAL" clId="{2B8D9CB8-99B7-42A4-993E-F00322DD5657}" dt="2026-09-15T16:16:31.968" v="750" actId="207"/>
          <ac:spMkLst>
            <pc:docMk/>
            <pc:sldMk cId="2837974170" sldId="739"/>
            <ac:spMk id="49" creationId="{E4372201-1398-0D77-96D3-0EDFD1419D38}"/>
          </ac:spMkLst>
        </pc:spChg>
        <pc:spChg chg="mod">
          <ac:chgData name="Nishiyama, Kazuki 1" userId="c57e64d9-7695-4079-b9fa-694d9782bf04" providerId="ADAL" clId="{2B8D9CB8-99B7-42A4-993E-F00322DD5657}" dt="2026-09-16T02:59:21.070" v="5432" actId="242"/>
          <ac:spMkLst>
            <pc:docMk/>
            <pc:sldMk cId="2837974170" sldId="739"/>
            <ac:spMk id="75" creationId="{A67A7D21-93CD-5F11-6E5A-08D1DC90424D}"/>
          </ac:spMkLst>
        </pc:spChg>
        <pc:graphicFrameChg chg="mod">
          <ac:chgData name="Nishiyama, Kazuki 1" userId="c57e64d9-7695-4079-b9fa-694d9782bf04" providerId="ADAL" clId="{2B8D9CB8-99B7-42A4-993E-F00322DD5657}" dt="2026-09-16T00:48:26.725" v="4810"/>
          <ac:graphicFrameMkLst>
            <pc:docMk/>
            <pc:sldMk cId="2837974170" sldId="739"/>
            <ac:graphicFrameMk id="54" creationId="{A9956389-DEAA-1D6A-AB88-32B85A8B7EF6}"/>
          </ac:graphicFrameMkLst>
        </pc:graphicFrameChg>
        <pc:graphicFrameChg chg="mod modGraphic">
          <ac:chgData name="Nishiyama, Kazuki 1" userId="c57e64d9-7695-4079-b9fa-694d9782bf04" providerId="ADAL" clId="{2B8D9CB8-99B7-42A4-993E-F00322DD5657}" dt="2026-09-15T18:02:22.634" v="4419"/>
          <ac:graphicFrameMkLst>
            <pc:docMk/>
            <pc:sldMk cId="2837974170" sldId="739"/>
            <ac:graphicFrameMk id="72" creationId="{79E4C193-6DB5-4849-7780-7234C3A310BB}"/>
          </ac:graphicFrameMkLst>
        </pc:graphicFrameChg>
      </pc:sldChg>
      <pc:sldChg chg="addSp delSp modSp mod">
        <pc:chgData name="Nishiyama, Kazuki 1" userId="c57e64d9-7695-4079-b9fa-694d9782bf04" providerId="ADAL" clId="{2B8D9CB8-99B7-42A4-993E-F00322DD5657}" dt="2026-09-16T02:58:50.511" v="5427" actId="242"/>
        <pc:sldMkLst>
          <pc:docMk/>
          <pc:sldMk cId="2902918771" sldId="740"/>
        </pc:sldMkLst>
        <pc:spChg chg="mod topLvl">
          <ac:chgData name="Nishiyama, Kazuki 1" userId="c57e64d9-7695-4079-b9fa-694d9782bf04" providerId="ADAL" clId="{2B8D9CB8-99B7-42A4-993E-F00322DD5657}" dt="2026-09-15T16:31:51.281" v="1072" actId="165"/>
          <ac:spMkLst>
            <pc:docMk/>
            <pc:sldMk cId="2902918771" sldId="740"/>
            <ac:spMk id="6" creationId="{AD4898F3-ECB0-2E3A-8C6A-2AF3037F7792}"/>
          </ac:spMkLst>
        </pc:spChg>
        <pc:spChg chg="add del mod">
          <ac:chgData name="Nishiyama, Kazuki 1" userId="c57e64d9-7695-4079-b9fa-694d9782bf04" providerId="ADAL" clId="{2B8D9CB8-99B7-42A4-993E-F00322DD5657}" dt="2026-09-15T17:02:17.877" v="1458" actId="478"/>
          <ac:spMkLst>
            <pc:docMk/>
            <pc:sldMk cId="2902918771" sldId="740"/>
            <ac:spMk id="7" creationId="{765D3F3B-1ADF-DC35-CFB9-70AD94A50E86}"/>
          </ac:spMkLst>
        </pc:spChg>
        <pc:spChg chg="mod">
          <ac:chgData name="Nishiyama, Kazuki 1" userId="c57e64d9-7695-4079-b9fa-694d9782bf04" providerId="ADAL" clId="{2B8D9CB8-99B7-42A4-993E-F00322DD5657}" dt="2026-09-16T02:58:50.511" v="5427" actId="242"/>
          <ac:spMkLst>
            <pc:docMk/>
            <pc:sldMk cId="2902918771" sldId="740"/>
            <ac:spMk id="10" creationId="{2FBD347E-DBC5-A6E8-D6F2-90B4313ADF9C}"/>
          </ac:spMkLst>
        </pc:spChg>
        <pc:spChg chg="mod topLvl">
          <ac:chgData name="Nishiyama, Kazuki 1" userId="c57e64d9-7695-4079-b9fa-694d9782bf04" providerId="ADAL" clId="{2B8D9CB8-99B7-42A4-993E-F00322DD5657}" dt="2026-09-15T16:31:51.281" v="1072" actId="165"/>
          <ac:spMkLst>
            <pc:docMk/>
            <pc:sldMk cId="2902918771" sldId="740"/>
            <ac:spMk id="11" creationId="{951FE07F-2C17-14C0-5105-5D8DE125F0BA}"/>
          </ac:spMkLst>
        </pc:spChg>
        <pc:spChg chg="mod">
          <ac:chgData name="Nishiyama, Kazuki 1" userId="c57e64d9-7695-4079-b9fa-694d9782bf04" providerId="ADAL" clId="{2B8D9CB8-99B7-42A4-993E-F00322DD5657}" dt="2026-09-15T17:50:21.668" v="3753" actId="20577"/>
          <ac:spMkLst>
            <pc:docMk/>
            <pc:sldMk cId="2902918771" sldId="740"/>
            <ac:spMk id="13" creationId="{0D3C10CF-418A-0AA8-EA2C-7DFD7D547590}"/>
          </ac:spMkLst>
        </pc:spChg>
        <pc:spChg chg="mod topLvl">
          <ac:chgData name="Nishiyama, Kazuki 1" userId="c57e64d9-7695-4079-b9fa-694d9782bf04" providerId="ADAL" clId="{2B8D9CB8-99B7-42A4-993E-F00322DD5657}" dt="2026-09-15T16:31:51.281" v="1072" actId="165"/>
          <ac:spMkLst>
            <pc:docMk/>
            <pc:sldMk cId="2902918771" sldId="740"/>
            <ac:spMk id="15" creationId="{115B30D1-A56F-0827-5984-BCD2C87CB847}"/>
          </ac:spMkLst>
        </pc:spChg>
        <pc:spChg chg="add del mod">
          <ac:chgData name="Nishiyama, Kazuki 1" userId="c57e64d9-7695-4079-b9fa-694d9782bf04" providerId="ADAL" clId="{2B8D9CB8-99B7-42A4-993E-F00322DD5657}" dt="2026-09-15T17:02:17.877" v="1458" actId="478"/>
          <ac:spMkLst>
            <pc:docMk/>
            <pc:sldMk cId="2902918771" sldId="740"/>
            <ac:spMk id="16" creationId="{23EA0B3F-FA15-40A5-74A8-9BB40D1A9865}"/>
          </ac:spMkLst>
        </pc:spChg>
        <pc:spChg chg="mod">
          <ac:chgData name="Nishiyama, Kazuki 1" userId="c57e64d9-7695-4079-b9fa-694d9782bf04" providerId="ADAL" clId="{2B8D9CB8-99B7-42A4-993E-F00322DD5657}" dt="2026-09-15T16:32:00.360" v="1074" actId="14100"/>
          <ac:spMkLst>
            <pc:docMk/>
            <pc:sldMk cId="2902918771" sldId="740"/>
            <ac:spMk id="18" creationId="{DDC2514E-CBF4-3F6A-CFD3-08F582B1EB95}"/>
          </ac:spMkLst>
        </pc:spChg>
        <pc:spChg chg="add del mod">
          <ac:chgData name="Nishiyama, Kazuki 1" userId="c57e64d9-7695-4079-b9fa-694d9782bf04" providerId="ADAL" clId="{2B8D9CB8-99B7-42A4-993E-F00322DD5657}" dt="2026-09-15T17:02:17.877" v="1458" actId="478"/>
          <ac:spMkLst>
            <pc:docMk/>
            <pc:sldMk cId="2902918771" sldId="740"/>
            <ac:spMk id="20" creationId="{0F3E77E9-26A5-9E0F-0834-4EDCDB4C0CAB}"/>
          </ac:spMkLst>
        </pc:spChg>
        <pc:spChg chg="mod topLvl">
          <ac:chgData name="Nishiyama, Kazuki 1" userId="c57e64d9-7695-4079-b9fa-694d9782bf04" providerId="ADAL" clId="{2B8D9CB8-99B7-42A4-993E-F00322DD5657}" dt="2026-09-15T16:31:51.281" v="1072" actId="165"/>
          <ac:spMkLst>
            <pc:docMk/>
            <pc:sldMk cId="2902918771" sldId="740"/>
            <ac:spMk id="21" creationId="{F3BC0AA5-4708-3527-20F8-5C7454BFBA28}"/>
          </ac:spMkLst>
        </pc:spChg>
        <pc:spChg chg="add del mod">
          <ac:chgData name="Nishiyama, Kazuki 1" userId="c57e64d9-7695-4079-b9fa-694d9782bf04" providerId="ADAL" clId="{2B8D9CB8-99B7-42A4-993E-F00322DD5657}" dt="2026-09-15T17:02:17.877" v="1458" actId="478"/>
          <ac:spMkLst>
            <pc:docMk/>
            <pc:sldMk cId="2902918771" sldId="740"/>
            <ac:spMk id="29" creationId="{858E5A8B-A6CF-8C59-7CE8-2098D15B706B}"/>
          </ac:spMkLst>
        </pc:spChg>
        <pc:spChg chg="add del mod">
          <ac:chgData name="Nishiyama, Kazuki 1" userId="c57e64d9-7695-4079-b9fa-694d9782bf04" providerId="ADAL" clId="{2B8D9CB8-99B7-42A4-993E-F00322DD5657}" dt="2026-09-15T17:02:17.877" v="1458" actId="478"/>
          <ac:spMkLst>
            <pc:docMk/>
            <pc:sldMk cId="2902918771" sldId="740"/>
            <ac:spMk id="32" creationId="{4070F8F5-796E-DADD-30A8-E9B49BAF2EA7}"/>
          </ac:spMkLst>
        </pc:spChg>
        <pc:spChg chg="add del mod">
          <ac:chgData name="Nishiyama, Kazuki 1" userId="c57e64d9-7695-4079-b9fa-694d9782bf04" providerId="ADAL" clId="{2B8D9CB8-99B7-42A4-993E-F00322DD5657}" dt="2026-09-15T16:38:50.017" v="1178" actId="478"/>
          <ac:spMkLst>
            <pc:docMk/>
            <pc:sldMk cId="2902918771" sldId="740"/>
            <ac:spMk id="33" creationId="{CBEB5E4C-E5A6-154B-93C3-CDFAEB7C7152}"/>
          </ac:spMkLst>
        </pc:spChg>
        <pc:spChg chg="mod">
          <ac:chgData name="Nishiyama, Kazuki 1" userId="c57e64d9-7695-4079-b9fa-694d9782bf04" providerId="ADAL" clId="{2B8D9CB8-99B7-42A4-993E-F00322DD5657}" dt="2026-09-15T16:32:05.530" v="1075" actId="14100"/>
          <ac:spMkLst>
            <pc:docMk/>
            <pc:sldMk cId="2902918771" sldId="740"/>
            <ac:spMk id="35" creationId="{801F1948-C606-5C44-5E5A-A442CFAA154C}"/>
          </ac:spMkLst>
        </pc:spChg>
        <pc:spChg chg="del mod topLvl">
          <ac:chgData name="Nishiyama, Kazuki 1" userId="c57e64d9-7695-4079-b9fa-694d9782bf04" providerId="ADAL" clId="{2B8D9CB8-99B7-42A4-993E-F00322DD5657}" dt="2026-09-15T16:32:13.373" v="1076" actId="478"/>
          <ac:spMkLst>
            <pc:docMk/>
            <pc:sldMk cId="2902918771" sldId="740"/>
            <ac:spMk id="36" creationId="{0401FE80-82F5-8780-21D1-5485C8BA4340}"/>
          </ac:spMkLst>
        </pc:spChg>
        <pc:spChg chg="del mod topLvl">
          <ac:chgData name="Nishiyama, Kazuki 1" userId="c57e64d9-7695-4079-b9fa-694d9782bf04" providerId="ADAL" clId="{2B8D9CB8-99B7-42A4-993E-F00322DD5657}" dt="2026-09-15T16:32:13.373" v="1076" actId="478"/>
          <ac:spMkLst>
            <pc:docMk/>
            <pc:sldMk cId="2902918771" sldId="740"/>
            <ac:spMk id="37" creationId="{A988702D-750B-5B37-56E5-B5EBBA2D8CA1}"/>
          </ac:spMkLst>
        </pc:spChg>
        <pc:spChg chg="del mod topLvl">
          <ac:chgData name="Nishiyama, Kazuki 1" userId="c57e64d9-7695-4079-b9fa-694d9782bf04" providerId="ADAL" clId="{2B8D9CB8-99B7-42A4-993E-F00322DD5657}" dt="2026-09-15T16:32:13.373" v="1076" actId="478"/>
          <ac:spMkLst>
            <pc:docMk/>
            <pc:sldMk cId="2902918771" sldId="740"/>
            <ac:spMk id="38" creationId="{003D8B76-7EF5-4A68-CF23-2F4A60500E8C}"/>
          </ac:spMkLst>
        </pc:spChg>
        <pc:spChg chg="mod">
          <ac:chgData name="Nishiyama, Kazuki 1" userId="c57e64d9-7695-4079-b9fa-694d9782bf04" providerId="ADAL" clId="{2B8D9CB8-99B7-42A4-993E-F00322DD5657}" dt="2026-09-15T16:31:34.245" v="1053" actId="14100"/>
          <ac:spMkLst>
            <pc:docMk/>
            <pc:sldMk cId="2902918771" sldId="740"/>
            <ac:spMk id="39" creationId="{70BA3557-EA1B-92F1-59B1-4E5DACFB290C}"/>
          </ac:spMkLst>
        </pc:spChg>
        <pc:spChg chg="del">
          <ac:chgData name="Nishiyama, Kazuki 1" userId="c57e64d9-7695-4079-b9fa-694d9782bf04" providerId="ADAL" clId="{2B8D9CB8-99B7-42A4-993E-F00322DD5657}" dt="2026-09-15T16:32:31.368" v="1077" actId="478"/>
          <ac:spMkLst>
            <pc:docMk/>
            <pc:sldMk cId="2902918771" sldId="740"/>
            <ac:spMk id="40" creationId="{4C48B05D-5910-ECF5-2C23-248FE12AC0EB}"/>
          </ac:spMkLst>
        </pc:spChg>
        <pc:spChg chg="add del mod">
          <ac:chgData name="Nishiyama, Kazuki 1" userId="c57e64d9-7695-4079-b9fa-694d9782bf04" providerId="ADAL" clId="{2B8D9CB8-99B7-42A4-993E-F00322DD5657}" dt="2026-09-15T17:14:33.695" v="1770" actId="478"/>
          <ac:spMkLst>
            <pc:docMk/>
            <pc:sldMk cId="2902918771" sldId="740"/>
            <ac:spMk id="41" creationId="{744F3A71-CD06-0445-4EAB-81B52651B1AB}"/>
          </ac:spMkLst>
        </pc:spChg>
        <pc:spChg chg="del">
          <ac:chgData name="Nishiyama, Kazuki 1" userId="c57e64d9-7695-4079-b9fa-694d9782bf04" providerId="ADAL" clId="{2B8D9CB8-99B7-42A4-993E-F00322DD5657}" dt="2026-09-15T16:32:31.368" v="1077" actId="478"/>
          <ac:spMkLst>
            <pc:docMk/>
            <pc:sldMk cId="2902918771" sldId="740"/>
            <ac:spMk id="42" creationId="{57868882-23C9-AD52-04C2-FA495CCEBC6C}"/>
          </ac:spMkLst>
        </pc:spChg>
        <pc:spChg chg="del">
          <ac:chgData name="Nishiyama, Kazuki 1" userId="c57e64d9-7695-4079-b9fa-694d9782bf04" providerId="ADAL" clId="{2B8D9CB8-99B7-42A4-993E-F00322DD5657}" dt="2026-09-15T16:32:13.373" v="1076" actId="478"/>
          <ac:spMkLst>
            <pc:docMk/>
            <pc:sldMk cId="2902918771" sldId="740"/>
            <ac:spMk id="43" creationId="{6049926B-47EE-C28B-B079-FF64ABD96C1A}"/>
          </ac:spMkLst>
        </pc:spChg>
        <pc:spChg chg="del">
          <ac:chgData name="Nishiyama, Kazuki 1" userId="c57e64d9-7695-4079-b9fa-694d9782bf04" providerId="ADAL" clId="{2B8D9CB8-99B7-42A4-993E-F00322DD5657}" dt="2026-09-15T16:32:31.368" v="1077" actId="478"/>
          <ac:spMkLst>
            <pc:docMk/>
            <pc:sldMk cId="2902918771" sldId="740"/>
            <ac:spMk id="44" creationId="{47486FF2-D495-777B-9751-8D8585E57036}"/>
          </ac:spMkLst>
        </pc:spChg>
        <pc:spChg chg="del">
          <ac:chgData name="Nishiyama, Kazuki 1" userId="c57e64d9-7695-4079-b9fa-694d9782bf04" providerId="ADAL" clId="{2B8D9CB8-99B7-42A4-993E-F00322DD5657}" dt="2026-09-15T16:32:31.368" v="1077" actId="478"/>
          <ac:spMkLst>
            <pc:docMk/>
            <pc:sldMk cId="2902918771" sldId="740"/>
            <ac:spMk id="46" creationId="{4AAE6990-3A83-E3B4-639B-B498CBCABD8A}"/>
          </ac:spMkLst>
        </pc:spChg>
        <pc:spChg chg="del">
          <ac:chgData name="Nishiyama, Kazuki 1" userId="c57e64d9-7695-4079-b9fa-694d9782bf04" providerId="ADAL" clId="{2B8D9CB8-99B7-42A4-993E-F00322DD5657}" dt="2026-09-15T16:39:18.362" v="1190" actId="478"/>
          <ac:spMkLst>
            <pc:docMk/>
            <pc:sldMk cId="2902918771" sldId="740"/>
            <ac:spMk id="47" creationId="{4F490E39-12E9-DF58-3769-604CC3F9CBB8}"/>
          </ac:spMkLst>
        </pc:spChg>
        <pc:spChg chg="del">
          <ac:chgData name="Nishiyama, Kazuki 1" userId="c57e64d9-7695-4079-b9fa-694d9782bf04" providerId="ADAL" clId="{2B8D9CB8-99B7-42A4-993E-F00322DD5657}" dt="2026-09-15T16:32:31.368" v="1077" actId="478"/>
          <ac:spMkLst>
            <pc:docMk/>
            <pc:sldMk cId="2902918771" sldId="740"/>
            <ac:spMk id="48" creationId="{D985A0D9-C631-8EF6-8602-CE138189505A}"/>
          </ac:spMkLst>
        </pc:spChg>
        <pc:spChg chg="add del mod">
          <ac:chgData name="Nishiyama, Kazuki 1" userId="c57e64d9-7695-4079-b9fa-694d9782bf04" providerId="ADAL" clId="{2B8D9CB8-99B7-42A4-993E-F00322DD5657}" dt="2026-09-15T17:14:33.695" v="1770" actId="478"/>
          <ac:spMkLst>
            <pc:docMk/>
            <pc:sldMk cId="2902918771" sldId="740"/>
            <ac:spMk id="49" creationId="{7D398398-2EB7-8BF4-4BF6-998B640232EF}"/>
          </ac:spMkLst>
        </pc:spChg>
        <pc:spChg chg="add del mod">
          <ac:chgData name="Nishiyama, Kazuki 1" userId="c57e64d9-7695-4079-b9fa-694d9782bf04" providerId="ADAL" clId="{2B8D9CB8-99B7-42A4-993E-F00322DD5657}" dt="2026-09-15T17:14:33.695" v="1770" actId="478"/>
          <ac:spMkLst>
            <pc:docMk/>
            <pc:sldMk cId="2902918771" sldId="740"/>
            <ac:spMk id="51" creationId="{6CDEE86D-DBA6-71E2-608D-A7FF9DBB10A7}"/>
          </ac:spMkLst>
        </pc:spChg>
        <pc:spChg chg="add del mod">
          <ac:chgData name="Nishiyama, Kazuki 1" userId="c57e64d9-7695-4079-b9fa-694d9782bf04" providerId="ADAL" clId="{2B8D9CB8-99B7-42A4-993E-F00322DD5657}" dt="2026-09-15T17:14:33.695" v="1770" actId="478"/>
          <ac:spMkLst>
            <pc:docMk/>
            <pc:sldMk cId="2902918771" sldId="740"/>
            <ac:spMk id="55" creationId="{BF7394E7-9595-5F7C-3BB0-1B764258C63D}"/>
          </ac:spMkLst>
        </pc:spChg>
        <pc:spChg chg="add del mod">
          <ac:chgData name="Nishiyama, Kazuki 1" userId="c57e64d9-7695-4079-b9fa-694d9782bf04" providerId="ADAL" clId="{2B8D9CB8-99B7-42A4-993E-F00322DD5657}" dt="2026-09-15T17:14:46.372" v="1778" actId="478"/>
          <ac:spMkLst>
            <pc:docMk/>
            <pc:sldMk cId="2902918771" sldId="740"/>
            <ac:spMk id="56" creationId="{9C6EFFC9-E1D5-4859-459B-666EB71BFCB1}"/>
          </ac:spMkLst>
        </pc:spChg>
        <pc:spChg chg="add mod">
          <ac:chgData name="Nishiyama, Kazuki 1" userId="c57e64d9-7695-4079-b9fa-694d9782bf04" providerId="ADAL" clId="{2B8D9CB8-99B7-42A4-993E-F00322DD5657}" dt="2026-09-15T17:03:10.008" v="1478" actId="1076"/>
          <ac:spMkLst>
            <pc:docMk/>
            <pc:sldMk cId="2902918771" sldId="740"/>
            <ac:spMk id="58" creationId="{5137C324-F7F3-3085-64ED-4D2E2A5DADAB}"/>
          </ac:spMkLst>
        </pc:spChg>
        <pc:spChg chg="add mod">
          <ac:chgData name="Nishiyama, Kazuki 1" userId="c57e64d9-7695-4079-b9fa-694d9782bf04" providerId="ADAL" clId="{2B8D9CB8-99B7-42A4-993E-F00322DD5657}" dt="2026-09-15T17:03:03.218" v="1477" actId="1076"/>
          <ac:spMkLst>
            <pc:docMk/>
            <pc:sldMk cId="2902918771" sldId="740"/>
            <ac:spMk id="60" creationId="{F7E7AB3F-654D-CAFD-FA72-C10E3D4B64F1}"/>
          </ac:spMkLst>
        </pc:spChg>
        <pc:spChg chg="add mod">
          <ac:chgData name="Nishiyama, Kazuki 1" userId="c57e64d9-7695-4079-b9fa-694d9782bf04" providerId="ADAL" clId="{2B8D9CB8-99B7-42A4-993E-F00322DD5657}" dt="2026-09-15T17:02:53.742" v="1474" actId="1035"/>
          <ac:spMkLst>
            <pc:docMk/>
            <pc:sldMk cId="2902918771" sldId="740"/>
            <ac:spMk id="62" creationId="{969A213C-D3BB-5147-5B30-5AFAE9EEDDD6}"/>
          </ac:spMkLst>
        </pc:spChg>
        <pc:spChg chg="add mod">
          <ac:chgData name="Nishiyama, Kazuki 1" userId="c57e64d9-7695-4079-b9fa-694d9782bf04" providerId="ADAL" clId="{2B8D9CB8-99B7-42A4-993E-F00322DD5657}" dt="2026-09-15T17:02:48.476" v="1472" actId="1076"/>
          <ac:spMkLst>
            <pc:docMk/>
            <pc:sldMk cId="2902918771" sldId="740"/>
            <ac:spMk id="64" creationId="{D9CF4280-3E3C-BA76-7BED-61367FA70AAF}"/>
          </ac:spMkLst>
        </pc:spChg>
        <pc:spChg chg="add mod">
          <ac:chgData name="Nishiyama, Kazuki 1" userId="c57e64d9-7695-4079-b9fa-694d9782bf04" providerId="ADAL" clId="{2B8D9CB8-99B7-42A4-993E-F00322DD5657}" dt="2026-09-15T17:02:57.613" v="1476" actId="1036"/>
          <ac:spMkLst>
            <pc:docMk/>
            <pc:sldMk cId="2902918771" sldId="740"/>
            <ac:spMk id="66" creationId="{712608DF-BDC5-4937-A7D7-6227DD02F75B}"/>
          </ac:spMkLst>
        </pc:spChg>
        <pc:spChg chg="add mod">
          <ac:chgData name="Nishiyama, Kazuki 1" userId="c57e64d9-7695-4079-b9fa-694d9782bf04" providerId="ADAL" clId="{2B8D9CB8-99B7-42A4-993E-F00322DD5657}" dt="2026-09-15T17:14:58.671" v="1785" actId="20577"/>
          <ac:spMkLst>
            <pc:docMk/>
            <pc:sldMk cId="2902918771" sldId="740"/>
            <ac:spMk id="68" creationId="{803AC17F-9C0C-59E6-F516-ADBFC631994A}"/>
          </ac:spMkLst>
        </pc:spChg>
        <pc:spChg chg="add mod">
          <ac:chgData name="Nishiyama, Kazuki 1" userId="c57e64d9-7695-4079-b9fa-694d9782bf04" providerId="ADAL" clId="{2B8D9CB8-99B7-42A4-993E-F00322DD5657}" dt="2026-09-15T17:14:55.382" v="1783" actId="20577"/>
          <ac:spMkLst>
            <pc:docMk/>
            <pc:sldMk cId="2902918771" sldId="740"/>
            <ac:spMk id="70" creationId="{E7B57F45-5239-36FA-B94C-2B0C0563E54E}"/>
          </ac:spMkLst>
        </pc:spChg>
        <pc:spChg chg="add mod">
          <ac:chgData name="Nishiyama, Kazuki 1" userId="c57e64d9-7695-4079-b9fa-694d9782bf04" providerId="ADAL" clId="{2B8D9CB8-99B7-42A4-993E-F00322DD5657}" dt="2026-09-15T17:15:15.270" v="1795" actId="1035"/>
          <ac:spMkLst>
            <pc:docMk/>
            <pc:sldMk cId="2902918771" sldId="740"/>
            <ac:spMk id="72" creationId="{EF312CA2-FC5E-141F-FC9A-C7ED92733F87}"/>
          </ac:spMkLst>
        </pc:spChg>
        <pc:spChg chg="add mod">
          <ac:chgData name="Nishiyama, Kazuki 1" userId="c57e64d9-7695-4079-b9fa-694d9782bf04" providerId="ADAL" clId="{2B8D9CB8-99B7-42A4-993E-F00322DD5657}" dt="2026-09-15T17:15:09.110" v="1791" actId="20577"/>
          <ac:spMkLst>
            <pc:docMk/>
            <pc:sldMk cId="2902918771" sldId="740"/>
            <ac:spMk id="74" creationId="{432179CE-9034-97F3-BAB9-C9920C2C5848}"/>
          </ac:spMkLst>
        </pc:spChg>
        <pc:spChg chg="add mod">
          <ac:chgData name="Nishiyama, Kazuki 1" userId="c57e64d9-7695-4079-b9fa-694d9782bf04" providerId="ADAL" clId="{2B8D9CB8-99B7-42A4-993E-F00322DD5657}" dt="2026-09-15T17:15:20.403" v="1803" actId="1035"/>
          <ac:spMkLst>
            <pc:docMk/>
            <pc:sldMk cId="2902918771" sldId="740"/>
            <ac:spMk id="76" creationId="{BFD2C87D-C780-3458-3DCF-28C1AFA1A5A6}"/>
          </ac:spMkLst>
        </pc:spChg>
        <pc:grpChg chg="mod">
          <ac:chgData name="Nishiyama, Kazuki 1" userId="c57e64d9-7695-4079-b9fa-694d9782bf04" providerId="ADAL" clId="{2B8D9CB8-99B7-42A4-993E-F00322DD5657}" dt="2026-09-15T16:31:49.253" v="1071" actId="1037"/>
          <ac:grpSpMkLst>
            <pc:docMk/>
            <pc:sldMk cId="2902918771" sldId="740"/>
            <ac:grpSpMk id="2" creationId="{52A9A686-4B8D-93E1-58D5-F8D9BF5C6E58}"/>
          </ac:grpSpMkLst>
        </pc:grpChg>
        <pc:graphicFrameChg chg="mod modGraphic">
          <ac:chgData name="Nishiyama, Kazuki 1" userId="c57e64d9-7695-4079-b9fa-694d9782bf04" providerId="ADAL" clId="{2B8D9CB8-99B7-42A4-993E-F00322DD5657}" dt="2026-09-15T16:33:10.230" v="1111" actId="1037"/>
          <ac:graphicFrameMkLst>
            <pc:docMk/>
            <pc:sldMk cId="2902918771" sldId="740"/>
            <ac:graphicFrameMk id="120" creationId="{581F312F-CC7A-4358-9FA7-3361D8DAF5EF}"/>
          </ac:graphicFrameMkLst>
        </pc:graphicFrameChg>
        <pc:picChg chg="mod topLvl">
          <ac:chgData name="Nishiyama, Kazuki 1" userId="c57e64d9-7695-4079-b9fa-694d9782bf04" providerId="ADAL" clId="{2B8D9CB8-99B7-42A4-993E-F00322DD5657}" dt="2026-09-15T16:31:51.281" v="1072" actId="165"/>
          <ac:picMkLst>
            <pc:docMk/>
            <pc:sldMk cId="2902918771" sldId="740"/>
            <ac:picMk id="12" creationId="{B0D72490-770A-90E7-86C2-1B4198624FCD}"/>
          </ac:picMkLst>
        </pc:picChg>
        <pc:picChg chg="mod topLvl">
          <ac:chgData name="Nishiyama, Kazuki 1" userId="c57e64d9-7695-4079-b9fa-694d9782bf04" providerId="ADAL" clId="{2B8D9CB8-99B7-42A4-993E-F00322DD5657}" dt="2026-09-15T16:31:51.281" v="1072" actId="165"/>
          <ac:picMkLst>
            <pc:docMk/>
            <pc:sldMk cId="2902918771" sldId="740"/>
            <ac:picMk id="19" creationId="{C36D3293-C34A-BB5E-C57E-C63699C55989}"/>
          </ac:picMkLst>
        </pc:picChg>
        <pc:picChg chg="mod topLvl">
          <ac:chgData name="Nishiyama, Kazuki 1" userId="c57e64d9-7695-4079-b9fa-694d9782bf04" providerId="ADAL" clId="{2B8D9CB8-99B7-42A4-993E-F00322DD5657}" dt="2026-09-15T16:31:51.281" v="1072" actId="165"/>
          <ac:picMkLst>
            <pc:docMk/>
            <pc:sldMk cId="2902918771" sldId="740"/>
            <ac:picMk id="24" creationId="{900FB5DF-69DE-671C-32CB-4FEA4447300E}"/>
          </ac:picMkLst>
        </pc:picChg>
        <pc:picChg chg="mod">
          <ac:chgData name="Nishiyama, Kazuki 1" userId="c57e64d9-7695-4079-b9fa-694d9782bf04" providerId="ADAL" clId="{2B8D9CB8-99B7-42A4-993E-F00322DD5657}" dt="2026-09-15T16:31:23.620" v="1037" actId="1037"/>
          <ac:picMkLst>
            <pc:docMk/>
            <pc:sldMk cId="2902918771" sldId="740"/>
            <ac:picMk id="52" creationId="{D72A6C0F-4C00-49DE-1F44-96571852F7B3}"/>
          </ac:picMkLst>
        </pc:picChg>
      </pc:sldChg>
      <pc:sldChg chg="addSp delSp modSp mod">
        <pc:chgData name="Nishiyama, Kazuki 1" userId="c57e64d9-7695-4079-b9fa-694d9782bf04" providerId="ADAL" clId="{2B8D9CB8-99B7-42A4-993E-F00322DD5657}" dt="2026-09-16T00:51:19.761" v="4821" actId="20577"/>
        <pc:sldMkLst>
          <pc:docMk/>
          <pc:sldMk cId="3398639258" sldId="741"/>
        </pc:sldMkLst>
        <pc:spChg chg="mod ord">
          <ac:chgData name="Nishiyama, Kazuki 1" userId="c57e64d9-7695-4079-b9fa-694d9782bf04" providerId="ADAL" clId="{2B8D9CB8-99B7-42A4-993E-F00322DD5657}" dt="2026-09-15T17:19:06.649" v="2109"/>
          <ac:spMkLst>
            <pc:docMk/>
            <pc:sldMk cId="3398639258" sldId="741"/>
            <ac:spMk id="2" creationId="{82006FE6-64DC-E6F9-B917-C088B8DEB360}"/>
          </ac:spMkLst>
        </pc:spChg>
        <pc:spChg chg="mod ord">
          <ac:chgData name="Nishiyama, Kazuki 1" userId="c57e64d9-7695-4079-b9fa-694d9782bf04" providerId="ADAL" clId="{2B8D9CB8-99B7-42A4-993E-F00322DD5657}" dt="2026-09-15T16:03:11.646" v="536"/>
          <ac:spMkLst>
            <pc:docMk/>
            <pc:sldMk cId="3398639258" sldId="741"/>
            <ac:spMk id="13" creationId="{E13C911B-2BC8-3AB7-C25D-3183C6EC0DA5}"/>
          </ac:spMkLst>
        </pc:spChg>
        <pc:spChg chg="mod ord">
          <ac:chgData name="Nishiyama, Kazuki 1" userId="c57e64d9-7695-4079-b9fa-694d9782bf04" providerId="ADAL" clId="{2B8D9CB8-99B7-42A4-993E-F00322DD5657}" dt="2026-09-15T16:03:11.647" v="540"/>
          <ac:spMkLst>
            <pc:docMk/>
            <pc:sldMk cId="3398639258" sldId="741"/>
            <ac:spMk id="26" creationId="{968B2BEF-9B08-DE1E-3C62-9DA12B6A94B1}"/>
          </ac:spMkLst>
        </pc:spChg>
        <pc:spChg chg="mod ord">
          <ac:chgData name="Nishiyama, Kazuki 1" userId="c57e64d9-7695-4079-b9fa-694d9782bf04" providerId="ADAL" clId="{2B8D9CB8-99B7-42A4-993E-F00322DD5657}" dt="2026-09-15T16:03:11.645" v="534"/>
          <ac:spMkLst>
            <pc:docMk/>
            <pc:sldMk cId="3398639258" sldId="741"/>
            <ac:spMk id="27" creationId="{B54D2E93-5A8F-9ACD-2C5E-681560839468}"/>
          </ac:spMkLst>
        </pc:spChg>
        <pc:spChg chg="mod ord">
          <ac:chgData name="Nishiyama, Kazuki 1" userId="c57e64d9-7695-4079-b9fa-694d9782bf04" providerId="ADAL" clId="{2B8D9CB8-99B7-42A4-993E-F00322DD5657}" dt="2026-09-15T16:03:11.647" v="542"/>
          <ac:spMkLst>
            <pc:docMk/>
            <pc:sldMk cId="3398639258" sldId="741"/>
            <ac:spMk id="48" creationId="{4F7A1CF4-1665-8F94-8496-D17D54E9C8CB}"/>
          </ac:spMkLst>
        </pc:spChg>
        <pc:spChg chg="mod ord">
          <ac:chgData name="Nishiyama, Kazuki 1" userId="c57e64d9-7695-4079-b9fa-694d9782bf04" providerId="ADAL" clId="{2B8D9CB8-99B7-42A4-993E-F00322DD5657}" dt="2026-09-15T16:03:11.648" v="546"/>
          <ac:spMkLst>
            <pc:docMk/>
            <pc:sldMk cId="3398639258" sldId="741"/>
            <ac:spMk id="50" creationId="{14ACB360-661A-A70B-E6D1-6BCA736892AA}"/>
          </ac:spMkLst>
        </pc:spChg>
        <pc:spChg chg="mod ord topLvl">
          <ac:chgData name="Nishiyama, Kazuki 1" userId="c57e64d9-7695-4079-b9fa-694d9782bf04" providerId="ADAL" clId="{2B8D9CB8-99B7-42A4-993E-F00322DD5657}" dt="2026-09-15T17:19:10.322" v="2117"/>
          <ac:spMkLst>
            <pc:docMk/>
            <pc:sldMk cId="3398639258" sldId="741"/>
            <ac:spMk id="51" creationId="{EB014E53-5853-4F3E-2217-4AE4BBE55998}"/>
          </ac:spMkLst>
        </pc:spChg>
        <pc:spChg chg="del topLvl">
          <ac:chgData name="Nishiyama, Kazuki 1" userId="c57e64d9-7695-4079-b9fa-694d9782bf04" providerId="ADAL" clId="{2B8D9CB8-99B7-42A4-993E-F00322DD5657}" dt="2026-09-15T15:29:29.436" v="36" actId="478"/>
          <ac:spMkLst>
            <pc:docMk/>
            <pc:sldMk cId="3398639258" sldId="741"/>
            <ac:spMk id="52" creationId="{06A24CE7-7683-BA4A-7E58-A4AA4647017F}"/>
          </ac:spMkLst>
        </pc:spChg>
        <pc:spChg chg="mod ord">
          <ac:chgData name="Nishiyama, Kazuki 1" userId="c57e64d9-7695-4079-b9fa-694d9782bf04" providerId="ADAL" clId="{2B8D9CB8-99B7-42A4-993E-F00322DD5657}" dt="2026-09-15T17:19:21.577" v="2138"/>
          <ac:spMkLst>
            <pc:docMk/>
            <pc:sldMk cId="3398639258" sldId="741"/>
            <ac:spMk id="54" creationId="{CE621838-03F7-7896-44F9-7281434DEE93}"/>
          </ac:spMkLst>
        </pc:spChg>
        <pc:spChg chg="mod ord">
          <ac:chgData name="Nishiyama, Kazuki 1" userId="c57e64d9-7695-4079-b9fa-694d9782bf04" providerId="ADAL" clId="{2B8D9CB8-99B7-42A4-993E-F00322DD5657}" dt="2026-09-15T17:21:13.484" v="2191"/>
          <ac:spMkLst>
            <pc:docMk/>
            <pc:sldMk cId="3398639258" sldId="741"/>
            <ac:spMk id="60" creationId="{ADA66FA4-02EE-8666-4DEB-EBF2A360A80F}"/>
          </ac:spMkLst>
        </pc:spChg>
        <pc:spChg chg="mod ord">
          <ac:chgData name="Nishiyama, Kazuki 1" userId="c57e64d9-7695-4079-b9fa-694d9782bf04" providerId="ADAL" clId="{2B8D9CB8-99B7-42A4-993E-F00322DD5657}" dt="2026-09-15T16:03:11.649" v="554"/>
          <ac:spMkLst>
            <pc:docMk/>
            <pc:sldMk cId="3398639258" sldId="741"/>
            <ac:spMk id="62" creationId="{447AF642-F376-84CE-4A06-1483A7E249A8}"/>
          </ac:spMkLst>
        </pc:spChg>
        <pc:spChg chg="mod ord topLvl">
          <ac:chgData name="Nishiyama, Kazuki 1" userId="c57e64d9-7695-4079-b9fa-694d9782bf04" providerId="ADAL" clId="{2B8D9CB8-99B7-42A4-993E-F00322DD5657}" dt="2026-09-15T17:23:02.571" v="2278"/>
          <ac:spMkLst>
            <pc:docMk/>
            <pc:sldMk cId="3398639258" sldId="741"/>
            <ac:spMk id="63" creationId="{A8C9C4D1-16E4-9743-5153-E3D65FF84496}"/>
          </ac:spMkLst>
        </pc:spChg>
        <pc:spChg chg="del topLvl">
          <ac:chgData name="Nishiyama, Kazuki 1" userId="c57e64d9-7695-4079-b9fa-694d9782bf04" providerId="ADAL" clId="{2B8D9CB8-99B7-42A4-993E-F00322DD5657}" dt="2026-09-15T15:31:38.803" v="53" actId="478"/>
          <ac:spMkLst>
            <pc:docMk/>
            <pc:sldMk cId="3398639258" sldId="741"/>
            <ac:spMk id="64" creationId="{CA221309-BBCD-139C-E25C-42C2C5D26778}"/>
          </ac:spMkLst>
        </pc:spChg>
        <pc:spChg chg="mod ord">
          <ac:chgData name="Nishiyama, Kazuki 1" userId="c57e64d9-7695-4079-b9fa-694d9782bf04" providerId="ADAL" clId="{2B8D9CB8-99B7-42A4-993E-F00322DD5657}" dt="2026-09-15T16:03:11.649" v="556"/>
          <ac:spMkLst>
            <pc:docMk/>
            <pc:sldMk cId="3398639258" sldId="741"/>
            <ac:spMk id="73" creationId="{6FFAEFDA-1D27-D0E5-58BA-D1CDA0F749F3}"/>
          </ac:spMkLst>
        </pc:spChg>
        <pc:spChg chg="mod ord">
          <ac:chgData name="Nishiyama, Kazuki 1" userId="c57e64d9-7695-4079-b9fa-694d9782bf04" providerId="ADAL" clId="{2B8D9CB8-99B7-42A4-993E-F00322DD5657}" dt="2026-09-16T00:51:19.761" v="4821" actId="20577"/>
          <ac:spMkLst>
            <pc:docMk/>
            <pc:sldMk cId="3398639258" sldId="741"/>
            <ac:spMk id="75" creationId="{B627FAEB-5A23-3A4B-6042-BDC2912CDDD6}"/>
          </ac:spMkLst>
        </pc:spChg>
        <pc:spChg chg="mod ord topLvl">
          <ac:chgData name="Nishiyama, Kazuki 1" userId="c57e64d9-7695-4079-b9fa-694d9782bf04" providerId="ADAL" clId="{2B8D9CB8-99B7-42A4-993E-F00322DD5657}" dt="2026-09-15T17:23:23.447" v="2302"/>
          <ac:spMkLst>
            <pc:docMk/>
            <pc:sldMk cId="3398639258" sldId="741"/>
            <ac:spMk id="76" creationId="{3210CD0F-0185-A2CE-4B32-2D8183C1FE90}"/>
          </ac:spMkLst>
        </pc:spChg>
        <pc:spChg chg="del topLvl">
          <ac:chgData name="Nishiyama, Kazuki 1" userId="c57e64d9-7695-4079-b9fa-694d9782bf04" providerId="ADAL" clId="{2B8D9CB8-99B7-42A4-993E-F00322DD5657}" dt="2026-09-15T15:31:17.465" v="47" actId="478"/>
          <ac:spMkLst>
            <pc:docMk/>
            <pc:sldMk cId="3398639258" sldId="741"/>
            <ac:spMk id="80" creationId="{795B8773-A3EA-8239-9963-3393025CB01D}"/>
          </ac:spMkLst>
        </pc:spChg>
        <pc:spChg chg="mod ord">
          <ac:chgData name="Nishiyama, Kazuki 1" userId="c57e64d9-7695-4079-b9fa-694d9782bf04" providerId="ADAL" clId="{2B8D9CB8-99B7-42A4-993E-F00322DD5657}" dt="2026-09-15T16:03:11.650" v="562"/>
          <ac:spMkLst>
            <pc:docMk/>
            <pc:sldMk cId="3398639258" sldId="741"/>
            <ac:spMk id="82" creationId="{DCD9A814-6678-244C-BEE0-A4F81C95C643}"/>
          </ac:spMkLst>
        </pc:spChg>
        <pc:spChg chg="mod ord">
          <ac:chgData name="Nishiyama, Kazuki 1" userId="c57e64d9-7695-4079-b9fa-694d9782bf04" providerId="ADAL" clId="{2B8D9CB8-99B7-42A4-993E-F00322DD5657}" dt="2026-09-15T16:03:11.651" v="566"/>
          <ac:spMkLst>
            <pc:docMk/>
            <pc:sldMk cId="3398639258" sldId="741"/>
            <ac:spMk id="84" creationId="{6136D244-10BC-1DFA-29FF-14D93D8B9534}"/>
          </ac:spMkLst>
        </pc:spChg>
        <pc:spChg chg="mod ord topLvl">
          <ac:chgData name="Nishiyama, Kazuki 1" userId="c57e64d9-7695-4079-b9fa-694d9782bf04" providerId="ADAL" clId="{2B8D9CB8-99B7-42A4-993E-F00322DD5657}" dt="2026-09-15T17:23:45.876" v="2392"/>
          <ac:spMkLst>
            <pc:docMk/>
            <pc:sldMk cId="3398639258" sldId="741"/>
            <ac:spMk id="85" creationId="{1295D54C-3B30-0559-3136-6BAE50C1F78F}"/>
          </ac:spMkLst>
        </pc:spChg>
        <pc:spChg chg="del topLvl">
          <ac:chgData name="Nishiyama, Kazuki 1" userId="c57e64d9-7695-4079-b9fa-694d9782bf04" providerId="ADAL" clId="{2B8D9CB8-99B7-42A4-993E-F00322DD5657}" dt="2026-09-15T15:31:19.848" v="48" actId="478"/>
          <ac:spMkLst>
            <pc:docMk/>
            <pc:sldMk cId="3398639258" sldId="741"/>
            <ac:spMk id="86" creationId="{EABB446E-D8C2-1A50-2CAF-7CB46B956D0C}"/>
          </ac:spMkLst>
        </pc:spChg>
        <pc:spChg chg="mod">
          <ac:chgData name="Nishiyama, Kazuki 1" userId="c57e64d9-7695-4079-b9fa-694d9782bf04" providerId="ADAL" clId="{2B8D9CB8-99B7-42A4-993E-F00322DD5657}" dt="2026-09-15T16:02:21.120" v="406" actId="164"/>
          <ac:spMkLst>
            <pc:docMk/>
            <pc:sldMk cId="3398639258" sldId="741"/>
            <ac:spMk id="92" creationId="{F7860F00-541C-551F-9636-CC7BF2477317}"/>
          </ac:spMkLst>
        </pc:spChg>
        <pc:spChg chg="mod ord">
          <ac:chgData name="Nishiyama, Kazuki 1" userId="c57e64d9-7695-4079-b9fa-694d9782bf04" providerId="ADAL" clId="{2B8D9CB8-99B7-42A4-993E-F00322DD5657}" dt="2026-09-15T16:03:18.064" v="602" actId="554"/>
          <ac:spMkLst>
            <pc:docMk/>
            <pc:sldMk cId="3398639258" sldId="741"/>
            <ac:spMk id="94" creationId="{A10F72DA-3EDA-3C54-8291-94181BCF53BB}"/>
          </ac:spMkLst>
        </pc:spChg>
        <pc:spChg chg="mod">
          <ac:chgData name="Nishiyama, Kazuki 1" userId="c57e64d9-7695-4079-b9fa-694d9782bf04" providerId="ADAL" clId="{2B8D9CB8-99B7-42A4-993E-F00322DD5657}" dt="2026-09-15T16:02:21.120" v="406" actId="164"/>
          <ac:spMkLst>
            <pc:docMk/>
            <pc:sldMk cId="3398639258" sldId="741"/>
            <ac:spMk id="98" creationId="{17AEF5C7-210E-7D4B-8A3B-33C4D85775CF}"/>
          </ac:spMkLst>
        </pc:spChg>
        <pc:spChg chg="mod ord">
          <ac:chgData name="Nishiyama, Kazuki 1" userId="c57e64d9-7695-4079-b9fa-694d9782bf04" providerId="ADAL" clId="{2B8D9CB8-99B7-42A4-993E-F00322DD5657}" dt="2026-09-15T16:03:18.064" v="602" actId="554"/>
          <ac:spMkLst>
            <pc:docMk/>
            <pc:sldMk cId="3398639258" sldId="741"/>
            <ac:spMk id="99" creationId="{C7AFE47F-2FFD-CDC4-218C-D1FC9E95E417}"/>
          </ac:spMkLst>
        </pc:spChg>
        <pc:spChg chg="mod">
          <ac:chgData name="Nishiyama, Kazuki 1" userId="c57e64d9-7695-4079-b9fa-694d9782bf04" providerId="ADAL" clId="{2B8D9CB8-99B7-42A4-993E-F00322DD5657}" dt="2026-09-15T16:02:21.120" v="406" actId="164"/>
          <ac:spMkLst>
            <pc:docMk/>
            <pc:sldMk cId="3398639258" sldId="741"/>
            <ac:spMk id="103" creationId="{C82E00E2-FF4F-663F-253F-20C37630305A}"/>
          </ac:spMkLst>
        </pc:spChg>
        <pc:spChg chg="mod ord">
          <ac:chgData name="Nishiyama, Kazuki 1" userId="c57e64d9-7695-4079-b9fa-694d9782bf04" providerId="ADAL" clId="{2B8D9CB8-99B7-42A4-993E-F00322DD5657}" dt="2026-09-15T16:53:05.241" v="1337" actId="20577"/>
          <ac:spMkLst>
            <pc:docMk/>
            <pc:sldMk cId="3398639258" sldId="741"/>
            <ac:spMk id="104" creationId="{8F7837A0-E239-E14F-3690-A7EEEB9784F6}"/>
          </ac:spMkLst>
        </pc:spChg>
        <pc:spChg chg="mod">
          <ac:chgData name="Nishiyama, Kazuki 1" userId="c57e64d9-7695-4079-b9fa-694d9782bf04" providerId="ADAL" clId="{2B8D9CB8-99B7-42A4-993E-F00322DD5657}" dt="2026-09-15T16:02:21.120" v="406" actId="164"/>
          <ac:spMkLst>
            <pc:docMk/>
            <pc:sldMk cId="3398639258" sldId="741"/>
            <ac:spMk id="105" creationId="{812D3779-2ED2-B3BF-C090-B4ED8FBEE678}"/>
          </ac:spMkLst>
        </pc:spChg>
        <pc:spChg chg="mod ord">
          <ac:chgData name="Nishiyama, Kazuki 1" userId="c57e64d9-7695-4079-b9fa-694d9782bf04" providerId="ADAL" clId="{2B8D9CB8-99B7-42A4-993E-F00322DD5657}" dt="2026-09-15T16:53:19.651" v="1340" actId="20577"/>
          <ac:spMkLst>
            <pc:docMk/>
            <pc:sldMk cId="3398639258" sldId="741"/>
            <ac:spMk id="106" creationId="{A3B51FAA-D0A5-3355-8857-CFB46415B729}"/>
          </ac:spMkLst>
        </pc:spChg>
        <pc:spChg chg="mod">
          <ac:chgData name="Nishiyama, Kazuki 1" userId="c57e64d9-7695-4079-b9fa-694d9782bf04" providerId="ADAL" clId="{2B8D9CB8-99B7-42A4-993E-F00322DD5657}" dt="2026-09-15T16:02:21.120" v="406" actId="164"/>
          <ac:spMkLst>
            <pc:docMk/>
            <pc:sldMk cId="3398639258" sldId="741"/>
            <ac:spMk id="108" creationId="{D7B4BD0A-78B0-BABE-B0B4-7D1F72D07EDF}"/>
          </ac:spMkLst>
        </pc:spChg>
        <pc:spChg chg="mod ord">
          <ac:chgData name="Nishiyama, Kazuki 1" userId="c57e64d9-7695-4079-b9fa-694d9782bf04" providerId="ADAL" clId="{2B8D9CB8-99B7-42A4-993E-F00322DD5657}" dt="2026-09-15T16:53:58.935" v="1376" actId="20577"/>
          <ac:spMkLst>
            <pc:docMk/>
            <pc:sldMk cId="3398639258" sldId="741"/>
            <ac:spMk id="109" creationId="{47CE46E9-8FB8-0853-D0FC-844550F00B37}"/>
          </ac:spMkLst>
        </pc:spChg>
        <pc:spChg chg="mod ord">
          <ac:chgData name="Nishiyama, Kazuki 1" userId="c57e64d9-7695-4079-b9fa-694d9782bf04" providerId="ADAL" clId="{2B8D9CB8-99B7-42A4-993E-F00322DD5657}" dt="2026-09-15T16:54:02.678" v="1378" actId="20577"/>
          <ac:spMkLst>
            <pc:docMk/>
            <pc:sldMk cId="3398639258" sldId="741"/>
            <ac:spMk id="110" creationId="{B21C1286-85B3-CFE4-B680-CCF4493F2CD5}"/>
          </ac:spMkLst>
        </pc:spChg>
        <pc:spChg chg="mod">
          <ac:chgData name="Nishiyama, Kazuki 1" userId="c57e64d9-7695-4079-b9fa-694d9782bf04" providerId="ADAL" clId="{2B8D9CB8-99B7-42A4-993E-F00322DD5657}" dt="2026-09-15T16:02:21.120" v="406" actId="164"/>
          <ac:spMkLst>
            <pc:docMk/>
            <pc:sldMk cId="3398639258" sldId="741"/>
            <ac:spMk id="111" creationId="{5ED34FA6-8298-5C1B-3520-B4E546E5818C}"/>
          </ac:spMkLst>
        </pc:spChg>
        <pc:spChg chg="mod ord">
          <ac:chgData name="Nishiyama, Kazuki 1" userId="c57e64d9-7695-4079-b9fa-694d9782bf04" providerId="ADAL" clId="{2B8D9CB8-99B7-42A4-993E-F00322DD5657}" dt="2026-09-15T16:03:11.652" v="572"/>
          <ac:spMkLst>
            <pc:docMk/>
            <pc:sldMk cId="3398639258" sldId="741"/>
            <ac:spMk id="114" creationId="{E6965F4D-9DC8-B239-683A-6559AC7E12A3}"/>
          </ac:spMkLst>
        </pc:spChg>
        <pc:spChg chg="mod ord">
          <ac:chgData name="Nishiyama, Kazuki 1" userId="c57e64d9-7695-4079-b9fa-694d9782bf04" providerId="ADAL" clId="{2B8D9CB8-99B7-42A4-993E-F00322DD5657}" dt="2026-09-15T16:03:11.652" v="574"/>
          <ac:spMkLst>
            <pc:docMk/>
            <pc:sldMk cId="3398639258" sldId="741"/>
            <ac:spMk id="115" creationId="{368CE25A-2094-8B78-81FE-D7BB0A45C808}"/>
          </ac:spMkLst>
        </pc:spChg>
        <pc:spChg chg="add del mod ord">
          <ac:chgData name="Nishiyama, Kazuki 1" userId="c57e64d9-7695-4079-b9fa-694d9782bf04" providerId="ADAL" clId="{2B8D9CB8-99B7-42A4-993E-F00322DD5657}" dt="2026-09-15T16:53:13.860" v="1338" actId="20577"/>
          <ac:spMkLst>
            <pc:docMk/>
            <pc:sldMk cId="3398639258" sldId="741"/>
            <ac:spMk id="116" creationId="{4E114599-AA00-0BF1-2337-BA04649F90CD}"/>
          </ac:spMkLst>
        </pc:spChg>
        <pc:spChg chg="mod ord">
          <ac:chgData name="Nishiyama, Kazuki 1" userId="c57e64d9-7695-4079-b9fa-694d9782bf04" providerId="ADAL" clId="{2B8D9CB8-99B7-42A4-993E-F00322DD5657}" dt="2026-09-15T16:53:24.275" v="1344" actId="20577"/>
          <ac:spMkLst>
            <pc:docMk/>
            <pc:sldMk cId="3398639258" sldId="741"/>
            <ac:spMk id="117" creationId="{A906E355-75AF-FC16-5790-90B3DE1DF9E2}"/>
          </ac:spMkLst>
        </pc:spChg>
        <pc:spChg chg="mod ord">
          <ac:chgData name="Nishiyama, Kazuki 1" userId="c57e64d9-7695-4079-b9fa-694d9782bf04" providerId="ADAL" clId="{2B8D9CB8-99B7-42A4-993E-F00322DD5657}" dt="2026-09-15T16:54:07.632" v="1380" actId="20577"/>
          <ac:spMkLst>
            <pc:docMk/>
            <pc:sldMk cId="3398639258" sldId="741"/>
            <ac:spMk id="118" creationId="{C3A33DC3-A828-9192-C939-B05AD0B7F8FC}"/>
          </ac:spMkLst>
        </pc:spChg>
        <pc:spChg chg="mod ord">
          <ac:chgData name="Nishiyama, Kazuki 1" userId="c57e64d9-7695-4079-b9fa-694d9782bf04" providerId="ADAL" clId="{2B8D9CB8-99B7-42A4-993E-F00322DD5657}" dt="2026-09-15T16:54:11.891" v="1382" actId="20577"/>
          <ac:spMkLst>
            <pc:docMk/>
            <pc:sldMk cId="3398639258" sldId="741"/>
            <ac:spMk id="119" creationId="{F7D21BA1-EEAD-E779-C336-73C07D29FD5C}"/>
          </ac:spMkLst>
        </pc:spChg>
        <pc:grpChg chg="add mod ord">
          <ac:chgData name="Nishiyama, Kazuki 1" userId="c57e64d9-7695-4079-b9fa-694d9782bf04" providerId="ADAL" clId="{2B8D9CB8-99B7-42A4-993E-F00322DD5657}" dt="2026-09-15T16:03:11.651" v="568"/>
          <ac:grpSpMkLst>
            <pc:docMk/>
            <pc:sldMk cId="3398639258" sldId="741"/>
            <ac:grpSpMk id="3" creationId="{1B1347BC-FB2F-038F-F4D0-75FDF8F403E7}"/>
          </ac:grpSpMkLst>
        </pc:grpChg>
        <pc:grpChg chg="del">
          <ac:chgData name="Nishiyama, Kazuki 1" userId="c57e64d9-7695-4079-b9fa-694d9782bf04" providerId="ADAL" clId="{2B8D9CB8-99B7-42A4-993E-F00322DD5657}" dt="2026-09-15T15:29:29.436" v="36" actId="478"/>
          <ac:grpSpMkLst>
            <pc:docMk/>
            <pc:sldMk cId="3398639258" sldId="741"/>
            <ac:grpSpMk id="49" creationId="{72A3C705-942C-B793-D7ED-FE88730B138F}"/>
          </ac:grpSpMkLst>
        </pc:grpChg>
        <pc:grpChg chg="del">
          <ac:chgData name="Nishiyama, Kazuki 1" userId="c57e64d9-7695-4079-b9fa-694d9782bf04" providerId="ADAL" clId="{2B8D9CB8-99B7-42A4-993E-F00322DD5657}" dt="2026-09-15T15:31:38.803" v="53" actId="478"/>
          <ac:grpSpMkLst>
            <pc:docMk/>
            <pc:sldMk cId="3398639258" sldId="741"/>
            <ac:grpSpMk id="61" creationId="{4F5AE876-75D9-AB5C-0BA8-4C486030DDD7}"/>
          </ac:grpSpMkLst>
        </pc:grpChg>
        <pc:grpChg chg="del">
          <ac:chgData name="Nishiyama, Kazuki 1" userId="c57e64d9-7695-4079-b9fa-694d9782bf04" providerId="ADAL" clId="{2B8D9CB8-99B7-42A4-993E-F00322DD5657}" dt="2026-09-15T15:31:17.465" v="47" actId="478"/>
          <ac:grpSpMkLst>
            <pc:docMk/>
            <pc:sldMk cId="3398639258" sldId="741"/>
            <ac:grpSpMk id="74" creationId="{647EDB0A-E967-3325-1248-1807002CDE6F}"/>
          </ac:grpSpMkLst>
        </pc:grpChg>
        <pc:grpChg chg="del">
          <ac:chgData name="Nishiyama, Kazuki 1" userId="c57e64d9-7695-4079-b9fa-694d9782bf04" providerId="ADAL" clId="{2B8D9CB8-99B7-42A4-993E-F00322DD5657}" dt="2026-09-15T15:31:19.848" v="48" actId="478"/>
          <ac:grpSpMkLst>
            <pc:docMk/>
            <pc:sldMk cId="3398639258" sldId="741"/>
            <ac:grpSpMk id="83" creationId="{9ED203D6-FCC1-4747-16B0-92B2A553DD85}"/>
          </ac:grpSpMkLst>
        </pc:grpChg>
        <pc:graphicFrameChg chg="mod">
          <ac:chgData name="Nishiyama, Kazuki 1" userId="c57e64d9-7695-4079-b9fa-694d9782bf04" providerId="ADAL" clId="{2B8D9CB8-99B7-42A4-993E-F00322DD5657}" dt="2026-09-16T00:48:26.854" v="4814"/>
          <ac:graphicFrameMkLst>
            <pc:docMk/>
            <pc:sldMk cId="3398639258" sldId="741"/>
            <ac:graphicFrameMk id="44" creationId="{0DF3A4A1-2A6C-2CB8-C6ED-027A1A1EC8B6}"/>
          </ac:graphicFrameMkLst>
        </pc:graphicFrameChg>
        <pc:picChg chg="mod">
          <ac:chgData name="Nishiyama, Kazuki 1" userId="c57e64d9-7695-4079-b9fa-694d9782bf04" providerId="ADAL" clId="{2B8D9CB8-99B7-42A4-993E-F00322DD5657}" dt="2026-09-15T16:02:21.120" v="406" actId="164"/>
          <ac:picMkLst>
            <pc:docMk/>
            <pc:sldMk cId="3398639258" sldId="741"/>
            <ac:picMk id="6" creationId="{5F6E4F2C-577E-E54C-0320-75524D773100}"/>
          </ac:picMkLst>
        </pc:picChg>
      </pc:sldChg>
      <pc:sldChg chg="addSp delSp modSp mod">
        <pc:chgData name="Nishiyama, Kazuki 1" userId="c57e64d9-7695-4079-b9fa-694d9782bf04" providerId="ADAL" clId="{2B8D9CB8-99B7-42A4-993E-F00322DD5657}" dt="2026-09-16T02:59:13.474" v="5431" actId="1036"/>
        <pc:sldMkLst>
          <pc:docMk/>
          <pc:sldMk cId="726953620" sldId="742"/>
        </pc:sldMkLst>
        <pc:spChg chg="mod">
          <ac:chgData name="Nishiyama, Kazuki 1" userId="c57e64d9-7695-4079-b9fa-694d9782bf04" providerId="ADAL" clId="{2B8D9CB8-99B7-42A4-993E-F00322DD5657}" dt="2026-09-15T16:21:37.315" v="814" actId="14100"/>
          <ac:spMkLst>
            <pc:docMk/>
            <pc:sldMk cId="726953620" sldId="742"/>
            <ac:spMk id="7" creationId="{CADDDBAB-37CA-875D-EF84-F0F9EA5580DF}"/>
          </ac:spMkLst>
        </pc:spChg>
        <pc:spChg chg="mod">
          <ac:chgData name="Nishiyama, Kazuki 1" userId="c57e64d9-7695-4079-b9fa-694d9782bf04" providerId="ADAL" clId="{2B8D9CB8-99B7-42A4-993E-F00322DD5657}" dt="2026-09-15T16:21:18.863" v="812" actId="14100"/>
          <ac:spMkLst>
            <pc:docMk/>
            <pc:sldMk cId="726953620" sldId="742"/>
            <ac:spMk id="9" creationId="{1783EF4A-39D8-FF81-1C1B-65E468CA71C9}"/>
          </ac:spMkLst>
        </pc:spChg>
        <pc:spChg chg="add del">
          <ac:chgData name="Nishiyama, Kazuki 1" userId="c57e64d9-7695-4079-b9fa-694d9782bf04" providerId="ADAL" clId="{2B8D9CB8-99B7-42A4-993E-F00322DD5657}" dt="2026-09-15T16:35:20.282" v="1153" actId="478"/>
          <ac:spMkLst>
            <pc:docMk/>
            <pc:sldMk cId="726953620" sldId="742"/>
            <ac:spMk id="11" creationId="{6730073C-9A76-E763-3E82-322C0862C52E}"/>
          </ac:spMkLst>
        </pc:spChg>
        <pc:spChg chg="mod">
          <ac:chgData name="Nishiyama, Kazuki 1" userId="c57e64d9-7695-4079-b9fa-694d9782bf04" providerId="ADAL" clId="{2B8D9CB8-99B7-42A4-993E-F00322DD5657}" dt="2026-09-15T18:02:30.977" v="4428"/>
          <ac:spMkLst>
            <pc:docMk/>
            <pc:sldMk cId="726953620" sldId="742"/>
            <ac:spMk id="13" creationId="{E3E51785-06C1-361F-9AF1-B2E59C27FB6D}"/>
          </ac:spMkLst>
        </pc:spChg>
        <pc:spChg chg="add del mod topLvl">
          <ac:chgData name="Nishiyama, Kazuki 1" userId="c57e64d9-7695-4079-b9fa-694d9782bf04" providerId="ADAL" clId="{2B8D9CB8-99B7-42A4-993E-F00322DD5657}" dt="2026-09-15T16:35:43.826" v="1158" actId="478"/>
          <ac:spMkLst>
            <pc:docMk/>
            <pc:sldMk cId="726953620" sldId="742"/>
            <ac:spMk id="14" creationId="{29A8ACD7-3F52-CB14-0955-82D83224B32C}"/>
          </ac:spMkLst>
        </pc:spChg>
        <pc:spChg chg="add del mod topLvl">
          <ac:chgData name="Nishiyama, Kazuki 1" userId="c57e64d9-7695-4079-b9fa-694d9782bf04" providerId="ADAL" clId="{2B8D9CB8-99B7-42A4-993E-F00322DD5657}" dt="2026-09-15T16:35:43.826" v="1158" actId="478"/>
          <ac:spMkLst>
            <pc:docMk/>
            <pc:sldMk cId="726953620" sldId="742"/>
            <ac:spMk id="16" creationId="{00E81D9C-C3E3-8687-5BA1-53EEE27BDBAC}"/>
          </ac:spMkLst>
        </pc:spChg>
        <pc:spChg chg="add mod">
          <ac:chgData name="Nishiyama, Kazuki 1" userId="c57e64d9-7695-4079-b9fa-694d9782bf04" providerId="ADAL" clId="{2B8D9CB8-99B7-42A4-993E-F00322DD5657}" dt="2026-09-15T16:57:42.538" v="1442" actId="20577"/>
          <ac:spMkLst>
            <pc:docMk/>
            <pc:sldMk cId="726953620" sldId="742"/>
            <ac:spMk id="17" creationId="{A5AEAD0F-0E13-FFB7-7EB7-7AA736E3412B}"/>
          </ac:spMkLst>
        </pc:spChg>
        <pc:spChg chg="del">
          <ac:chgData name="Nishiyama, Kazuki 1" userId="c57e64d9-7695-4079-b9fa-694d9782bf04" providerId="ADAL" clId="{2B8D9CB8-99B7-42A4-993E-F00322DD5657}" dt="2026-09-15T16:35:12.376" v="1151" actId="478"/>
          <ac:spMkLst>
            <pc:docMk/>
            <pc:sldMk cId="726953620" sldId="742"/>
            <ac:spMk id="19" creationId="{3BF973B6-B2FB-64D6-B2AE-A84F6D89188C}"/>
          </ac:spMkLst>
        </pc:spChg>
        <pc:spChg chg="mod topLvl">
          <ac:chgData name="Nishiyama, Kazuki 1" userId="c57e64d9-7695-4079-b9fa-694d9782bf04" providerId="ADAL" clId="{2B8D9CB8-99B7-42A4-993E-F00322DD5657}" dt="2026-09-15T16:21:14.977" v="811" actId="165"/>
          <ac:spMkLst>
            <pc:docMk/>
            <pc:sldMk cId="726953620" sldId="742"/>
            <ac:spMk id="21" creationId="{E2110B7B-08F1-779C-39A1-89FC4D075621}"/>
          </ac:spMkLst>
        </pc:spChg>
        <pc:spChg chg="add del mod topLvl">
          <ac:chgData name="Nishiyama, Kazuki 1" userId="c57e64d9-7695-4079-b9fa-694d9782bf04" providerId="ADAL" clId="{2B8D9CB8-99B7-42A4-993E-F00322DD5657}" dt="2026-09-15T16:35:43.826" v="1158" actId="478"/>
          <ac:spMkLst>
            <pc:docMk/>
            <pc:sldMk cId="726953620" sldId="742"/>
            <ac:spMk id="22" creationId="{94A8D4F7-74AB-1221-F0A3-902ED2982FB1}"/>
          </ac:spMkLst>
        </pc:spChg>
        <pc:spChg chg="del mod">
          <ac:chgData name="Nishiyama, Kazuki 1" userId="c57e64d9-7695-4079-b9fa-694d9782bf04" providerId="ADAL" clId="{2B8D9CB8-99B7-42A4-993E-F00322DD5657}" dt="2026-09-15T16:23:54.741" v="847" actId="478"/>
          <ac:spMkLst>
            <pc:docMk/>
            <pc:sldMk cId="726953620" sldId="742"/>
            <ac:spMk id="23" creationId="{E3007481-D42D-D07B-6E2B-B72213F2FCE7}"/>
          </ac:spMkLst>
        </pc:spChg>
        <pc:spChg chg="del">
          <ac:chgData name="Nishiyama, Kazuki 1" userId="c57e64d9-7695-4079-b9fa-694d9782bf04" providerId="ADAL" clId="{2B8D9CB8-99B7-42A4-993E-F00322DD5657}" dt="2026-09-15T16:23:54.741" v="847" actId="478"/>
          <ac:spMkLst>
            <pc:docMk/>
            <pc:sldMk cId="726953620" sldId="742"/>
            <ac:spMk id="24" creationId="{38E27669-73F7-7F52-1E65-7B2F6DDBD7D3}"/>
          </ac:spMkLst>
        </pc:spChg>
        <pc:spChg chg="add mod">
          <ac:chgData name="Nishiyama, Kazuki 1" userId="c57e64d9-7695-4079-b9fa-694d9782bf04" providerId="ADAL" clId="{2B8D9CB8-99B7-42A4-993E-F00322DD5657}" dt="2026-09-15T16:57:37.684" v="1440" actId="20577"/>
          <ac:spMkLst>
            <pc:docMk/>
            <pc:sldMk cId="726953620" sldId="742"/>
            <ac:spMk id="25" creationId="{37704A54-7629-D5B0-11C0-A333D4B6EA6C}"/>
          </ac:spMkLst>
        </pc:spChg>
        <pc:spChg chg="del mod">
          <ac:chgData name="Nishiyama, Kazuki 1" userId="c57e64d9-7695-4079-b9fa-694d9782bf04" providerId="ADAL" clId="{2B8D9CB8-99B7-42A4-993E-F00322DD5657}" dt="2026-09-15T16:21:31.217" v="813" actId="478"/>
          <ac:spMkLst>
            <pc:docMk/>
            <pc:sldMk cId="726953620" sldId="742"/>
            <ac:spMk id="26" creationId="{3BEA67EE-8199-4EBA-F17A-FA392BEBD197}"/>
          </ac:spMkLst>
        </pc:spChg>
        <pc:spChg chg="mod topLvl">
          <ac:chgData name="Nishiyama, Kazuki 1" userId="c57e64d9-7695-4079-b9fa-694d9782bf04" providerId="ADAL" clId="{2B8D9CB8-99B7-42A4-993E-F00322DD5657}" dt="2026-09-15T16:21:14.977" v="811" actId="165"/>
          <ac:spMkLst>
            <pc:docMk/>
            <pc:sldMk cId="726953620" sldId="742"/>
            <ac:spMk id="28" creationId="{6C1BFC67-EFD0-1BCD-AB41-2B8FD99D252C}"/>
          </ac:spMkLst>
        </pc:spChg>
        <pc:spChg chg="del">
          <ac:chgData name="Nishiyama, Kazuki 1" userId="c57e64d9-7695-4079-b9fa-694d9782bf04" providerId="ADAL" clId="{2B8D9CB8-99B7-42A4-993E-F00322DD5657}" dt="2026-09-15T16:23:54.741" v="847" actId="478"/>
          <ac:spMkLst>
            <pc:docMk/>
            <pc:sldMk cId="726953620" sldId="742"/>
            <ac:spMk id="29" creationId="{6115FBA8-F2FF-8D8D-88C7-2A9C142AB25C}"/>
          </ac:spMkLst>
        </pc:spChg>
        <pc:spChg chg="del">
          <ac:chgData name="Nishiyama, Kazuki 1" userId="c57e64d9-7695-4079-b9fa-694d9782bf04" providerId="ADAL" clId="{2B8D9CB8-99B7-42A4-993E-F00322DD5657}" dt="2026-09-15T16:23:54.741" v="847" actId="478"/>
          <ac:spMkLst>
            <pc:docMk/>
            <pc:sldMk cId="726953620" sldId="742"/>
            <ac:spMk id="31" creationId="{9D9370CE-A5D3-0480-2656-7D756835C4D6}"/>
          </ac:spMkLst>
        </pc:spChg>
        <pc:spChg chg="add mod">
          <ac:chgData name="Nishiyama, Kazuki 1" userId="c57e64d9-7695-4079-b9fa-694d9782bf04" providerId="ADAL" clId="{2B8D9CB8-99B7-42A4-993E-F00322DD5657}" dt="2026-09-15T16:57:30.252" v="1436" actId="20577"/>
          <ac:spMkLst>
            <pc:docMk/>
            <pc:sldMk cId="726953620" sldId="742"/>
            <ac:spMk id="33" creationId="{DF7CC1F0-546B-014E-DD14-881AEA390E07}"/>
          </ac:spMkLst>
        </pc:spChg>
        <pc:spChg chg="mod">
          <ac:chgData name="Nishiyama, Kazuki 1" userId="c57e64d9-7695-4079-b9fa-694d9782bf04" providerId="ADAL" clId="{2B8D9CB8-99B7-42A4-993E-F00322DD5657}" dt="2026-09-16T02:58:56.558" v="5428" actId="242"/>
          <ac:spMkLst>
            <pc:docMk/>
            <pc:sldMk cId="726953620" sldId="742"/>
            <ac:spMk id="34" creationId="{7F95F564-1DFF-86C0-6620-6F22F80900C9}"/>
          </ac:spMkLst>
        </pc:spChg>
        <pc:spChg chg="add mod">
          <ac:chgData name="Nishiyama, Kazuki 1" userId="c57e64d9-7695-4079-b9fa-694d9782bf04" providerId="ADAL" clId="{2B8D9CB8-99B7-42A4-993E-F00322DD5657}" dt="2026-09-15T17:49:54.464" v="3747" actId="1076"/>
          <ac:spMkLst>
            <pc:docMk/>
            <pc:sldMk cId="726953620" sldId="742"/>
            <ac:spMk id="37" creationId="{A7D6C7D3-FD4A-338C-29AE-BCBCE8CAA25F}"/>
          </ac:spMkLst>
        </pc:spChg>
        <pc:spChg chg="add mod">
          <ac:chgData name="Nishiyama, Kazuki 1" userId="c57e64d9-7695-4079-b9fa-694d9782bf04" providerId="ADAL" clId="{2B8D9CB8-99B7-42A4-993E-F00322DD5657}" dt="2026-09-15T16:57:33.279" v="1438" actId="20577"/>
          <ac:spMkLst>
            <pc:docMk/>
            <pc:sldMk cId="726953620" sldId="742"/>
            <ac:spMk id="38" creationId="{892D721E-D130-6E48-C566-98956DB6F663}"/>
          </ac:spMkLst>
        </pc:spChg>
        <pc:spChg chg="mod topLvl">
          <ac:chgData name="Nishiyama, Kazuki 1" userId="c57e64d9-7695-4079-b9fa-694d9782bf04" providerId="ADAL" clId="{2B8D9CB8-99B7-42A4-993E-F00322DD5657}" dt="2026-09-15T16:21:14.977" v="811" actId="165"/>
          <ac:spMkLst>
            <pc:docMk/>
            <pc:sldMk cId="726953620" sldId="742"/>
            <ac:spMk id="39" creationId="{F0168069-3FA8-7932-8ABC-4456D1EFDDC3}"/>
          </ac:spMkLst>
        </pc:spChg>
        <pc:spChg chg="add del mod">
          <ac:chgData name="Nishiyama, Kazuki 1" userId="c57e64d9-7695-4079-b9fa-694d9782bf04" providerId="ADAL" clId="{2B8D9CB8-99B7-42A4-993E-F00322DD5657}" dt="2026-09-15T17:13:30.730" v="1741" actId="478"/>
          <ac:spMkLst>
            <pc:docMk/>
            <pc:sldMk cId="726953620" sldId="742"/>
            <ac:spMk id="40" creationId="{96F7B0A9-1D85-D90D-079C-35EF63B4B05F}"/>
          </ac:spMkLst>
        </pc:spChg>
        <pc:spChg chg="add del mod">
          <ac:chgData name="Nishiyama, Kazuki 1" userId="c57e64d9-7695-4079-b9fa-694d9782bf04" providerId="ADAL" clId="{2B8D9CB8-99B7-42A4-993E-F00322DD5657}" dt="2026-09-15T17:13:44.858" v="1744" actId="478"/>
          <ac:spMkLst>
            <pc:docMk/>
            <pc:sldMk cId="726953620" sldId="742"/>
            <ac:spMk id="41" creationId="{60C9D916-1228-2FF6-1399-CBCB8E27DF8F}"/>
          </ac:spMkLst>
        </pc:spChg>
        <pc:spChg chg="add del mod">
          <ac:chgData name="Nishiyama, Kazuki 1" userId="c57e64d9-7695-4079-b9fa-694d9782bf04" providerId="ADAL" clId="{2B8D9CB8-99B7-42A4-993E-F00322DD5657}" dt="2026-09-15T17:13:30.730" v="1741" actId="478"/>
          <ac:spMkLst>
            <pc:docMk/>
            <pc:sldMk cId="726953620" sldId="742"/>
            <ac:spMk id="42" creationId="{E363B52B-440F-1E45-48B0-ED9B59EA0DC5}"/>
          </ac:spMkLst>
        </pc:spChg>
        <pc:spChg chg="add del mod">
          <ac:chgData name="Nishiyama, Kazuki 1" userId="c57e64d9-7695-4079-b9fa-694d9782bf04" providerId="ADAL" clId="{2B8D9CB8-99B7-42A4-993E-F00322DD5657}" dt="2026-09-15T17:13:30.730" v="1741" actId="478"/>
          <ac:spMkLst>
            <pc:docMk/>
            <pc:sldMk cId="726953620" sldId="742"/>
            <ac:spMk id="43" creationId="{EACFBB64-30EB-7FC7-808A-DF742E9AD68E}"/>
          </ac:spMkLst>
        </pc:spChg>
        <pc:spChg chg="add del mod">
          <ac:chgData name="Nishiyama, Kazuki 1" userId="c57e64d9-7695-4079-b9fa-694d9782bf04" providerId="ADAL" clId="{2B8D9CB8-99B7-42A4-993E-F00322DD5657}" dt="2026-09-15T17:13:30.730" v="1741" actId="478"/>
          <ac:spMkLst>
            <pc:docMk/>
            <pc:sldMk cId="726953620" sldId="742"/>
            <ac:spMk id="44" creationId="{67A32FE9-3C29-900F-CBBC-899341BD220E}"/>
          </ac:spMkLst>
        </pc:spChg>
        <pc:spChg chg="add mod">
          <ac:chgData name="Nishiyama, Kazuki 1" userId="c57e64d9-7695-4079-b9fa-694d9782bf04" providerId="ADAL" clId="{2B8D9CB8-99B7-42A4-993E-F00322DD5657}" dt="2026-09-15T17:14:16.413" v="1763" actId="553"/>
          <ac:spMkLst>
            <pc:docMk/>
            <pc:sldMk cId="726953620" sldId="742"/>
            <ac:spMk id="45" creationId="{16D34450-E50E-CB26-1B1D-D02BDBA51C72}"/>
          </ac:spMkLst>
        </pc:spChg>
        <pc:spChg chg="add mod">
          <ac:chgData name="Nishiyama, Kazuki 1" userId="c57e64d9-7695-4079-b9fa-694d9782bf04" providerId="ADAL" clId="{2B8D9CB8-99B7-42A4-993E-F00322DD5657}" dt="2026-09-15T17:14:24.043" v="1769" actId="1038"/>
          <ac:spMkLst>
            <pc:docMk/>
            <pc:sldMk cId="726953620" sldId="742"/>
            <ac:spMk id="46" creationId="{60CAB325-2271-87E1-0349-DE4332C15EF3}"/>
          </ac:spMkLst>
        </pc:spChg>
        <pc:spChg chg="add mod">
          <ac:chgData name="Nishiyama, Kazuki 1" userId="c57e64d9-7695-4079-b9fa-694d9782bf04" providerId="ADAL" clId="{2B8D9CB8-99B7-42A4-993E-F00322DD5657}" dt="2026-09-15T17:14:16.413" v="1763" actId="553"/>
          <ac:spMkLst>
            <pc:docMk/>
            <pc:sldMk cId="726953620" sldId="742"/>
            <ac:spMk id="47" creationId="{2876E742-D203-B83F-FD13-E656E5130CC7}"/>
          </ac:spMkLst>
        </pc:spChg>
        <pc:spChg chg="add mod">
          <ac:chgData name="Nishiyama, Kazuki 1" userId="c57e64d9-7695-4079-b9fa-694d9782bf04" providerId="ADAL" clId="{2B8D9CB8-99B7-42A4-993E-F00322DD5657}" dt="2026-09-15T17:14:16.413" v="1763" actId="553"/>
          <ac:spMkLst>
            <pc:docMk/>
            <pc:sldMk cId="726953620" sldId="742"/>
            <ac:spMk id="48" creationId="{59536101-C698-D1D2-058E-09A9486C14FD}"/>
          </ac:spMkLst>
        </pc:spChg>
        <pc:spChg chg="add mod">
          <ac:chgData name="Nishiyama, Kazuki 1" userId="c57e64d9-7695-4079-b9fa-694d9782bf04" providerId="ADAL" clId="{2B8D9CB8-99B7-42A4-993E-F00322DD5657}" dt="2026-09-15T17:14:16.413" v="1763" actId="553"/>
          <ac:spMkLst>
            <pc:docMk/>
            <pc:sldMk cId="726953620" sldId="742"/>
            <ac:spMk id="49" creationId="{F9E855EC-4520-0FD9-F263-9DDECD151D49}"/>
          </ac:spMkLst>
        </pc:spChg>
        <pc:spChg chg="add mod">
          <ac:chgData name="Nishiyama, Kazuki 1" userId="c57e64d9-7695-4079-b9fa-694d9782bf04" providerId="ADAL" clId="{2B8D9CB8-99B7-42A4-993E-F00322DD5657}" dt="2026-09-15T17:14:22.733" v="1765" actId="571"/>
          <ac:spMkLst>
            <pc:docMk/>
            <pc:sldMk cId="726953620" sldId="742"/>
            <ac:spMk id="50" creationId="{72E23121-CADC-DF3B-6A03-4BA5356D0E32}"/>
          </ac:spMkLst>
        </pc:spChg>
        <pc:spChg chg="mod">
          <ac:chgData name="Nishiyama, Kazuki 1" userId="c57e64d9-7695-4079-b9fa-694d9782bf04" providerId="ADAL" clId="{2B8D9CB8-99B7-42A4-993E-F00322DD5657}" dt="2026-09-15T16:36:17.655" v="1164" actId="14100"/>
          <ac:spMkLst>
            <pc:docMk/>
            <pc:sldMk cId="726953620" sldId="742"/>
            <ac:spMk id="80" creationId="{A2F43FAC-2CB0-5116-50F0-BA24420B42D5}"/>
          </ac:spMkLst>
        </pc:spChg>
        <pc:spChg chg="mod">
          <ac:chgData name="Nishiyama, Kazuki 1" userId="c57e64d9-7695-4079-b9fa-694d9782bf04" providerId="ADAL" clId="{2B8D9CB8-99B7-42A4-993E-F00322DD5657}" dt="2026-09-15T16:21:40.994" v="815" actId="164"/>
          <ac:spMkLst>
            <pc:docMk/>
            <pc:sldMk cId="726953620" sldId="742"/>
            <ac:spMk id="105" creationId="{746E28C6-E924-CACF-0335-5E1B206B752C}"/>
          </ac:spMkLst>
        </pc:spChg>
        <pc:spChg chg="mod topLvl">
          <ac:chgData name="Nishiyama, Kazuki 1" userId="c57e64d9-7695-4079-b9fa-694d9782bf04" providerId="ADAL" clId="{2B8D9CB8-99B7-42A4-993E-F00322DD5657}" dt="2026-09-15T16:36:06.606" v="1162" actId="14100"/>
          <ac:spMkLst>
            <pc:docMk/>
            <pc:sldMk cId="726953620" sldId="742"/>
            <ac:spMk id="111" creationId="{05FAF37A-E3D5-9855-A5BD-049EAD150C60}"/>
          </ac:spMkLst>
        </pc:spChg>
        <pc:spChg chg="mod topLvl">
          <ac:chgData name="Nishiyama, Kazuki 1" userId="c57e64d9-7695-4079-b9fa-694d9782bf04" providerId="ADAL" clId="{2B8D9CB8-99B7-42A4-993E-F00322DD5657}" dt="2026-09-15T16:21:14.977" v="811" actId="165"/>
          <ac:spMkLst>
            <pc:docMk/>
            <pc:sldMk cId="726953620" sldId="742"/>
            <ac:spMk id="114" creationId="{03F487F3-1A89-5D1F-9B81-A6B80C73CB27}"/>
          </ac:spMkLst>
        </pc:spChg>
        <pc:spChg chg="mod">
          <ac:chgData name="Nishiyama, Kazuki 1" userId="c57e64d9-7695-4079-b9fa-694d9782bf04" providerId="ADAL" clId="{2B8D9CB8-99B7-42A4-993E-F00322DD5657}" dt="2026-09-16T02:59:13.474" v="5431" actId="1036"/>
          <ac:spMkLst>
            <pc:docMk/>
            <pc:sldMk cId="726953620" sldId="742"/>
            <ac:spMk id="116" creationId="{FFCB783F-CE90-8098-9BE5-64DEFBD7D0B2}"/>
          </ac:spMkLst>
        </pc:spChg>
        <pc:grpChg chg="mod">
          <ac:chgData name="Nishiyama, Kazuki 1" userId="c57e64d9-7695-4079-b9fa-694d9782bf04" providerId="ADAL" clId="{2B8D9CB8-99B7-42A4-993E-F00322DD5657}" dt="2026-09-15T16:21:13.237" v="810" actId="1037"/>
          <ac:grpSpMkLst>
            <pc:docMk/>
            <pc:sldMk cId="726953620" sldId="742"/>
            <ac:grpSpMk id="2" creationId="{D2B3AA64-B1F4-C8F6-4315-11E47F0FD7F6}"/>
          </ac:grpSpMkLst>
        </pc:grpChg>
        <pc:grpChg chg="add mod">
          <ac:chgData name="Nishiyama, Kazuki 1" userId="c57e64d9-7695-4079-b9fa-694d9782bf04" providerId="ADAL" clId="{2B8D9CB8-99B7-42A4-993E-F00322DD5657}" dt="2026-09-15T16:21:43.843" v="824" actId="1037"/>
          <ac:grpSpMkLst>
            <pc:docMk/>
            <pc:sldMk cId="726953620" sldId="742"/>
            <ac:grpSpMk id="12" creationId="{D5796D75-6840-17F9-E954-B07A3DD6D857}"/>
          </ac:grpSpMkLst>
        </pc:grpChg>
        <pc:graphicFrameChg chg="mod">
          <ac:chgData name="Nishiyama, Kazuki 1" userId="c57e64d9-7695-4079-b9fa-694d9782bf04" providerId="ADAL" clId="{2B8D9CB8-99B7-42A4-993E-F00322DD5657}" dt="2026-09-16T00:48:26.755" v="4812"/>
          <ac:graphicFrameMkLst>
            <pc:docMk/>
            <pc:sldMk cId="726953620" sldId="742"/>
            <ac:graphicFrameMk id="54" creationId="{4BFCC3E6-5D7E-BB62-2AC3-999A9B47BD40}"/>
          </ac:graphicFrameMkLst>
        </pc:graphicFrameChg>
        <pc:graphicFrameChg chg="mod modGraphic">
          <ac:chgData name="Nishiyama, Kazuki 1" userId="c57e64d9-7695-4079-b9fa-694d9782bf04" providerId="ADAL" clId="{2B8D9CB8-99B7-42A4-993E-F00322DD5657}" dt="2026-09-15T17:49:49.099" v="3745" actId="1076"/>
          <ac:graphicFrameMkLst>
            <pc:docMk/>
            <pc:sldMk cId="726953620" sldId="742"/>
            <ac:graphicFrameMk id="120" creationId="{B003E1A3-1E30-9D0D-0514-4A2F3A00164F}"/>
          </ac:graphicFrameMkLst>
        </pc:graphicFrameChg>
        <pc:picChg chg="mod">
          <ac:chgData name="Nishiyama, Kazuki 1" userId="c57e64d9-7695-4079-b9fa-694d9782bf04" providerId="ADAL" clId="{2B8D9CB8-99B7-42A4-993E-F00322DD5657}" dt="2026-09-15T16:36:12.535" v="1163" actId="14100"/>
          <ac:picMkLst>
            <pc:docMk/>
            <pc:sldMk cId="726953620" sldId="742"/>
            <ac:picMk id="4" creationId="{BD1ABACE-9BE8-2FAA-5D41-38D96ACD43A1}"/>
          </ac:picMkLst>
        </pc:picChg>
        <pc:picChg chg="mod">
          <ac:chgData name="Nishiyama, Kazuki 1" userId="c57e64d9-7695-4079-b9fa-694d9782bf04" providerId="ADAL" clId="{2B8D9CB8-99B7-42A4-993E-F00322DD5657}" dt="2026-09-15T16:21:40.994" v="815" actId="164"/>
          <ac:picMkLst>
            <pc:docMk/>
            <pc:sldMk cId="726953620" sldId="742"/>
            <ac:picMk id="10" creationId="{B3FDEA93-D43E-D277-5469-B74745EA8FB8}"/>
          </ac:picMkLst>
        </pc:picChg>
        <pc:picChg chg="mod topLvl">
          <ac:chgData name="Nishiyama, Kazuki 1" userId="c57e64d9-7695-4079-b9fa-694d9782bf04" providerId="ADAL" clId="{2B8D9CB8-99B7-42A4-993E-F00322DD5657}" dt="2026-09-15T16:21:14.977" v="811" actId="165"/>
          <ac:picMkLst>
            <pc:docMk/>
            <pc:sldMk cId="726953620" sldId="742"/>
            <ac:picMk id="20" creationId="{FFBB3C87-4760-E8D9-E9CB-D1F4C4A115AE}"/>
          </ac:picMkLst>
        </pc:picChg>
        <pc:picChg chg="mod topLvl">
          <ac:chgData name="Nishiyama, Kazuki 1" userId="c57e64d9-7695-4079-b9fa-694d9782bf04" providerId="ADAL" clId="{2B8D9CB8-99B7-42A4-993E-F00322DD5657}" dt="2026-09-15T16:21:14.977" v="811" actId="165"/>
          <ac:picMkLst>
            <pc:docMk/>
            <pc:sldMk cId="726953620" sldId="742"/>
            <ac:picMk id="36" creationId="{E1A93863-2062-CB57-B298-C9C9190027D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1"/>
            <a:ext cx="2949575" cy="49847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6039" y="1"/>
            <a:ext cx="2949575" cy="498475"/>
          </a:xfrm>
          <a:prstGeom prst="rect">
            <a:avLst/>
          </a:prstGeom>
        </p:spPr>
        <p:txBody>
          <a:bodyPr vert="horz" lIns="91440" tIns="45720" rIns="91440" bIns="45720" rtlCol="0"/>
          <a:lstStyle>
            <a:lvl1pPr algn="r">
              <a:defRPr sz="1200"/>
            </a:lvl1pPr>
          </a:lstStyle>
          <a:p>
            <a:fld id="{D3E935DF-9414-4DFA-8768-7C36EAE75EEB}" type="datetimeFigureOut">
              <a:rPr kumimoji="1" lang="ja-JP" altLang="en-US" smtClean="0"/>
              <a:t>2026/9/15</a:t>
            </a:fld>
            <a:endParaRPr kumimoji="1" lang="ja-JP" altLang="en-US"/>
          </a:p>
        </p:txBody>
      </p:sp>
      <p:sp>
        <p:nvSpPr>
          <p:cNvPr id="4" name="スライド イメージ プレースホルダー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1038" y="4783139"/>
            <a:ext cx="5445125" cy="3913187"/>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0864"/>
            <a:ext cx="2949575" cy="498475"/>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6039" y="9440864"/>
            <a:ext cx="2949575" cy="498475"/>
          </a:xfrm>
          <a:prstGeom prst="rect">
            <a:avLst/>
          </a:prstGeom>
        </p:spPr>
        <p:txBody>
          <a:bodyPr vert="horz" lIns="91440" tIns="45720" rIns="91440" bIns="45720" rtlCol="0" anchor="b"/>
          <a:lstStyle>
            <a:lvl1pPr algn="r">
              <a:defRPr sz="1200"/>
            </a:lvl1pPr>
          </a:lstStyle>
          <a:p>
            <a:fld id="{870075FC-9CC0-4149-AD1F-C7E7EAA29882}" type="slidenum">
              <a:rPr kumimoji="1" lang="ja-JP" altLang="en-US" smtClean="0"/>
              <a:t>‹#›</a:t>
            </a:fld>
            <a:endParaRPr kumimoji="1" lang="ja-JP" altLang="en-US"/>
          </a:p>
        </p:txBody>
      </p:sp>
    </p:spTree>
    <p:extLst>
      <p:ext uri="{BB962C8B-B14F-4D97-AF65-F5344CB8AC3E}">
        <p14:creationId xmlns:p14="http://schemas.microsoft.com/office/powerpoint/2010/main" val="134014820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194413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a:p>
        </p:txBody>
      </p:sp>
      <p:sp>
        <p:nvSpPr>
          <p:cNvPr id="4" name="スライド番号プレースホルダー 3"/>
          <p:cNvSpPr>
            <a:spLocks noGrp="1"/>
          </p:cNvSpPr>
          <p:nvPr>
            <p:ph type="sldNum" sz="quarter" idx="5"/>
          </p:nvPr>
        </p:nvSpPr>
        <p:spPr/>
        <p:txBody>
          <a:bodyPr/>
          <a:lstStyle/>
          <a:p>
            <a:fld id="{870075FC-9CC0-4149-AD1F-C7E7EAA29882}" type="slidenum">
              <a:rPr kumimoji="1" lang="ja-JP" altLang="en-US" smtClean="0"/>
              <a:t>2</a:t>
            </a:fld>
            <a:endParaRPr kumimoji="1" lang="ja-JP" altLang="en-US"/>
          </a:p>
        </p:txBody>
      </p:sp>
    </p:spTree>
    <p:extLst>
      <p:ext uri="{BB962C8B-B14F-4D97-AF65-F5344CB8AC3E}">
        <p14:creationId xmlns:p14="http://schemas.microsoft.com/office/powerpoint/2010/main" val="38432051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7AE71-FB64-06B8-0460-19881644DFD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3AD73A5-64C5-A608-E9A2-DA7E5A990F0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16D6115-4343-39A6-4707-53B186D7E82D}"/>
              </a:ext>
            </a:extLst>
          </p:cNvPr>
          <p:cNvSpPr>
            <a:spLocks noGrp="1"/>
          </p:cNvSpPr>
          <p:nvPr>
            <p:ph type="body" idx="1"/>
          </p:nvPr>
        </p:nvSpPr>
        <p:spPr/>
        <p:txBody>
          <a:bodyPr/>
          <a:lstStyle/>
          <a:p>
            <a:endParaRPr lang="en-US" altLang="ja-JP"/>
          </a:p>
        </p:txBody>
      </p:sp>
      <p:sp>
        <p:nvSpPr>
          <p:cNvPr id="4" name="スライド番号プレースホルダー 3">
            <a:extLst>
              <a:ext uri="{FF2B5EF4-FFF2-40B4-BE49-F238E27FC236}">
                <a16:creationId xmlns:a16="http://schemas.microsoft.com/office/drawing/2014/main" id="{EE994600-BF43-EB53-3BE4-5087CBCDF5B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758279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C0E52-B012-AF85-D507-388AE286EDD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2DCF3B-AB88-73B7-25EB-6D7D590434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5E920A6-CC91-0265-A4B2-E3F9E4D6C039}"/>
              </a:ext>
            </a:extLst>
          </p:cNvPr>
          <p:cNvSpPr>
            <a:spLocks noGrp="1"/>
          </p:cNvSpPr>
          <p:nvPr>
            <p:ph type="body" idx="1"/>
          </p:nvPr>
        </p:nvSpPr>
        <p:spPr/>
        <p:txBody>
          <a:bodyPr/>
          <a:lstStyle/>
          <a:p>
            <a:endParaRPr lang="en-US" altLang="ja-JP"/>
          </a:p>
        </p:txBody>
      </p:sp>
      <p:sp>
        <p:nvSpPr>
          <p:cNvPr id="4" name="スライド番号プレースホルダー 3">
            <a:extLst>
              <a:ext uri="{FF2B5EF4-FFF2-40B4-BE49-F238E27FC236}">
                <a16:creationId xmlns:a16="http://schemas.microsoft.com/office/drawing/2014/main" id="{23CD25D4-420A-E9A1-B383-60174EF7ECC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345390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E111A-7AE1-C456-2899-838FDF8ECF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5801E7-710F-9EF5-E731-B48939A1D24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CB453C-0065-95CF-523B-8DB160B5C109}"/>
              </a:ext>
            </a:extLst>
          </p:cNvPr>
          <p:cNvSpPr>
            <a:spLocks noGrp="1"/>
          </p:cNvSpPr>
          <p:nvPr>
            <p:ph type="body" idx="1"/>
          </p:nvPr>
        </p:nvSpPr>
        <p:spPr/>
        <p:txBody>
          <a:bodyPr/>
          <a:lstStyle/>
          <a:p>
            <a:endParaRPr lang="en-US" altLang="ja-JP"/>
          </a:p>
        </p:txBody>
      </p:sp>
      <p:sp>
        <p:nvSpPr>
          <p:cNvPr id="4" name="スライド番号プレースホルダー 3">
            <a:extLst>
              <a:ext uri="{FF2B5EF4-FFF2-40B4-BE49-F238E27FC236}">
                <a16:creationId xmlns:a16="http://schemas.microsoft.com/office/drawing/2014/main" id="{50E45470-46FC-87E5-1E05-0E4F3EC5D1D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0930372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54A32-88AC-88DF-48EA-C8775C78941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5655F90-CEAE-1E80-7AA5-8192EEB4EE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6CD8CC-0795-5D80-2F6D-C24B6EFE8AD3}"/>
              </a:ext>
            </a:extLst>
          </p:cNvPr>
          <p:cNvSpPr>
            <a:spLocks noGrp="1"/>
          </p:cNvSpPr>
          <p:nvPr>
            <p:ph type="body" idx="1"/>
          </p:nvPr>
        </p:nvSpPr>
        <p:spPr/>
        <p:txBody>
          <a:bodyPr/>
          <a:lstStyle/>
          <a:p>
            <a:endParaRPr lang="en-US" altLang="ja-JP"/>
          </a:p>
        </p:txBody>
      </p:sp>
      <p:sp>
        <p:nvSpPr>
          <p:cNvPr id="4" name="スライド番号プレースホルダー 3">
            <a:extLst>
              <a:ext uri="{FF2B5EF4-FFF2-40B4-BE49-F238E27FC236}">
                <a16:creationId xmlns:a16="http://schemas.microsoft.com/office/drawing/2014/main" id="{D6346E80-A219-98A5-D9E4-4F258724E33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3951582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9034E-8B2D-EC13-A55E-43999D86D32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0DA384-1E0D-1220-EE4A-1A3644E7035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5D32CE4-8C47-879C-5786-182C099325BD}"/>
              </a:ext>
            </a:extLst>
          </p:cNvPr>
          <p:cNvSpPr>
            <a:spLocks noGrp="1"/>
          </p:cNvSpPr>
          <p:nvPr>
            <p:ph type="body" idx="1"/>
          </p:nvPr>
        </p:nvSpPr>
        <p:spPr/>
        <p:txBody>
          <a:bodyPr/>
          <a:lstStyle/>
          <a:p>
            <a:endParaRPr lang="en-US" altLang="ja-JP"/>
          </a:p>
        </p:txBody>
      </p:sp>
      <p:sp>
        <p:nvSpPr>
          <p:cNvPr id="4" name="スライド番号プレースホルダー 3">
            <a:extLst>
              <a:ext uri="{FF2B5EF4-FFF2-40B4-BE49-F238E27FC236}">
                <a16:creationId xmlns:a16="http://schemas.microsoft.com/office/drawing/2014/main" id="{3BDD008C-1301-DC22-5065-0D43AE9F10B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193146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F1737-5CA5-AD18-1797-F7F559A169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D3D5289-CBCF-E4C8-892D-1EA64CC8A6A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9D32F8A-9D3F-B9A4-0302-4A185FF4F917}"/>
              </a:ext>
            </a:extLst>
          </p:cNvPr>
          <p:cNvSpPr>
            <a:spLocks noGrp="1"/>
          </p:cNvSpPr>
          <p:nvPr>
            <p:ph type="body" idx="1"/>
          </p:nvPr>
        </p:nvSpPr>
        <p:spPr/>
        <p:txBody>
          <a:bodyPr/>
          <a:lstStyle/>
          <a:p>
            <a:endParaRPr lang="en-US" altLang="ja-JP"/>
          </a:p>
        </p:txBody>
      </p:sp>
      <p:sp>
        <p:nvSpPr>
          <p:cNvPr id="4" name="スライド番号プレースホルダー 3">
            <a:extLst>
              <a:ext uri="{FF2B5EF4-FFF2-40B4-BE49-F238E27FC236}">
                <a16:creationId xmlns:a16="http://schemas.microsoft.com/office/drawing/2014/main" id="{2638CF9A-6BFE-6446-7297-5D58E2F9F93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651730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896E1-5F1A-C2EE-5CDD-887F6D524AA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F81F43-186C-9823-565A-8BF3F94937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D08F392-0B7A-6AF1-A7EF-F048D031F12D}"/>
              </a:ext>
            </a:extLst>
          </p:cNvPr>
          <p:cNvSpPr>
            <a:spLocks noGrp="1"/>
          </p:cNvSpPr>
          <p:nvPr>
            <p:ph type="body" idx="1"/>
          </p:nvPr>
        </p:nvSpPr>
        <p:spPr/>
        <p:txBody>
          <a:bodyPr/>
          <a:lstStyle/>
          <a:p>
            <a:endParaRPr lang="en-US" altLang="ja-JP"/>
          </a:p>
        </p:txBody>
      </p:sp>
      <p:sp>
        <p:nvSpPr>
          <p:cNvPr id="4" name="スライド番号プレースホルダー 3">
            <a:extLst>
              <a:ext uri="{FF2B5EF4-FFF2-40B4-BE49-F238E27FC236}">
                <a16:creationId xmlns:a16="http://schemas.microsoft.com/office/drawing/2014/main" id="{FBE824E5-7B0C-A750-150D-370B891E40E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647894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BA153-DA17-E73B-82BA-2EB93B9E0C0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39B13C-9B68-C5C8-1F09-BCD2099864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87D2441-411B-81C0-C4B0-5609A0383FC1}"/>
              </a:ext>
            </a:extLst>
          </p:cNvPr>
          <p:cNvSpPr>
            <a:spLocks noGrp="1"/>
          </p:cNvSpPr>
          <p:nvPr>
            <p:ph type="body" idx="1"/>
          </p:nvPr>
        </p:nvSpPr>
        <p:spPr/>
        <p:txBody>
          <a:bodyPr/>
          <a:lstStyle/>
          <a:p>
            <a:endParaRPr lang="en-US" altLang="ja-JP"/>
          </a:p>
        </p:txBody>
      </p:sp>
      <p:sp>
        <p:nvSpPr>
          <p:cNvPr id="4" name="スライド番号プレースホルダー 3">
            <a:extLst>
              <a:ext uri="{FF2B5EF4-FFF2-40B4-BE49-F238E27FC236}">
                <a16:creationId xmlns:a16="http://schemas.microsoft.com/office/drawing/2014/main" id="{A4AB8B8A-F493-2B02-0DFF-CE836F4D853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5346987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62165-A05B-93BB-F8E2-C23489F4D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B58899E-1178-4710-09BA-D5FC4DB947F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B852F19-329B-C1C0-804F-65C8571E9334}"/>
              </a:ext>
            </a:extLst>
          </p:cNvPr>
          <p:cNvSpPr>
            <a:spLocks noGrp="1"/>
          </p:cNvSpPr>
          <p:nvPr>
            <p:ph type="body" idx="1"/>
          </p:nvPr>
        </p:nvSpPr>
        <p:spPr/>
        <p:txBody>
          <a:bodyPr/>
          <a:lstStyle/>
          <a:p>
            <a:endParaRPr lang="en-US" altLang="ja-JP"/>
          </a:p>
        </p:txBody>
      </p:sp>
      <p:sp>
        <p:nvSpPr>
          <p:cNvPr id="4" name="スライド番号プレースホルダー 3">
            <a:extLst>
              <a:ext uri="{FF2B5EF4-FFF2-40B4-BE49-F238E27FC236}">
                <a16:creationId xmlns:a16="http://schemas.microsoft.com/office/drawing/2014/main" id="{F486C4D8-5D5A-5B88-282E-AE01D9E627E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985756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slideMaster" Target="../slideMasters/slideMaster1.xml"/><Relationship Id="rId3"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themeOverride" Target="../theme/themeOverride5.xml"/><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slideMaster" Target="../slideMasters/slideMaster1.xml"/><Relationship Id="rId3" Type="http://schemas.openxmlformats.org/officeDocument/2006/relationships/image" Target="../media/image2.jpe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本編">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3E2D18EA-CEF4-1B83-3485-1E50C7CD5652}"/>
              </a:ext>
            </a:extLst>
          </p:cNvPr>
          <p:cNvSpPr/>
          <p:nvPr userDrawn="1"/>
        </p:nvSpPr>
        <p:spPr>
          <a:xfrm>
            <a:off x="0" y="0"/>
            <a:ext cx="108000" cy="68580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A73BC0AE-BA46-0953-A5B8-BED2132DFC89}"/>
              </a:ext>
            </a:extLst>
          </p:cNvPr>
          <p:cNvSpPr/>
          <p:nvPr userDrawn="1"/>
        </p:nvSpPr>
        <p:spPr>
          <a:xfrm>
            <a:off x="312000" y="260713"/>
            <a:ext cx="11880000" cy="360000"/>
          </a:xfrm>
          <a:prstGeom prst="rect">
            <a:avLst/>
          </a:prstGeom>
          <a:gradFill flip="none" rotWithShape="1">
            <a:gsLst>
              <a:gs pos="0">
                <a:schemeClr val="accent2">
                  <a:lumMod val="50000"/>
                </a:schemeClr>
              </a:gs>
              <a:gs pos="100000">
                <a:schemeClr val="accent2">
                  <a:lumMod val="40000"/>
                  <a:lumOff val="60000"/>
                </a:schemeClr>
              </a:gs>
              <a:gs pos="20000">
                <a:schemeClr val="accent2"/>
              </a:gs>
            </a:gsLst>
            <a:lin ang="0" scaled="1"/>
            <a:tileRect/>
          </a:gradFill>
          <a:ln w="25400" cap="rnd">
            <a:gradFill>
              <a:gsLst>
                <a:gs pos="20000">
                  <a:schemeClr val="accent2"/>
                </a:gs>
                <a:gs pos="0">
                  <a:schemeClr val="accent2">
                    <a:lumMod val="50000"/>
                  </a:schemeClr>
                </a:gs>
                <a:gs pos="100000">
                  <a:schemeClr val="accent2">
                    <a:lumMod val="40000"/>
                    <a:lumOff val="60000"/>
                  </a:schemeClr>
                </a:gs>
              </a:gsLst>
              <a:lin ang="0" scaled="0"/>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プレースホルダー 15">
            <a:extLst>
              <a:ext uri="{FF2B5EF4-FFF2-40B4-BE49-F238E27FC236}">
                <a16:creationId xmlns:a16="http://schemas.microsoft.com/office/drawing/2014/main" id="{F5704C66-2D58-400F-D001-99881CD3A3F4}"/>
              </a:ext>
            </a:extLst>
          </p:cNvPr>
          <p:cNvSpPr>
            <a:spLocks noGrp="1"/>
          </p:cNvSpPr>
          <p:nvPr>
            <p:ph type="body" sz="quarter" idx="11" hasCustomPrompt="1"/>
          </p:nvPr>
        </p:nvSpPr>
        <p:spPr>
          <a:xfrm>
            <a:off x="623888" y="300199"/>
            <a:ext cx="10944112" cy="216000"/>
          </a:xfrm>
          <a:prstGeom prst="rect">
            <a:avLst/>
          </a:prstGeom>
        </p:spPr>
        <p:txBody>
          <a:bodyPr wrap="square" lIns="0" tIns="36000" rIns="0" bIns="0" anchor="ctr" anchorCtr="0">
            <a:noAutofit/>
          </a:bodyPr>
          <a:lstStyle>
            <a:lvl1pPr marL="0" indent="0">
              <a:lnSpc>
                <a:spcPct val="100000"/>
              </a:lnSpc>
              <a:spcBef>
                <a:spcPts val="0"/>
              </a:spcBef>
              <a:buNone/>
              <a:defRPr sz="1600" b="1" spc="0" baseline="0">
                <a:solidFill>
                  <a:schemeClr val="bg1"/>
                </a:solidFill>
                <a:latin typeface="+mj-lt"/>
                <a:ea typeface="+mj-ea"/>
              </a:defRPr>
            </a:lvl1pPr>
            <a:lvl2pPr marL="36000" indent="0">
              <a:lnSpc>
                <a:spcPct val="100000"/>
              </a:lnSpc>
              <a:buNone/>
              <a:defRPr sz="2400" b="1">
                <a:solidFill>
                  <a:schemeClr val="accent1"/>
                </a:solidFill>
                <a:latin typeface="+mj-ea"/>
                <a:ea typeface="+mj-ea"/>
              </a:defRPr>
            </a:lvl2pPr>
            <a:lvl3pPr marL="36000" indent="0">
              <a:lnSpc>
                <a:spcPct val="100000"/>
              </a:lnSpc>
              <a:buNone/>
              <a:defRPr sz="2400" b="1">
                <a:solidFill>
                  <a:schemeClr val="accent1"/>
                </a:solidFill>
                <a:latin typeface="+mj-ea"/>
                <a:ea typeface="+mj-ea"/>
              </a:defRPr>
            </a:lvl3pPr>
            <a:lvl4pPr marL="36000" indent="0">
              <a:lnSpc>
                <a:spcPct val="100000"/>
              </a:lnSpc>
              <a:buNone/>
              <a:defRPr sz="2400" b="1">
                <a:solidFill>
                  <a:schemeClr val="accent1"/>
                </a:solidFill>
                <a:latin typeface="+mj-ea"/>
                <a:ea typeface="+mj-ea"/>
              </a:defRPr>
            </a:lvl4pPr>
            <a:lvl5pPr marL="36000" indent="0">
              <a:lnSpc>
                <a:spcPct val="100000"/>
              </a:lnSpc>
              <a:buNone/>
              <a:defRPr sz="2400" b="1">
                <a:solidFill>
                  <a:schemeClr val="accent1"/>
                </a:solidFill>
                <a:latin typeface="+mj-ea"/>
                <a:ea typeface="+mj-ea"/>
              </a:defRPr>
            </a:lvl5pPr>
          </a:lstStyle>
          <a:p>
            <a:pPr lvl="0"/>
            <a:r>
              <a:rPr kumimoji="1" lang="ja-JP" altLang="en-US"/>
              <a:t>スライドタイトル</a:t>
            </a:r>
          </a:p>
        </p:txBody>
      </p:sp>
      <p:sp>
        <p:nvSpPr>
          <p:cNvPr id="26" name="正方形/長方形 25">
            <a:extLst>
              <a:ext uri="{FF2B5EF4-FFF2-40B4-BE49-F238E27FC236}">
                <a16:creationId xmlns:a16="http://schemas.microsoft.com/office/drawing/2014/main" id="{39129D36-7209-21D1-4B49-6171A6B40572}"/>
              </a:ext>
            </a:extLst>
          </p:cNvPr>
          <p:cNvSpPr/>
          <p:nvPr userDrawn="1"/>
        </p:nvSpPr>
        <p:spPr>
          <a:xfrm>
            <a:off x="0" y="260713"/>
            <a:ext cx="180000" cy="360000"/>
          </a:xfrm>
          <a:prstGeom prst="rect">
            <a:avLst/>
          </a:prstGeom>
          <a:solidFill>
            <a:srgbClr val="011625"/>
          </a:solidFill>
          <a:ln w="25400" cap="rnd">
            <a:solidFill>
              <a:srgbClr val="011625"/>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グラフィックス 26">
            <a:extLst>
              <a:ext uri="{FF2B5EF4-FFF2-40B4-BE49-F238E27FC236}">
                <a16:creationId xmlns:a16="http://schemas.microsoft.com/office/drawing/2014/main" id="{DFC8243E-12B2-D28B-91F5-73ECC0CB1378}"/>
              </a:ext>
            </a:extLst>
          </p:cNvPr>
          <p:cNvSpPr/>
          <p:nvPr userDrawn="1"/>
        </p:nvSpPr>
        <p:spPr>
          <a:xfrm>
            <a:off x="11881061" y="6535058"/>
            <a:ext cx="240177" cy="279400"/>
          </a:xfrm>
          <a:prstGeom prst="rect">
            <a:avLst/>
          </a:prstGeom>
          <a:noFill/>
          <a:ln w="12623" cap="flat">
            <a:noFill/>
            <a:prstDash val="solid"/>
            <a:miter/>
          </a:ln>
        </p:spPr>
        <p:txBody>
          <a:bodyPr wrap="none" lIns="0" tIns="0" rIns="0" bIns="0" rtlCol="0" anchor="ctr"/>
          <a:lstStyle/>
          <a:p>
            <a:pPr algn="ctr"/>
            <a:fld id="{40C893B2-09BA-4D0D-933E-13433E6B7757}" type="slidenum">
              <a:rPr lang="en-US" altLang="ja-JP" sz="1200" b="1" spc="100" smtClean="0">
                <a:solidFill>
                  <a:schemeClr val="tx2"/>
                </a:solidFill>
                <a:latin typeface="+mj-lt"/>
              </a:rPr>
              <a:t>‹#›</a:t>
            </a:fld>
            <a:endParaRPr lang="ja-JP" altLang="en-US" sz="1200" b="1" spc="100">
              <a:solidFill>
                <a:schemeClr val="tx2"/>
              </a:solidFill>
              <a:latin typeface="+mj-lt"/>
            </a:endParaRPr>
          </a:p>
        </p:txBody>
      </p:sp>
      <p:sp>
        <p:nvSpPr>
          <p:cNvPr id="10" name="テキスト ボックス 9">
            <a:extLst>
              <a:ext uri="{FF2B5EF4-FFF2-40B4-BE49-F238E27FC236}">
                <a16:creationId xmlns:a16="http://schemas.microsoft.com/office/drawing/2014/main" id="{7B29E6EA-5FB4-FF9F-6DC3-9EEA34A8A6F3}"/>
              </a:ext>
            </a:extLst>
          </p:cNvPr>
          <p:cNvSpPr txBox="1"/>
          <p:nvPr userDrawn="1"/>
        </p:nvSpPr>
        <p:spPr>
          <a:xfrm rot="5400000">
            <a:off x="10646529" y="5013268"/>
            <a:ext cx="2814873" cy="92333"/>
          </a:xfrm>
          <a:prstGeom prst="rect">
            <a:avLst/>
          </a:prstGeom>
          <a:noFill/>
        </p:spPr>
        <p:txBody>
          <a:bodyPr wrap="none" lIns="0" tIns="0" rIns="0" bIns="0" rtlCol="0" anchor="ctr" anchorCtr="0">
            <a:spAutoFit/>
          </a:bodyPr>
          <a:lstStyle/>
          <a:p>
            <a:pPr algn="r">
              <a:spcBef>
                <a:spcPts val="300"/>
              </a:spcBef>
            </a:pPr>
            <a:r>
              <a:rPr lang="en-US" altLang="ja-JP" sz="600" b="0" i="0" spc="100" baseline="0">
                <a:solidFill>
                  <a:schemeClr val="tx2"/>
                </a:solidFill>
                <a:effectLst/>
                <a:latin typeface="+mn-lt"/>
              </a:rPr>
              <a:t>©Hankyu Hanshin Holdings,Inc. All rights reserved.</a:t>
            </a:r>
            <a:endParaRPr kumimoji="1" lang="ja-JP" altLang="en-US" sz="600" spc="100" baseline="0">
              <a:solidFill>
                <a:schemeClr val="tx2"/>
              </a:solidFill>
              <a:latin typeface="+mn-lt"/>
              <a:cs typeface="Meiryo UI" panose="020B0604030504040204" pitchFamily="50" charset="-128"/>
            </a:endParaRPr>
          </a:p>
        </p:txBody>
      </p:sp>
    </p:spTree>
    <p:extLst>
      <p:ext uri="{BB962C8B-B14F-4D97-AF65-F5344CB8AC3E}">
        <p14:creationId xmlns:p14="http://schemas.microsoft.com/office/powerpoint/2010/main" val="2924108278"/>
      </p:ext>
    </p:extLst>
  </p:cSld>
  <p:clrMapOvr>
    <a:masterClrMapping/>
  </p:clrMapOvr>
  <p:extLst>
    <p:ext uri="{DCECCB84-F9BA-43D5-87BE-67443E8EF086}">
      <p15:sldGuideLst xmlns:p15="http://schemas.microsoft.com/office/powerpoint/2012/main">
        <p15:guide id="1" pos="7287">
          <p15:clr>
            <a:srgbClr val="FBAE40"/>
          </p15:clr>
        </p15:guide>
        <p15:guide id="3" pos="393">
          <p15:clr>
            <a:srgbClr val="FBAE40"/>
          </p15:clr>
        </p15:guide>
        <p15:guide id="5" orient="horz" pos="4065">
          <p15:clr>
            <a:srgbClr val="FBAE40"/>
          </p15:clr>
        </p15:guide>
        <p15:guide id="7" orient="horz" pos="482">
          <p15:clr>
            <a:srgbClr val="FBAE40"/>
          </p15:clr>
        </p15:guide>
        <p15:guide id="8" orient="horz" pos="6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本編_2">
    <p:spTree>
      <p:nvGrpSpPr>
        <p:cNvPr id="1" name=""/>
        <p:cNvGrpSpPr/>
        <p:nvPr/>
      </p:nvGrpSpPr>
      <p:grpSpPr>
        <a:xfrm>
          <a:off x="0" y="0"/>
          <a:ext cx="0" cy="0"/>
          <a:chOff x="0" y="0"/>
          <a:chExt cx="0" cy="0"/>
        </a:xfrm>
      </p:grpSpPr>
      <p:pic>
        <p:nvPicPr>
          <p:cNvPr id="11" name="図 10">
            <a:extLst>
              <a:ext uri="{FF2B5EF4-FFF2-40B4-BE49-F238E27FC236}">
                <a16:creationId xmlns:a16="http://schemas.microsoft.com/office/drawing/2014/main" id="{892C3924-33BD-8485-492E-B593BA65AEA7}"/>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5641847"/>
          </a:xfrm>
          <a:prstGeom prst="rect">
            <a:avLst/>
          </a:prstGeom>
        </p:spPr>
      </p:pic>
      <p:sp>
        <p:nvSpPr>
          <p:cNvPr id="2" name="正方形/長方形 1">
            <a:extLst>
              <a:ext uri="{FF2B5EF4-FFF2-40B4-BE49-F238E27FC236}">
                <a16:creationId xmlns:a16="http://schemas.microsoft.com/office/drawing/2014/main" id="{37A10132-035F-F308-0D15-F3B4944B5399}"/>
              </a:ext>
            </a:extLst>
          </p:cNvPr>
          <p:cNvSpPr/>
          <p:nvPr userDrawn="1"/>
        </p:nvSpPr>
        <p:spPr>
          <a:xfrm>
            <a:off x="0" y="0"/>
            <a:ext cx="12191999" cy="6858000"/>
          </a:xfrm>
          <a:prstGeom prst="rect">
            <a:avLst/>
          </a:prstGeom>
          <a:gradFill flip="none" rotWithShape="1">
            <a:gsLst>
              <a:gs pos="77000">
                <a:schemeClr val="bg1"/>
              </a:gs>
              <a:gs pos="19000">
                <a:schemeClr val="bg1">
                  <a:alpha val="70000"/>
                </a:schemeClr>
              </a:gs>
            </a:gsLst>
            <a:lin ang="5400000" scaled="1"/>
            <a:tileRect/>
          </a:gradFill>
          <a:ln w="25400"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schemeClr val="lt1"/>
              </a:solidFill>
            </a:endParaRPr>
          </a:p>
        </p:txBody>
      </p:sp>
      <p:sp>
        <p:nvSpPr>
          <p:cNvPr id="3" name="正方形/長方形 2">
            <a:extLst>
              <a:ext uri="{FF2B5EF4-FFF2-40B4-BE49-F238E27FC236}">
                <a16:creationId xmlns:a16="http://schemas.microsoft.com/office/drawing/2014/main" id="{3E2D18EA-CEF4-1B83-3485-1E50C7CD5652}"/>
              </a:ext>
            </a:extLst>
          </p:cNvPr>
          <p:cNvSpPr/>
          <p:nvPr userDrawn="1"/>
        </p:nvSpPr>
        <p:spPr>
          <a:xfrm>
            <a:off x="0" y="0"/>
            <a:ext cx="108000" cy="6858000"/>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A73BC0AE-BA46-0953-A5B8-BED2132DFC89}"/>
              </a:ext>
            </a:extLst>
          </p:cNvPr>
          <p:cNvSpPr/>
          <p:nvPr userDrawn="1"/>
        </p:nvSpPr>
        <p:spPr>
          <a:xfrm>
            <a:off x="312000" y="260713"/>
            <a:ext cx="11880000" cy="360000"/>
          </a:xfrm>
          <a:prstGeom prst="rect">
            <a:avLst/>
          </a:prstGeom>
          <a:gradFill flip="none" rotWithShape="1">
            <a:gsLst>
              <a:gs pos="0">
                <a:schemeClr val="accent2">
                  <a:lumMod val="50000"/>
                </a:schemeClr>
              </a:gs>
              <a:gs pos="100000">
                <a:schemeClr val="accent2">
                  <a:lumMod val="40000"/>
                  <a:lumOff val="60000"/>
                </a:schemeClr>
              </a:gs>
              <a:gs pos="20000">
                <a:schemeClr val="accent2"/>
              </a:gs>
            </a:gsLst>
            <a:lin ang="0" scaled="1"/>
            <a:tileRect/>
          </a:gradFill>
          <a:ln w="25400" cap="rnd">
            <a:gradFill>
              <a:gsLst>
                <a:gs pos="20000">
                  <a:schemeClr val="accent2"/>
                </a:gs>
                <a:gs pos="0">
                  <a:schemeClr val="accent2">
                    <a:lumMod val="50000"/>
                  </a:schemeClr>
                </a:gs>
                <a:gs pos="100000">
                  <a:schemeClr val="accent2">
                    <a:lumMod val="40000"/>
                    <a:lumOff val="60000"/>
                  </a:schemeClr>
                </a:gs>
              </a:gsLst>
              <a:lin ang="0" scaled="0"/>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プレースホルダー 15">
            <a:extLst>
              <a:ext uri="{FF2B5EF4-FFF2-40B4-BE49-F238E27FC236}">
                <a16:creationId xmlns:a16="http://schemas.microsoft.com/office/drawing/2014/main" id="{F5704C66-2D58-400F-D001-99881CD3A3F4}"/>
              </a:ext>
            </a:extLst>
          </p:cNvPr>
          <p:cNvSpPr>
            <a:spLocks noGrp="1"/>
          </p:cNvSpPr>
          <p:nvPr>
            <p:ph type="body" sz="quarter" idx="11" hasCustomPrompt="1"/>
          </p:nvPr>
        </p:nvSpPr>
        <p:spPr>
          <a:xfrm>
            <a:off x="623888" y="300199"/>
            <a:ext cx="10944112" cy="216000"/>
          </a:xfrm>
          <a:prstGeom prst="rect">
            <a:avLst/>
          </a:prstGeom>
        </p:spPr>
        <p:txBody>
          <a:bodyPr wrap="square" lIns="0" tIns="36000" rIns="0" bIns="0" anchor="ctr" anchorCtr="0">
            <a:noAutofit/>
          </a:bodyPr>
          <a:lstStyle>
            <a:lvl1pPr marL="0" indent="0">
              <a:lnSpc>
                <a:spcPct val="100000"/>
              </a:lnSpc>
              <a:spcBef>
                <a:spcPts val="0"/>
              </a:spcBef>
              <a:buNone/>
              <a:defRPr sz="1600" b="1" spc="0" baseline="0">
                <a:solidFill>
                  <a:schemeClr val="bg1"/>
                </a:solidFill>
                <a:latin typeface="+mj-lt"/>
                <a:ea typeface="+mj-ea"/>
              </a:defRPr>
            </a:lvl1pPr>
            <a:lvl2pPr marL="36000" indent="0">
              <a:lnSpc>
                <a:spcPct val="100000"/>
              </a:lnSpc>
              <a:buNone/>
              <a:defRPr sz="2400" b="1">
                <a:solidFill>
                  <a:schemeClr val="accent1"/>
                </a:solidFill>
                <a:latin typeface="+mj-ea"/>
                <a:ea typeface="+mj-ea"/>
              </a:defRPr>
            </a:lvl2pPr>
            <a:lvl3pPr marL="36000" indent="0">
              <a:lnSpc>
                <a:spcPct val="100000"/>
              </a:lnSpc>
              <a:buNone/>
              <a:defRPr sz="2400" b="1">
                <a:solidFill>
                  <a:schemeClr val="accent1"/>
                </a:solidFill>
                <a:latin typeface="+mj-ea"/>
                <a:ea typeface="+mj-ea"/>
              </a:defRPr>
            </a:lvl3pPr>
            <a:lvl4pPr marL="36000" indent="0">
              <a:lnSpc>
                <a:spcPct val="100000"/>
              </a:lnSpc>
              <a:buNone/>
              <a:defRPr sz="2400" b="1">
                <a:solidFill>
                  <a:schemeClr val="accent1"/>
                </a:solidFill>
                <a:latin typeface="+mj-ea"/>
                <a:ea typeface="+mj-ea"/>
              </a:defRPr>
            </a:lvl4pPr>
            <a:lvl5pPr marL="36000" indent="0">
              <a:lnSpc>
                <a:spcPct val="100000"/>
              </a:lnSpc>
              <a:buNone/>
              <a:defRPr sz="2400" b="1">
                <a:solidFill>
                  <a:schemeClr val="accent1"/>
                </a:solidFill>
                <a:latin typeface="+mj-ea"/>
                <a:ea typeface="+mj-ea"/>
              </a:defRPr>
            </a:lvl5pPr>
          </a:lstStyle>
          <a:p>
            <a:pPr lvl="0"/>
            <a:r>
              <a:rPr kumimoji="1" lang="ja-JP" altLang="en-US"/>
              <a:t>スライドタイトル</a:t>
            </a:r>
          </a:p>
        </p:txBody>
      </p:sp>
      <p:sp>
        <p:nvSpPr>
          <p:cNvPr id="26" name="正方形/長方形 25">
            <a:extLst>
              <a:ext uri="{FF2B5EF4-FFF2-40B4-BE49-F238E27FC236}">
                <a16:creationId xmlns:a16="http://schemas.microsoft.com/office/drawing/2014/main" id="{39129D36-7209-21D1-4B49-6171A6B40572}"/>
              </a:ext>
            </a:extLst>
          </p:cNvPr>
          <p:cNvSpPr/>
          <p:nvPr userDrawn="1"/>
        </p:nvSpPr>
        <p:spPr>
          <a:xfrm>
            <a:off x="0" y="260713"/>
            <a:ext cx="180000" cy="360000"/>
          </a:xfrm>
          <a:prstGeom prst="rect">
            <a:avLst/>
          </a:prstGeom>
          <a:solidFill>
            <a:srgbClr val="011625"/>
          </a:solidFill>
          <a:ln w="25400" cap="rnd">
            <a:solidFill>
              <a:srgbClr val="011625"/>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グラフィックス 26">
            <a:extLst>
              <a:ext uri="{FF2B5EF4-FFF2-40B4-BE49-F238E27FC236}">
                <a16:creationId xmlns:a16="http://schemas.microsoft.com/office/drawing/2014/main" id="{DFC8243E-12B2-D28B-91F5-73ECC0CB1378}"/>
              </a:ext>
            </a:extLst>
          </p:cNvPr>
          <p:cNvSpPr/>
          <p:nvPr userDrawn="1"/>
        </p:nvSpPr>
        <p:spPr>
          <a:xfrm>
            <a:off x="11881061" y="6535058"/>
            <a:ext cx="240177" cy="279400"/>
          </a:xfrm>
          <a:prstGeom prst="rect">
            <a:avLst/>
          </a:prstGeom>
          <a:noFill/>
          <a:ln w="12623" cap="flat">
            <a:noFill/>
            <a:prstDash val="solid"/>
            <a:miter/>
          </a:ln>
        </p:spPr>
        <p:txBody>
          <a:bodyPr wrap="none" lIns="0" tIns="0" rIns="0" bIns="0" rtlCol="0" anchor="ctr"/>
          <a:lstStyle/>
          <a:p>
            <a:pPr algn="ctr"/>
            <a:fld id="{40C893B2-09BA-4D0D-933E-13433E6B7757}" type="slidenum">
              <a:rPr lang="en-US" altLang="ja-JP" sz="1200" b="1" spc="100" smtClean="0">
                <a:solidFill>
                  <a:schemeClr val="tx2"/>
                </a:solidFill>
                <a:latin typeface="+mj-lt"/>
              </a:rPr>
              <a:t>‹#›</a:t>
            </a:fld>
            <a:endParaRPr lang="ja-JP" altLang="en-US" sz="1200" b="1" spc="100">
              <a:solidFill>
                <a:schemeClr val="tx2"/>
              </a:solidFill>
              <a:latin typeface="+mj-lt"/>
            </a:endParaRPr>
          </a:p>
        </p:txBody>
      </p:sp>
      <p:sp>
        <p:nvSpPr>
          <p:cNvPr id="10" name="テキスト ボックス 9">
            <a:extLst>
              <a:ext uri="{FF2B5EF4-FFF2-40B4-BE49-F238E27FC236}">
                <a16:creationId xmlns:a16="http://schemas.microsoft.com/office/drawing/2014/main" id="{7B29E6EA-5FB4-FF9F-6DC3-9EEA34A8A6F3}"/>
              </a:ext>
            </a:extLst>
          </p:cNvPr>
          <p:cNvSpPr txBox="1"/>
          <p:nvPr userDrawn="1"/>
        </p:nvSpPr>
        <p:spPr>
          <a:xfrm rot="5400000">
            <a:off x="10646529" y="5013268"/>
            <a:ext cx="2814873" cy="92333"/>
          </a:xfrm>
          <a:prstGeom prst="rect">
            <a:avLst/>
          </a:prstGeom>
          <a:noFill/>
        </p:spPr>
        <p:txBody>
          <a:bodyPr wrap="none" lIns="0" tIns="0" rIns="0" bIns="0" rtlCol="0" anchor="ctr" anchorCtr="0">
            <a:spAutoFit/>
          </a:bodyPr>
          <a:lstStyle/>
          <a:p>
            <a:pPr algn="r">
              <a:spcBef>
                <a:spcPts val="300"/>
              </a:spcBef>
            </a:pPr>
            <a:r>
              <a:rPr lang="en-US" altLang="ja-JP" sz="600" b="0" i="0" spc="100" baseline="0">
                <a:solidFill>
                  <a:schemeClr val="tx2"/>
                </a:solidFill>
                <a:effectLst/>
                <a:latin typeface="+mn-lt"/>
              </a:rPr>
              <a:t>©Hankyu Hanshin Holdings,Inc. All rights reserved.</a:t>
            </a:r>
            <a:endParaRPr kumimoji="1" lang="ja-JP" altLang="en-US" sz="600" spc="100" baseline="0">
              <a:solidFill>
                <a:schemeClr val="tx2"/>
              </a:solidFill>
              <a:latin typeface="+mn-lt"/>
              <a:cs typeface="Meiryo UI" panose="020B0604030504040204" pitchFamily="50" charset="-128"/>
            </a:endParaRPr>
          </a:p>
        </p:txBody>
      </p:sp>
    </p:spTree>
    <p:extLst>
      <p:ext uri="{BB962C8B-B14F-4D97-AF65-F5344CB8AC3E}">
        <p14:creationId xmlns:p14="http://schemas.microsoft.com/office/powerpoint/2010/main" val="3537423166"/>
      </p:ext>
    </p:extLst>
  </p:cSld>
  <p:clrMapOvr>
    <a:masterClrMapping/>
  </p:clrMapOvr>
  <p:extLst>
    <p:ext uri="{DCECCB84-F9BA-43D5-87BE-67443E8EF086}">
      <p15:sldGuideLst xmlns:p15="http://schemas.microsoft.com/office/powerpoint/2012/main">
        <p15:guide id="1" pos="7287">
          <p15:clr>
            <a:srgbClr val="FBAE40"/>
          </p15:clr>
        </p15:guide>
        <p15:guide id="3" pos="393">
          <p15:clr>
            <a:srgbClr val="FBAE40"/>
          </p15:clr>
        </p15:guide>
        <p15:guide id="5" orient="horz" pos="4065">
          <p15:clr>
            <a:srgbClr val="FBAE40"/>
          </p15:clr>
        </p15:guide>
        <p15:guide id="7" orient="horz" pos="482">
          <p15:clr>
            <a:srgbClr val="FBAE40"/>
          </p15:clr>
        </p15:guide>
        <p15:guide id="8" orient="horz" pos="6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本編_3">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3E2D18EA-CEF4-1B83-3485-1E50C7CD5652}"/>
              </a:ext>
            </a:extLst>
          </p:cNvPr>
          <p:cNvSpPr/>
          <p:nvPr userDrawn="1"/>
        </p:nvSpPr>
        <p:spPr>
          <a:xfrm>
            <a:off x="0" y="0"/>
            <a:ext cx="108000" cy="68580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F78711AC-8B3D-DEF7-9777-18F6266CD9DA}"/>
              </a:ext>
            </a:extLst>
          </p:cNvPr>
          <p:cNvSpPr/>
          <p:nvPr userDrawn="1"/>
        </p:nvSpPr>
        <p:spPr>
          <a:xfrm rot="10800000">
            <a:off x="1" y="1350000"/>
            <a:ext cx="12192000" cy="5508000"/>
          </a:xfrm>
          <a:prstGeom prst="rect">
            <a:avLst/>
          </a:prstGeom>
          <a:solidFill>
            <a:schemeClr val="tx2">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0" tIns="0" rIns="0" bIns="18000" numCol="1" spcCol="0" rtlCol="0" fromWordArt="0" anchor="ctr" anchorCtr="0" forceAA="0" compatLnSpc="1">
            <a:prstTxWarp prst="textNoShape">
              <a:avLst/>
            </a:prstTxWarp>
            <a:noAutofit/>
          </a:bodyPr>
          <a:lstStyle/>
          <a:p>
            <a:pPr marL="0" marR="0" indent="0" algn="ctr" defTabSz="914377" rtl="0" eaLnBrk="1" fontAlgn="auto" latinLnBrk="0" hangingPunct="1">
              <a:lnSpc>
                <a:spcPct val="100000"/>
              </a:lnSpc>
              <a:spcBef>
                <a:spcPts val="0"/>
              </a:spcBef>
              <a:spcAft>
                <a:spcPts val="0"/>
              </a:spcAft>
              <a:buClrTx/>
              <a:buSzTx/>
              <a:buFontTx/>
              <a:buNone/>
              <a:tabLst/>
            </a:pPr>
            <a:endParaRPr kumimoji="1" lang="ja-JP" altLang="en-US" sz="1000">
              <a:solidFill>
                <a:schemeClr val="tx1"/>
              </a:solidFill>
              <a:latin typeface="+mj-ea"/>
              <a:ea typeface="+mj-ea"/>
              <a:cs typeface="Meiryo UI" panose="020B0604030504040204" pitchFamily="50" charset="-128"/>
            </a:endParaRPr>
          </a:p>
        </p:txBody>
      </p:sp>
      <p:sp>
        <p:nvSpPr>
          <p:cNvPr id="28" name="正方形/長方形 27">
            <a:extLst>
              <a:ext uri="{FF2B5EF4-FFF2-40B4-BE49-F238E27FC236}">
                <a16:creationId xmlns:a16="http://schemas.microsoft.com/office/drawing/2014/main" id="{0E7F9161-B862-232B-4E53-87DA064DDABC}"/>
              </a:ext>
            </a:extLst>
          </p:cNvPr>
          <p:cNvSpPr/>
          <p:nvPr userDrawn="1"/>
        </p:nvSpPr>
        <p:spPr>
          <a:xfrm>
            <a:off x="-7620" y="1341744"/>
            <a:ext cx="12199274" cy="5531621"/>
          </a:xfrm>
          <a:custGeom>
            <a:avLst/>
            <a:gdLst>
              <a:gd name="connsiteX0" fmla="*/ 0 w 7221511"/>
              <a:gd name="connsiteY0" fmla="*/ 0 h 3492709"/>
              <a:gd name="connsiteX1" fmla="*/ 7221511 w 7221511"/>
              <a:gd name="connsiteY1" fmla="*/ 0 h 3492709"/>
              <a:gd name="connsiteX2" fmla="*/ 7221511 w 7221511"/>
              <a:gd name="connsiteY2" fmla="*/ 3492709 h 3492709"/>
              <a:gd name="connsiteX3" fmla="*/ 0 w 7221511"/>
              <a:gd name="connsiteY3" fmla="*/ 3492709 h 3492709"/>
              <a:gd name="connsiteX4" fmla="*/ 0 w 7221511"/>
              <a:gd name="connsiteY4" fmla="*/ 0 h 3492709"/>
              <a:gd name="connsiteX0" fmla="*/ 0 w 7221511"/>
              <a:gd name="connsiteY0" fmla="*/ 2008682 h 5501391"/>
              <a:gd name="connsiteX1" fmla="*/ 6891727 w 7221511"/>
              <a:gd name="connsiteY1" fmla="*/ 0 h 5501391"/>
              <a:gd name="connsiteX2" fmla="*/ 7221511 w 7221511"/>
              <a:gd name="connsiteY2" fmla="*/ 5501391 h 5501391"/>
              <a:gd name="connsiteX3" fmla="*/ 0 w 7221511"/>
              <a:gd name="connsiteY3" fmla="*/ 5501391 h 5501391"/>
              <a:gd name="connsiteX4" fmla="*/ 0 w 7221511"/>
              <a:gd name="connsiteY4" fmla="*/ 2008682 h 5501391"/>
              <a:gd name="connsiteX0" fmla="*/ 0 w 12183255"/>
              <a:gd name="connsiteY0" fmla="*/ 2008682 h 5501391"/>
              <a:gd name="connsiteX1" fmla="*/ 6891727 w 12183255"/>
              <a:gd name="connsiteY1" fmla="*/ 0 h 5501391"/>
              <a:gd name="connsiteX2" fmla="*/ 12183255 w 12183255"/>
              <a:gd name="connsiteY2" fmla="*/ 3972394 h 5501391"/>
              <a:gd name="connsiteX3" fmla="*/ 0 w 12183255"/>
              <a:gd name="connsiteY3" fmla="*/ 5501391 h 5501391"/>
              <a:gd name="connsiteX4" fmla="*/ 0 w 12183255"/>
              <a:gd name="connsiteY4" fmla="*/ 2008682 h 5501391"/>
              <a:gd name="connsiteX0" fmla="*/ 0 w 12183255"/>
              <a:gd name="connsiteY0" fmla="*/ 2008682 h 5501391"/>
              <a:gd name="connsiteX1" fmla="*/ 6891727 w 12183255"/>
              <a:gd name="connsiteY1" fmla="*/ 0 h 5501391"/>
              <a:gd name="connsiteX2" fmla="*/ 8934138 w 12183255"/>
              <a:gd name="connsiteY2" fmla="*/ 1581463 h 5501391"/>
              <a:gd name="connsiteX3" fmla="*/ 12183255 w 12183255"/>
              <a:gd name="connsiteY3" fmla="*/ 3972394 h 5501391"/>
              <a:gd name="connsiteX4" fmla="*/ 0 w 12183255"/>
              <a:gd name="connsiteY4" fmla="*/ 5501391 h 5501391"/>
              <a:gd name="connsiteX5" fmla="*/ 0 w 12183255"/>
              <a:gd name="connsiteY5" fmla="*/ 2008682 h 5501391"/>
              <a:gd name="connsiteX0" fmla="*/ 0 w 12201993"/>
              <a:gd name="connsiteY0" fmla="*/ 2016176 h 5508885"/>
              <a:gd name="connsiteX1" fmla="*/ 6891727 w 12201993"/>
              <a:gd name="connsiteY1" fmla="*/ 7494 h 5508885"/>
              <a:gd name="connsiteX2" fmla="*/ 12201993 w 12201993"/>
              <a:gd name="connsiteY2" fmla="*/ 0 h 5508885"/>
              <a:gd name="connsiteX3" fmla="*/ 12183255 w 12201993"/>
              <a:gd name="connsiteY3" fmla="*/ 3979888 h 5508885"/>
              <a:gd name="connsiteX4" fmla="*/ 0 w 12201993"/>
              <a:gd name="connsiteY4" fmla="*/ 5508885 h 5508885"/>
              <a:gd name="connsiteX5" fmla="*/ 0 w 12201993"/>
              <a:gd name="connsiteY5" fmla="*/ 2016176 h 5508885"/>
              <a:gd name="connsiteX0" fmla="*/ 0 w 12201993"/>
              <a:gd name="connsiteY0" fmla="*/ 2016176 h 5508885"/>
              <a:gd name="connsiteX1" fmla="*/ 6891727 w 12201993"/>
              <a:gd name="connsiteY1" fmla="*/ 7494 h 5508885"/>
              <a:gd name="connsiteX2" fmla="*/ 12201993 w 12201993"/>
              <a:gd name="connsiteY2" fmla="*/ 0 h 5508885"/>
              <a:gd name="connsiteX3" fmla="*/ 12183255 w 12201993"/>
              <a:gd name="connsiteY3" fmla="*/ 3979888 h 5508885"/>
              <a:gd name="connsiteX4" fmla="*/ 2758190 w 12201993"/>
              <a:gd name="connsiteY4" fmla="*/ 5141626 h 5508885"/>
              <a:gd name="connsiteX5" fmla="*/ 0 w 12201993"/>
              <a:gd name="connsiteY5" fmla="*/ 5508885 h 5508885"/>
              <a:gd name="connsiteX6" fmla="*/ 0 w 12201993"/>
              <a:gd name="connsiteY6" fmla="*/ 2016176 h 5508885"/>
              <a:gd name="connsiteX0" fmla="*/ 0 w 12201993"/>
              <a:gd name="connsiteY0" fmla="*/ 2016176 h 5516380"/>
              <a:gd name="connsiteX1" fmla="*/ 6891727 w 12201993"/>
              <a:gd name="connsiteY1" fmla="*/ 7494 h 5516380"/>
              <a:gd name="connsiteX2" fmla="*/ 12201993 w 12201993"/>
              <a:gd name="connsiteY2" fmla="*/ 0 h 5516380"/>
              <a:gd name="connsiteX3" fmla="*/ 12183255 w 12201993"/>
              <a:gd name="connsiteY3" fmla="*/ 3979888 h 5516380"/>
              <a:gd name="connsiteX4" fmla="*/ 4077324 w 12201993"/>
              <a:gd name="connsiteY4" fmla="*/ 5516380 h 5516380"/>
              <a:gd name="connsiteX5" fmla="*/ 0 w 12201993"/>
              <a:gd name="connsiteY5" fmla="*/ 5508885 h 5516380"/>
              <a:gd name="connsiteX6" fmla="*/ 0 w 12201993"/>
              <a:gd name="connsiteY6" fmla="*/ 2016176 h 5516380"/>
              <a:gd name="connsiteX0" fmla="*/ 0 w 12201993"/>
              <a:gd name="connsiteY0" fmla="*/ 2855625 h 5516380"/>
              <a:gd name="connsiteX1" fmla="*/ 6891727 w 12201993"/>
              <a:gd name="connsiteY1" fmla="*/ 7494 h 5516380"/>
              <a:gd name="connsiteX2" fmla="*/ 12201993 w 12201993"/>
              <a:gd name="connsiteY2" fmla="*/ 0 h 5516380"/>
              <a:gd name="connsiteX3" fmla="*/ 12183255 w 12201993"/>
              <a:gd name="connsiteY3" fmla="*/ 3979888 h 5516380"/>
              <a:gd name="connsiteX4" fmla="*/ 4077324 w 12201993"/>
              <a:gd name="connsiteY4" fmla="*/ 5516380 h 5516380"/>
              <a:gd name="connsiteX5" fmla="*/ 0 w 12201993"/>
              <a:gd name="connsiteY5" fmla="*/ 5508885 h 5516380"/>
              <a:gd name="connsiteX6" fmla="*/ 0 w 12201993"/>
              <a:gd name="connsiteY6" fmla="*/ 2855625 h 5516380"/>
              <a:gd name="connsiteX0" fmla="*/ 0 w 12183255"/>
              <a:gd name="connsiteY0" fmla="*/ 2855625 h 5516380"/>
              <a:gd name="connsiteX1" fmla="*/ 6891727 w 12183255"/>
              <a:gd name="connsiteY1" fmla="*/ 7494 h 5516380"/>
              <a:gd name="connsiteX2" fmla="*/ 11977140 w 12183255"/>
              <a:gd name="connsiteY2" fmla="*/ 0 h 5516380"/>
              <a:gd name="connsiteX3" fmla="*/ 12183255 w 12183255"/>
              <a:gd name="connsiteY3" fmla="*/ 3979888 h 5516380"/>
              <a:gd name="connsiteX4" fmla="*/ 4077324 w 12183255"/>
              <a:gd name="connsiteY4" fmla="*/ 5516380 h 5516380"/>
              <a:gd name="connsiteX5" fmla="*/ 0 w 12183255"/>
              <a:gd name="connsiteY5" fmla="*/ 5508885 h 5516380"/>
              <a:gd name="connsiteX6" fmla="*/ 0 w 12183255"/>
              <a:gd name="connsiteY6" fmla="*/ 2855625 h 5516380"/>
              <a:gd name="connsiteX0" fmla="*/ 0 w 12183255"/>
              <a:gd name="connsiteY0" fmla="*/ 2848131 h 5508886"/>
              <a:gd name="connsiteX1" fmla="*/ 6891727 w 12183255"/>
              <a:gd name="connsiteY1" fmla="*/ 0 h 5508886"/>
              <a:gd name="connsiteX2" fmla="*/ 12172013 w 12183255"/>
              <a:gd name="connsiteY2" fmla="*/ 7496 h 5508886"/>
              <a:gd name="connsiteX3" fmla="*/ 12183255 w 12183255"/>
              <a:gd name="connsiteY3" fmla="*/ 3972394 h 5508886"/>
              <a:gd name="connsiteX4" fmla="*/ 4077324 w 12183255"/>
              <a:gd name="connsiteY4" fmla="*/ 5508886 h 5508886"/>
              <a:gd name="connsiteX5" fmla="*/ 0 w 12183255"/>
              <a:gd name="connsiteY5" fmla="*/ 5501391 h 5508886"/>
              <a:gd name="connsiteX6" fmla="*/ 0 w 12183255"/>
              <a:gd name="connsiteY6" fmla="*/ 2848131 h 5508886"/>
              <a:gd name="connsiteX0" fmla="*/ 0 w 12183255"/>
              <a:gd name="connsiteY0" fmla="*/ 2848131 h 5508886"/>
              <a:gd name="connsiteX1" fmla="*/ 5917367 w 12183255"/>
              <a:gd name="connsiteY1" fmla="*/ 0 h 5508886"/>
              <a:gd name="connsiteX2" fmla="*/ 12172013 w 12183255"/>
              <a:gd name="connsiteY2" fmla="*/ 7496 h 5508886"/>
              <a:gd name="connsiteX3" fmla="*/ 12183255 w 12183255"/>
              <a:gd name="connsiteY3" fmla="*/ 3972394 h 5508886"/>
              <a:gd name="connsiteX4" fmla="*/ 4077324 w 12183255"/>
              <a:gd name="connsiteY4" fmla="*/ 5508886 h 5508886"/>
              <a:gd name="connsiteX5" fmla="*/ 0 w 12183255"/>
              <a:gd name="connsiteY5" fmla="*/ 5501391 h 5508886"/>
              <a:gd name="connsiteX6" fmla="*/ 0 w 12183255"/>
              <a:gd name="connsiteY6" fmla="*/ 2848131 h 5508886"/>
              <a:gd name="connsiteX0" fmla="*/ 0 w 12183255"/>
              <a:gd name="connsiteY0" fmla="*/ 2863121 h 5523876"/>
              <a:gd name="connsiteX1" fmla="*/ 5932357 w 12183255"/>
              <a:gd name="connsiteY1" fmla="*/ 0 h 5523876"/>
              <a:gd name="connsiteX2" fmla="*/ 12172013 w 12183255"/>
              <a:gd name="connsiteY2" fmla="*/ 22486 h 5523876"/>
              <a:gd name="connsiteX3" fmla="*/ 12183255 w 12183255"/>
              <a:gd name="connsiteY3" fmla="*/ 3987384 h 5523876"/>
              <a:gd name="connsiteX4" fmla="*/ 4077324 w 12183255"/>
              <a:gd name="connsiteY4" fmla="*/ 5523876 h 5523876"/>
              <a:gd name="connsiteX5" fmla="*/ 0 w 12183255"/>
              <a:gd name="connsiteY5" fmla="*/ 5516381 h 5523876"/>
              <a:gd name="connsiteX6" fmla="*/ 0 w 12183255"/>
              <a:gd name="connsiteY6" fmla="*/ 2863121 h 5523876"/>
              <a:gd name="connsiteX0" fmla="*/ 0 w 12187778"/>
              <a:gd name="connsiteY0" fmla="*/ 2870615 h 5531370"/>
              <a:gd name="connsiteX1" fmla="*/ 5932357 w 12187778"/>
              <a:gd name="connsiteY1" fmla="*/ 7494 h 5531370"/>
              <a:gd name="connsiteX2" fmla="*/ 12187003 w 12187778"/>
              <a:gd name="connsiteY2" fmla="*/ 0 h 5531370"/>
              <a:gd name="connsiteX3" fmla="*/ 12183255 w 12187778"/>
              <a:gd name="connsiteY3" fmla="*/ 3994878 h 5531370"/>
              <a:gd name="connsiteX4" fmla="*/ 4077324 w 12187778"/>
              <a:gd name="connsiteY4" fmla="*/ 5531370 h 5531370"/>
              <a:gd name="connsiteX5" fmla="*/ 0 w 12187778"/>
              <a:gd name="connsiteY5" fmla="*/ 5523875 h 5531370"/>
              <a:gd name="connsiteX6" fmla="*/ 0 w 12187778"/>
              <a:gd name="connsiteY6" fmla="*/ 2870615 h 5531370"/>
              <a:gd name="connsiteX0" fmla="*/ 0 w 12198004"/>
              <a:gd name="connsiteY0" fmla="*/ 2870615 h 5531370"/>
              <a:gd name="connsiteX1" fmla="*/ 5932357 w 12198004"/>
              <a:gd name="connsiteY1" fmla="*/ 7494 h 5531370"/>
              <a:gd name="connsiteX2" fmla="*/ 12187003 w 12198004"/>
              <a:gd name="connsiteY2" fmla="*/ 0 h 5531370"/>
              <a:gd name="connsiteX3" fmla="*/ 12198004 w 12198004"/>
              <a:gd name="connsiteY3" fmla="*/ 3994878 h 5531370"/>
              <a:gd name="connsiteX4" fmla="*/ 4077324 w 12198004"/>
              <a:gd name="connsiteY4" fmla="*/ 5531370 h 5531370"/>
              <a:gd name="connsiteX5" fmla="*/ 0 w 12198004"/>
              <a:gd name="connsiteY5" fmla="*/ 5523875 h 5531370"/>
              <a:gd name="connsiteX6" fmla="*/ 0 w 12198004"/>
              <a:gd name="connsiteY6" fmla="*/ 2870615 h 5531370"/>
              <a:gd name="connsiteX0" fmla="*/ 0 w 12198004"/>
              <a:gd name="connsiteY0" fmla="*/ 2863121 h 5523876"/>
              <a:gd name="connsiteX1" fmla="*/ 5932357 w 12198004"/>
              <a:gd name="connsiteY1" fmla="*/ 0 h 5523876"/>
              <a:gd name="connsiteX2" fmla="*/ 12187003 w 12198004"/>
              <a:gd name="connsiteY2" fmla="*/ 11556 h 5523876"/>
              <a:gd name="connsiteX3" fmla="*/ 12198004 w 12198004"/>
              <a:gd name="connsiteY3" fmla="*/ 3987384 h 5523876"/>
              <a:gd name="connsiteX4" fmla="*/ 4077324 w 12198004"/>
              <a:gd name="connsiteY4" fmla="*/ 5523876 h 5523876"/>
              <a:gd name="connsiteX5" fmla="*/ 0 w 12198004"/>
              <a:gd name="connsiteY5" fmla="*/ 5516381 h 5523876"/>
              <a:gd name="connsiteX6" fmla="*/ 0 w 12198004"/>
              <a:gd name="connsiteY6" fmla="*/ 2863121 h 5523876"/>
              <a:gd name="connsiteX0" fmla="*/ 0 w 12198004"/>
              <a:gd name="connsiteY0" fmla="*/ 2863121 h 5523876"/>
              <a:gd name="connsiteX1" fmla="*/ 5932357 w 12198004"/>
              <a:gd name="connsiteY1" fmla="*/ 0 h 5523876"/>
              <a:gd name="connsiteX2" fmla="*/ 12187003 w 12198004"/>
              <a:gd name="connsiteY2" fmla="*/ 11556 h 5523876"/>
              <a:gd name="connsiteX3" fmla="*/ 12198004 w 12198004"/>
              <a:gd name="connsiteY3" fmla="*/ 4458872 h 5523876"/>
              <a:gd name="connsiteX4" fmla="*/ 4077324 w 12198004"/>
              <a:gd name="connsiteY4" fmla="*/ 5523876 h 5523876"/>
              <a:gd name="connsiteX5" fmla="*/ 0 w 12198004"/>
              <a:gd name="connsiteY5" fmla="*/ 5516381 h 5523876"/>
              <a:gd name="connsiteX6" fmla="*/ 0 w 12198004"/>
              <a:gd name="connsiteY6" fmla="*/ 2863121 h 5523876"/>
              <a:gd name="connsiteX0" fmla="*/ 0 w 12188479"/>
              <a:gd name="connsiteY0" fmla="*/ 2863121 h 5523876"/>
              <a:gd name="connsiteX1" fmla="*/ 5932357 w 12188479"/>
              <a:gd name="connsiteY1" fmla="*/ 0 h 5523876"/>
              <a:gd name="connsiteX2" fmla="*/ 12187003 w 12188479"/>
              <a:gd name="connsiteY2" fmla="*/ 11556 h 5523876"/>
              <a:gd name="connsiteX3" fmla="*/ 12188479 w 12188479"/>
              <a:gd name="connsiteY3" fmla="*/ 4496972 h 5523876"/>
              <a:gd name="connsiteX4" fmla="*/ 4077324 w 12188479"/>
              <a:gd name="connsiteY4" fmla="*/ 5523876 h 5523876"/>
              <a:gd name="connsiteX5" fmla="*/ 0 w 12188479"/>
              <a:gd name="connsiteY5" fmla="*/ 5516381 h 5523876"/>
              <a:gd name="connsiteX6" fmla="*/ 0 w 12188479"/>
              <a:gd name="connsiteY6" fmla="*/ 2863121 h 5523876"/>
              <a:gd name="connsiteX0" fmla="*/ 0 w 12196099"/>
              <a:gd name="connsiteY0" fmla="*/ 4105181 h 5523876"/>
              <a:gd name="connsiteX1" fmla="*/ 5939977 w 12196099"/>
              <a:gd name="connsiteY1" fmla="*/ 0 h 5523876"/>
              <a:gd name="connsiteX2" fmla="*/ 12194623 w 12196099"/>
              <a:gd name="connsiteY2" fmla="*/ 11556 h 5523876"/>
              <a:gd name="connsiteX3" fmla="*/ 12196099 w 12196099"/>
              <a:gd name="connsiteY3" fmla="*/ 4496972 h 5523876"/>
              <a:gd name="connsiteX4" fmla="*/ 4084944 w 12196099"/>
              <a:gd name="connsiteY4" fmla="*/ 5523876 h 5523876"/>
              <a:gd name="connsiteX5" fmla="*/ 7620 w 12196099"/>
              <a:gd name="connsiteY5" fmla="*/ 5516381 h 5523876"/>
              <a:gd name="connsiteX6" fmla="*/ 0 w 12196099"/>
              <a:gd name="connsiteY6" fmla="*/ 4105181 h 5523876"/>
              <a:gd name="connsiteX0" fmla="*/ 0 w 12196099"/>
              <a:gd name="connsiteY0" fmla="*/ 4105181 h 5523876"/>
              <a:gd name="connsiteX1" fmla="*/ 5939977 w 12196099"/>
              <a:gd name="connsiteY1" fmla="*/ 0 h 5523876"/>
              <a:gd name="connsiteX2" fmla="*/ 12194623 w 12196099"/>
              <a:gd name="connsiteY2" fmla="*/ 11556 h 5523876"/>
              <a:gd name="connsiteX3" fmla="*/ 12196099 w 12196099"/>
              <a:gd name="connsiteY3" fmla="*/ 4027072 h 5523876"/>
              <a:gd name="connsiteX4" fmla="*/ 4084944 w 12196099"/>
              <a:gd name="connsiteY4" fmla="*/ 5523876 h 5523876"/>
              <a:gd name="connsiteX5" fmla="*/ 7620 w 12196099"/>
              <a:gd name="connsiteY5" fmla="*/ 5516381 h 5523876"/>
              <a:gd name="connsiteX6" fmla="*/ 0 w 12196099"/>
              <a:gd name="connsiteY6" fmla="*/ 4105181 h 5523876"/>
              <a:gd name="connsiteX0" fmla="*/ 0 w 12199274"/>
              <a:gd name="connsiteY0" fmla="*/ 4105181 h 5523876"/>
              <a:gd name="connsiteX1" fmla="*/ 5939977 w 12199274"/>
              <a:gd name="connsiteY1" fmla="*/ 0 h 5523876"/>
              <a:gd name="connsiteX2" fmla="*/ 12194623 w 12199274"/>
              <a:gd name="connsiteY2" fmla="*/ 11556 h 5523876"/>
              <a:gd name="connsiteX3" fmla="*/ 12199274 w 12199274"/>
              <a:gd name="connsiteY3" fmla="*/ 4030247 h 5523876"/>
              <a:gd name="connsiteX4" fmla="*/ 4084944 w 12199274"/>
              <a:gd name="connsiteY4" fmla="*/ 5523876 h 5523876"/>
              <a:gd name="connsiteX5" fmla="*/ 7620 w 12199274"/>
              <a:gd name="connsiteY5" fmla="*/ 5516381 h 5523876"/>
              <a:gd name="connsiteX6" fmla="*/ 0 w 12199274"/>
              <a:gd name="connsiteY6" fmla="*/ 4105181 h 5523876"/>
              <a:gd name="connsiteX0" fmla="*/ 0 w 12199274"/>
              <a:gd name="connsiteY0" fmla="*/ 4105181 h 5536068"/>
              <a:gd name="connsiteX1" fmla="*/ 5939977 w 12199274"/>
              <a:gd name="connsiteY1" fmla="*/ 0 h 5536068"/>
              <a:gd name="connsiteX2" fmla="*/ 12194623 w 12199274"/>
              <a:gd name="connsiteY2" fmla="*/ 11556 h 5536068"/>
              <a:gd name="connsiteX3" fmla="*/ 12199274 w 12199274"/>
              <a:gd name="connsiteY3" fmla="*/ 4030247 h 5536068"/>
              <a:gd name="connsiteX4" fmla="*/ 4450704 w 12199274"/>
              <a:gd name="connsiteY4" fmla="*/ 5536068 h 5536068"/>
              <a:gd name="connsiteX5" fmla="*/ 7620 w 12199274"/>
              <a:gd name="connsiteY5" fmla="*/ 5516381 h 5536068"/>
              <a:gd name="connsiteX6" fmla="*/ 0 w 12199274"/>
              <a:gd name="connsiteY6" fmla="*/ 4105181 h 5536068"/>
              <a:gd name="connsiteX0" fmla="*/ 0 w 12199274"/>
              <a:gd name="connsiteY0" fmla="*/ 4105181 h 5536068"/>
              <a:gd name="connsiteX1" fmla="*/ 5939977 w 12199274"/>
              <a:gd name="connsiteY1" fmla="*/ 0 h 5536068"/>
              <a:gd name="connsiteX2" fmla="*/ 12194623 w 12199274"/>
              <a:gd name="connsiteY2" fmla="*/ 11556 h 5536068"/>
              <a:gd name="connsiteX3" fmla="*/ 12199274 w 12199274"/>
              <a:gd name="connsiteY3" fmla="*/ 4030247 h 5536068"/>
              <a:gd name="connsiteX4" fmla="*/ 4450704 w 12199274"/>
              <a:gd name="connsiteY4" fmla="*/ 5536068 h 5536068"/>
              <a:gd name="connsiteX5" fmla="*/ 15240 w 12199274"/>
              <a:gd name="connsiteY5" fmla="*/ 5363981 h 5536068"/>
              <a:gd name="connsiteX6" fmla="*/ 0 w 12199274"/>
              <a:gd name="connsiteY6" fmla="*/ 4105181 h 5536068"/>
              <a:gd name="connsiteX0" fmla="*/ 0 w 12199274"/>
              <a:gd name="connsiteY0" fmla="*/ 4105181 h 5539241"/>
              <a:gd name="connsiteX1" fmla="*/ 5939977 w 12199274"/>
              <a:gd name="connsiteY1" fmla="*/ 0 h 5539241"/>
              <a:gd name="connsiteX2" fmla="*/ 12194623 w 12199274"/>
              <a:gd name="connsiteY2" fmla="*/ 11556 h 5539241"/>
              <a:gd name="connsiteX3" fmla="*/ 12199274 w 12199274"/>
              <a:gd name="connsiteY3" fmla="*/ 4030247 h 5539241"/>
              <a:gd name="connsiteX4" fmla="*/ 4450704 w 12199274"/>
              <a:gd name="connsiteY4" fmla="*/ 5536068 h 5539241"/>
              <a:gd name="connsiteX5" fmla="*/ 15240 w 12199274"/>
              <a:gd name="connsiteY5" fmla="*/ 5539241 h 5539241"/>
              <a:gd name="connsiteX6" fmla="*/ 0 w 12199274"/>
              <a:gd name="connsiteY6" fmla="*/ 4105181 h 5539241"/>
              <a:gd name="connsiteX0" fmla="*/ 0 w 12199274"/>
              <a:gd name="connsiteY0" fmla="*/ 4105181 h 5536068"/>
              <a:gd name="connsiteX1" fmla="*/ 5939977 w 12199274"/>
              <a:gd name="connsiteY1" fmla="*/ 0 h 5536068"/>
              <a:gd name="connsiteX2" fmla="*/ 12194623 w 12199274"/>
              <a:gd name="connsiteY2" fmla="*/ 11556 h 5536068"/>
              <a:gd name="connsiteX3" fmla="*/ 12199274 w 12199274"/>
              <a:gd name="connsiteY3" fmla="*/ 4030247 h 5536068"/>
              <a:gd name="connsiteX4" fmla="*/ 4450704 w 12199274"/>
              <a:gd name="connsiteY4" fmla="*/ 5536068 h 5536068"/>
              <a:gd name="connsiteX5" fmla="*/ 7620 w 12199274"/>
              <a:gd name="connsiteY5" fmla="*/ 5531621 h 5536068"/>
              <a:gd name="connsiteX6" fmla="*/ 0 w 12199274"/>
              <a:gd name="connsiteY6" fmla="*/ 4105181 h 5536068"/>
              <a:gd name="connsiteX0" fmla="*/ 0 w 12199274"/>
              <a:gd name="connsiteY0" fmla="*/ 4105181 h 5539241"/>
              <a:gd name="connsiteX1" fmla="*/ 5939977 w 12199274"/>
              <a:gd name="connsiteY1" fmla="*/ 0 h 5539241"/>
              <a:gd name="connsiteX2" fmla="*/ 12194623 w 12199274"/>
              <a:gd name="connsiteY2" fmla="*/ 11556 h 5539241"/>
              <a:gd name="connsiteX3" fmla="*/ 12199274 w 12199274"/>
              <a:gd name="connsiteY3" fmla="*/ 4030247 h 5539241"/>
              <a:gd name="connsiteX4" fmla="*/ 4450704 w 12199274"/>
              <a:gd name="connsiteY4" fmla="*/ 5536068 h 5539241"/>
              <a:gd name="connsiteX5" fmla="*/ 0 w 12199274"/>
              <a:gd name="connsiteY5" fmla="*/ 5539241 h 5539241"/>
              <a:gd name="connsiteX6" fmla="*/ 0 w 12199274"/>
              <a:gd name="connsiteY6" fmla="*/ 4105181 h 5539241"/>
              <a:gd name="connsiteX0" fmla="*/ 0 w 12199274"/>
              <a:gd name="connsiteY0" fmla="*/ 4097561 h 5531621"/>
              <a:gd name="connsiteX1" fmla="*/ 5627557 w 12199274"/>
              <a:gd name="connsiteY1" fmla="*/ 0 h 5531621"/>
              <a:gd name="connsiteX2" fmla="*/ 12194623 w 12199274"/>
              <a:gd name="connsiteY2" fmla="*/ 3936 h 5531621"/>
              <a:gd name="connsiteX3" fmla="*/ 12199274 w 12199274"/>
              <a:gd name="connsiteY3" fmla="*/ 4022627 h 5531621"/>
              <a:gd name="connsiteX4" fmla="*/ 4450704 w 12199274"/>
              <a:gd name="connsiteY4" fmla="*/ 5528448 h 5531621"/>
              <a:gd name="connsiteX5" fmla="*/ 0 w 12199274"/>
              <a:gd name="connsiteY5" fmla="*/ 5531621 h 5531621"/>
              <a:gd name="connsiteX6" fmla="*/ 0 w 12199274"/>
              <a:gd name="connsiteY6" fmla="*/ 4097561 h 553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9274" h="5531621">
                <a:moveTo>
                  <a:pt x="0" y="4097561"/>
                </a:moveTo>
                <a:lnTo>
                  <a:pt x="5627557" y="0"/>
                </a:lnTo>
                <a:lnTo>
                  <a:pt x="12194623" y="3936"/>
                </a:lnTo>
                <a:cubicBezTo>
                  <a:pt x="12198370" y="1325569"/>
                  <a:pt x="12195527" y="2700994"/>
                  <a:pt x="12199274" y="4022627"/>
                </a:cubicBezTo>
                <a:lnTo>
                  <a:pt x="4450704" y="5528448"/>
                </a:lnTo>
                <a:lnTo>
                  <a:pt x="0" y="5531621"/>
                </a:lnTo>
                <a:lnTo>
                  <a:pt x="0" y="4097561"/>
                </a:lnTo>
                <a:close/>
              </a:path>
            </a:pathLst>
          </a:custGeom>
          <a:gradFill flip="none" rotWithShape="1">
            <a:gsLst>
              <a:gs pos="0">
                <a:schemeClr val="tx2">
                  <a:lumMod val="20000"/>
                  <a:lumOff val="80000"/>
                  <a:alpha val="74000"/>
                </a:schemeClr>
              </a:gs>
              <a:gs pos="84000">
                <a:schemeClr val="bg1"/>
              </a:gs>
            </a:gsLst>
            <a:lin ang="19200000" scaled="0"/>
            <a:tileRect/>
          </a:gradFill>
          <a:ln>
            <a:noFill/>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0" tIns="0" rIns="0" bIns="18000" numCol="1" spcCol="0" rtlCol="0" fromWordArt="0" anchor="ctr" anchorCtr="0" forceAA="0" compatLnSpc="1">
            <a:prstTxWarp prst="textNoShape">
              <a:avLst/>
            </a:prstTxWarp>
            <a:noAutofit/>
          </a:bodyPr>
          <a:lstStyle/>
          <a:p>
            <a:pPr marL="0" marR="0" indent="0" algn="ctr" defTabSz="914377" rtl="0" eaLnBrk="1" fontAlgn="auto" latinLnBrk="0" hangingPunct="1">
              <a:lnSpc>
                <a:spcPct val="100000"/>
              </a:lnSpc>
              <a:spcBef>
                <a:spcPts val="0"/>
              </a:spcBef>
              <a:spcAft>
                <a:spcPts val="0"/>
              </a:spcAft>
              <a:buClrTx/>
              <a:buSzTx/>
              <a:buFontTx/>
              <a:buNone/>
              <a:tabLst/>
            </a:pPr>
            <a:endParaRPr kumimoji="1" lang="ja-JP" altLang="en-US" sz="1000">
              <a:solidFill>
                <a:schemeClr val="tx1"/>
              </a:solidFill>
              <a:latin typeface="+mj-ea"/>
              <a:ea typeface="+mj-ea"/>
              <a:cs typeface="Meiryo UI" panose="020B0604030504040204" pitchFamily="50" charset="-128"/>
            </a:endParaRPr>
          </a:p>
        </p:txBody>
      </p:sp>
      <p:sp>
        <p:nvSpPr>
          <p:cNvPr id="13" name="正方形/長方形 12">
            <a:extLst>
              <a:ext uri="{FF2B5EF4-FFF2-40B4-BE49-F238E27FC236}">
                <a16:creationId xmlns:a16="http://schemas.microsoft.com/office/drawing/2014/main" id="{A73BC0AE-BA46-0953-A5B8-BED2132DFC89}"/>
              </a:ext>
            </a:extLst>
          </p:cNvPr>
          <p:cNvSpPr/>
          <p:nvPr userDrawn="1"/>
        </p:nvSpPr>
        <p:spPr>
          <a:xfrm>
            <a:off x="312000" y="260713"/>
            <a:ext cx="11880000" cy="360000"/>
          </a:xfrm>
          <a:prstGeom prst="rect">
            <a:avLst/>
          </a:prstGeom>
          <a:gradFill flip="none" rotWithShape="1">
            <a:gsLst>
              <a:gs pos="0">
                <a:schemeClr val="accent2">
                  <a:lumMod val="50000"/>
                </a:schemeClr>
              </a:gs>
              <a:gs pos="100000">
                <a:schemeClr val="accent2">
                  <a:lumMod val="40000"/>
                  <a:lumOff val="60000"/>
                </a:schemeClr>
              </a:gs>
              <a:gs pos="20000">
                <a:schemeClr val="accent2"/>
              </a:gs>
            </a:gsLst>
            <a:lin ang="0" scaled="1"/>
            <a:tileRect/>
          </a:gradFill>
          <a:ln w="25400" cap="rnd">
            <a:gradFill>
              <a:gsLst>
                <a:gs pos="20000">
                  <a:schemeClr val="accent2"/>
                </a:gs>
                <a:gs pos="0">
                  <a:schemeClr val="accent2">
                    <a:lumMod val="50000"/>
                  </a:schemeClr>
                </a:gs>
                <a:gs pos="100000">
                  <a:schemeClr val="accent2">
                    <a:lumMod val="40000"/>
                    <a:lumOff val="60000"/>
                  </a:schemeClr>
                </a:gs>
              </a:gsLst>
              <a:lin ang="0" scaled="0"/>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プレースホルダー 15">
            <a:extLst>
              <a:ext uri="{FF2B5EF4-FFF2-40B4-BE49-F238E27FC236}">
                <a16:creationId xmlns:a16="http://schemas.microsoft.com/office/drawing/2014/main" id="{F5704C66-2D58-400F-D001-99881CD3A3F4}"/>
              </a:ext>
            </a:extLst>
          </p:cNvPr>
          <p:cNvSpPr>
            <a:spLocks noGrp="1"/>
          </p:cNvSpPr>
          <p:nvPr>
            <p:ph type="body" sz="quarter" idx="11" hasCustomPrompt="1"/>
          </p:nvPr>
        </p:nvSpPr>
        <p:spPr>
          <a:xfrm>
            <a:off x="623888" y="314713"/>
            <a:ext cx="10944112" cy="216000"/>
          </a:xfrm>
          <a:prstGeom prst="rect">
            <a:avLst/>
          </a:prstGeom>
        </p:spPr>
        <p:txBody>
          <a:bodyPr wrap="square" lIns="0" tIns="36000" rIns="0" bIns="0" anchor="ctr" anchorCtr="0">
            <a:noAutofit/>
          </a:bodyPr>
          <a:lstStyle>
            <a:lvl1pPr marL="0" indent="0">
              <a:lnSpc>
                <a:spcPct val="100000"/>
              </a:lnSpc>
              <a:spcBef>
                <a:spcPts val="0"/>
              </a:spcBef>
              <a:buNone/>
              <a:defRPr sz="1600" b="1" spc="0" baseline="0">
                <a:solidFill>
                  <a:schemeClr val="bg1"/>
                </a:solidFill>
                <a:latin typeface="+mj-lt"/>
                <a:ea typeface="+mj-ea"/>
              </a:defRPr>
            </a:lvl1pPr>
            <a:lvl2pPr marL="36000" indent="0">
              <a:lnSpc>
                <a:spcPct val="100000"/>
              </a:lnSpc>
              <a:buNone/>
              <a:defRPr sz="2400" b="1">
                <a:solidFill>
                  <a:schemeClr val="accent1"/>
                </a:solidFill>
                <a:latin typeface="+mj-ea"/>
                <a:ea typeface="+mj-ea"/>
              </a:defRPr>
            </a:lvl2pPr>
            <a:lvl3pPr marL="36000" indent="0">
              <a:lnSpc>
                <a:spcPct val="100000"/>
              </a:lnSpc>
              <a:buNone/>
              <a:defRPr sz="2400" b="1">
                <a:solidFill>
                  <a:schemeClr val="accent1"/>
                </a:solidFill>
                <a:latin typeface="+mj-ea"/>
                <a:ea typeface="+mj-ea"/>
              </a:defRPr>
            </a:lvl3pPr>
            <a:lvl4pPr marL="36000" indent="0">
              <a:lnSpc>
                <a:spcPct val="100000"/>
              </a:lnSpc>
              <a:buNone/>
              <a:defRPr sz="2400" b="1">
                <a:solidFill>
                  <a:schemeClr val="accent1"/>
                </a:solidFill>
                <a:latin typeface="+mj-ea"/>
                <a:ea typeface="+mj-ea"/>
              </a:defRPr>
            </a:lvl4pPr>
            <a:lvl5pPr marL="36000" indent="0">
              <a:lnSpc>
                <a:spcPct val="100000"/>
              </a:lnSpc>
              <a:buNone/>
              <a:defRPr sz="2400" b="1">
                <a:solidFill>
                  <a:schemeClr val="accent1"/>
                </a:solidFill>
                <a:latin typeface="+mj-ea"/>
                <a:ea typeface="+mj-ea"/>
              </a:defRPr>
            </a:lvl5pPr>
          </a:lstStyle>
          <a:p>
            <a:pPr lvl="0"/>
            <a:r>
              <a:rPr kumimoji="1" lang="ja-JP" altLang="en-US"/>
              <a:t>スライドタイトル</a:t>
            </a:r>
          </a:p>
        </p:txBody>
      </p:sp>
      <p:sp>
        <p:nvSpPr>
          <p:cNvPr id="26" name="正方形/長方形 25">
            <a:extLst>
              <a:ext uri="{FF2B5EF4-FFF2-40B4-BE49-F238E27FC236}">
                <a16:creationId xmlns:a16="http://schemas.microsoft.com/office/drawing/2014/main" id="{39129D36-7209-21D1-4B49-6171A6B40572}"/>
              </a:ext>
            </a:extLst>
          </p:cNvPr>
          <p:cNvSpPr/>
          <p:nvPr userDrawn="1"/>
        </p:nvSpPr>
        <p:spPr>
          <a:xfrm>
            <a:off x="0" y="260713"/>
            <a:ext cx="180000" cy="360000"/>
          </a:xfrm>
          <a:prstGeom prst="rect">
            <a:avLst/>
          </a:prstGeom>
          <a:solidFill>
            <a:srgbClr val="011625"/>
          </a:solidFill>
          <a:ln w="25400" cap="rnd">
            <a:solidFill>
              <a:srgbClr val="011625"/>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 name="グループ化 4">
            <a:extLst>
              <a:ext uri="{FF2B5EF4-FFF2-40B4-BE49-F238E27FC236}">
                <a16:creationId xmlns:a16="http://schemas.microsoft.com/office/drawing/2014/main" id="{F83FCCE4-3781-8360-088C-7FFD9ECFE262}"/>
              </a:ext>
            </a:extLst>
          </p:cNvPr>
          <p:cNvGrpSpPr/>
          <p:nvPr userDrawn="1"/>
        </p:nvGrpSpPr>
        <p:grpSpPr>
          <a:xfrm>
            <a:off x="-2665917" y="2628901"/>
            <a:ext cx="2472696" cy="4229099"/>
            <a:chOff x="-2472696" y="1"/>
            <a:chExt cx="2472696" cy="4229099"/>
          </a:xfrm>
        </p:grpSpPr>
        <p:sp>
          <p:nvSpPr>
            <p:cNvPr id="6" name="正方形/長方形 5">
              <a:extLst>
                <a:ext uri="{FF2B5EF4-FFF2-40B4-BE49-F238E27FC236}">
                  <a16:creationId xmlns:a16="http://schemas.microsoft.com/office/drawing/2014/main" id="{685CC341-E695-A1A6-E036-7BAD62FF1DF5}"/>
                </a:ext>
              </a:extLst>
            </p:cNvPr>
            <p:cNvSpPr/>
            <p:nvPr userDrawn="1"/>
          </p:nvSpPr>
          <p:spPr>
            <a:xfrm>
              <a:off x="-2472696" y="1"/>
              <a:ext cx="2472696" cy="42290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76240D32-58AD-72A5-4B91-B1938678CCBA}"/>
                </a:ext>
              </a:extLst>
            </p:cNvPr>
            <p:cNvSpPr txBox="1"/>
            <p:nvPr userDrawn="1"/>
          </p:nvSpPr>
          <p:spPr>
            <a:xfrm>
              <a:off x="-2256712" y="265455"/>
              <a:ext cx="1944000" cy="288000"/>
            </a:xfrm>
            <a:prstGeom prst="rect">
              <a:avLst/>
            </a:prstGeom>
            <a:noFill/>
          </p:spPr>
          <p:txBody>
            <a:bodyPr wrap="none" lIns="0" tIns="0" rIns="0" bIns="0" rtlCol="0">
              <a:noAutofit/>
            </a:bodyPr>
            <a:lstStyle/>
            <a:p>
              <a:pPr algn="l"/>
              <a:r>
                <a:rPr kumimoji="1" lang="ja-JP" altLang="en-US" sz="1400" b="1"/>
                <a:t>ベース</a:t>
              </a:r>
              <a:r>
                <a:rPr kumimoji="1" lang="ja-JP" altLang="en-US" sz="1050" b="0"/>
                <a:t>（テキスト・背景）</a:t>
              </a:r>
            </a:p>
          </p:txBody>
        </p:sp>
        <p:sp>
          <p:nvSpPr>
            <p:cNvPr id="12" name="正方形/長方形 11">
              <a:extLst>
                <a:ext uri="{FF2B5EF4-FFF2-40B4-BE49-F238E27FC236}">
                  <a16:creationId xmlns:a16="http://schemas.microsoft.com/office/drawing/2014/main" id="{C84DA671-9C7F-CACF-843A-F7EFF61A5A4C}"/>
                </a:ext>
              </a:extLst>
            </p:cNvPr>
            <p:cNvSpPr>
              <a:spLocks noChangeAspect="1"/>
            </p:cNvSpPr>
            <p:nvPr userDrawn="1"/>
          </p:nvSpPr>
          <p:spPr>
            <a:xfrm>
              <a:off x="-2256712" y="550690"/>
              <a:ext cx="360000" cy="360000"/>
            </a:xfrm>
            <a:prstGeom prst="rect">
              <a:avLst/>
            </a:prstGeom>
            <a:solidFill>
              <a:srgbClr val="2323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EA15937E-DD30-3D65-2689-287A20D53F3D}"/>
                </a:ext>
              </a:extLst>
            </p:cNvPr>
            <p:cNvSpPr>
              <a:spLocks noChangeAspect="1"/>
            </p:cNvSpPr>
            <p:nvPr userDrawn="1"/>
          </p:nvSpPr>
          <p:spPr>
            <a:xfrm>
              <a:off x="-1164102" y="550690"/>
              <a:ext cx="360000" cy="360000"/>
            </a:xfrm>
            <a:prstGeom prst="rect">
              <a:avLst/>
            </a:prstGeom>
            <a:solidFill>
              <a:srgbClr val="FFFFFF"/>
            </a:solidFill>
            <a:ln w="63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B1F63737-B85B-E9C2-37D7-864189DD8806}"/>
                </a:ext>
              </a:extLst>
            </p:cNvPr>
            <p:cNvSpPr txBox="1"/>
            <p:nvPr userDrawn="1"/>
          </p:nvSpPr>
          <p:spPr>
            <a:xfrm>
              <a:off x="-2256712" y="1087419"/>
              <a:ext cx="1944000" cy="288000"/>
            </a:xfrm>
            <a:prstGeom prst="rect">
              <a:avLst/>
            </a:prstGeom>
            <a:noFill/>
          </p:spPr>
          <p:txBody>
            <a:bodyPr wrap="none" lIns="0" tIns="0" rIns="0" bIns="0" rtlCol="0">
              <a:noAutofit/>
            </a:bodyPr>
            <a:lstStyle/>
            <a:p>
              <a:pPr algn="l"/>
              <a:r>
                <a:rPr kumimoji="1" lang="ja-JP" altLang="en-US" sz="1400" b="1"/>
                <a:t>メイン</a:t>
              </a:r>
              <a:r>
                <a:rPr kumimoji="1" lang="ja-JP" altLang="en-US" sz="1050" b="0"/>
                <a:t>（見出し・強調）</a:t>
              </a:r>
            </a:p>
          </p:txBody>
        </p:sp>
        <p:sp>
          <p:nvSpPr>
            <p:cNvPr id="16" name="正方形/長方形 15">
              <a:extLst>
                <a:ext uri="{FF2B5EF4-FFF2-40B4-BE49-F238E27FC236}">
                  <a16:creationId xmlns:a16="http://schemas.microsoft.com/office/drawing/2014/main" id="{F80E1B78-2123-AEDD-FC5C-5276F2BF6A62}"/>
                </a:ext>
              </a:extLst>
            </p:cNvPr>
            <p:cNvSpPr>
              <a:spLocks noChangeAspect="1"/>
            </p:cNvSpPr>
            <p:nvPr userDrawn="1"/>
          </p:nvSpPr>
          <p:spPr>
            <a:xfrm>
              <a:off x="-2256712" y="1375419"/>
              <a:ext cx="360000" cy="360000"/>
            </a:xfrm>
            <a:prstGeom prst="rect">
              <a:avLst/>
            </a:prstGeom>
            <a:solidFill>
              <a:srgbClr val="2F46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6B746A74-07C8-DE38-1822-142AB21A048A}"/>
                </a:ext>
              </a:extLst>
            </p:cNvPr>
            <p:cNvSpPr txBox="1"/>
            <p:nvPr userDrawn="1"/>
          </p:nvSpPr>
          <p:spPr>
            <a:xfrm>
              <a:off x="-2256712" y="1909383"/>
              <a:ext cx="1944000" cy="288000"/>
            </a:xfrm>
            <a:prstGeom prst="rect">
              <a:avLst/>
            </a:prstGeom>
            <a:noFill/>
          </p:spPr>
          <p:txBody>
            <a:bodyPr wrap="none" lIns="0" tIns="0" rIns="0" bIns="0" rtlCol="0">
              <a:noAutofit/>
            </a:bodyPr>
            <a:lstStyle/>
            <a:p>
              <a:pPr algn="l"/>
              <a:r>
                <a:rPr kumimoji="1" lang="ja-JP" altLang="en-US" sz="1400" b="1"/>
                <a:t>アクセント</a:t>
              </a:r>
              <a:r>
                <a:rPr kumimoji="1" lang="ja-JP" altLang="en-US" sz="1050" b="0"/>
                <a:t>（注目・注意）</a:t>
              </a:r>
            </a:p>
          </p:txBody>
        </p:sp>
        <p:sp>
          <p:nvSpPr>
            <p:cNvPr id="18" name="正方形/長方形 17">
              <a:extLst>
                <a:ext uri="{FF2B5EF4-FFF2-40B4-BE49-F238E27FC236}">
                  <a16:creationId xmlns:a16="http://schemas.microsoft.com/office/drawing/2014/main" id="{15025591-60E2-F1C3-64B5-6EE3562F0014}"/>
                </a:ext>
              </a:extLst>
            </p:cNvPr>
            <p:cNvSpPr>
              <a:spLocks noChangeAspect="1"/>
            </p:cNvSpPr>
            <p:nvPr userDrawn="1"/>
          </p:nvSpPr>
          <p:spPr>
            <a:xfrm>
              <a:off x="-2256712" y="2197383"/>
              <a:ext cx="360000" cy="360000"/>
            </a:xfrm>
            <a:prstGeom prst="rect">
              <a:avLst/>
            </a:prstGeom>
            <a:solidFill>
              <a:srgbClr val="D566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5E7DC732-64E6-3F13-B02C-AAF49E79C100}"/>
                </a:ext>
              </a:extLst>
            </p:cNvPr>
            <p:cNvSpPr txBox="1"/>
            <p:nvPr userDrawn="1"/>
          </p:nvSpPr>
          <p:spPr>
            <a:xfrm>
              <a:off x="-2256712" y="2731347"/>
              <a:ext cx="1944000" cy="288000"/>
            </a:xfrm>
            <a:prstGeom prst="rect">
              <a:avLst/>
            </a:prstGeom>
            <a:noFill/>
          </p:spPr>
          <p:txBody>
            <a:bodyPr wrap="none" lIns="0" tIns="0" rIns="0" bIns="0" rtlCol="0">
              <a:noAutofit/>
            </a:bodyPr>
            <a:lstStyle/>
            <a:p>
              <a:pPr algn="l"/>
              <a:r>
                <a:rPr kumimoji="1" lang="ja-JP" altLang="en-US" sz="1400" b="1"/>
                <a:t>サブ</a:t>
              </a:r>
              <a:r>
                <a:rPr kumimoji="1" lang="ja-JP" altLang="en-US" sz="1050" b="0"/>
                <a:t>（メイン・アクセントの補完）</a:t>
              </a:r>
            </a:p>
          </p:txBody>
        </p:sp>
        <p:sp>
          <p:nvSpPr>
            <p:cNvPr id="20" name="正方形/長方形 19">
              <a:extLst>
                <a:ext uri="{FF2B5EF4-FFF2-40B4-BE49-F238E27FC236}">
                  <a16:creationId xmlns:a16="http://schemas.microsoft.com/office/drawing/2014/main" id="{618D17A2-6680-8990-4540-2712BA6471F6}"/>
                </a:ext>
              </a:extLst>
            </p:cNvPr>
            <p:cNvSpPr>
              <a:spLocks noChangeAspect="1"/>
            </p:cNvSpPr>
            <p:nvPr userDrawn="1"/>
          </p:nvSpPr>
          <p:spPr>
            <a:xfrm>
              <a:off x="-2256712" y="3016582"/>
              <a:ext cx="360000" cy="360000"/>
            </a:xfrm>
            <a:prstGeom prst="rect">
              <a:avLst/>
            </a:prstGeom>
            <a:solidFill>
              <a:srgbClr val="F0F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9" name="正方形/長方形 38">
            <a:extLst>
              <a:ext uri="{FF2B5EF4-FFF2-40B4-BE49-F238E27FC236}">
                <a16:creationId xmlns:a16="http://schemas.microsoft.com/office/drawing/2014/main" id="{04017D9E-DB60-B18D-922C-63C84655481E}"/>
              </a:ext>
            </a:extLst>
          </p:cNvPr>
          <p:cNvSpPr>
            <a:spLocks/>
          </p:cNvSpPr>
          <p:nvPr userDrawn="1"/>
        </p:nvSpPr>
        <p:spPr>
          <a:xfrm>
            <a:off x="-2449933" y="6100868"/>
            <a:ext cx="906305" cy="25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a:t>ポジティブ</a:t>
            </a:r>
            <a:endParaRPr kumimoji="1" lang="en-US" altLang="ja-JP" sz="1100" b="1"/>
          </a:p>
        </p:txBody>
      </p:sp>
      <p:sp>
        <p:nvSpPr>
          <p:cNvPr id="40" name="正方形/長方形 39">
            <a:extLst>
              <a:ext uri="{FF2B5EF4-FFF2-40B4-BE49-F238E27FC236}">
                <a16:creationId xmlns:a16="http://schemas.microsoft.com/office/drawing/2014/main" id="{7DBB02FA-C0F8-87CE-2CDD-6E13C3FA30ED}"/>
              </a:ext>
            </a:extLst>
          </p:cNvPr>
          <p:cNvSpPr>
            <a:spLocks/>
          </p:cNvSpPr>
          <p:nvPr userDrawn="1"/>
        </p:nvSpPr>
        <p:spPr>
          <a:xfrm>
            <a:off x="-1404905" y="6100868"/>
            <a:ext cx="906305" cy="252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a:t>ネガティブ</a:t>
            </a:r>
            <a:endParaRPr kumimoji="1" lang="en-US" altLang="ja-JP" sz="1100" b="1"/>
          </a:p>
        </p:txBody>
      </p:sp>
      <p:sp>
        <p:nvSpPr>
          <p:cNvPr id="43" name="正方形/長方形 42">
            <a:extLst>
              <a:ext uri="{FF2B5EF4-FFF2-40B4-BE49-F238E27FC236}">
                <a16:creationId xmlns:a16="http://schemas.microsoft.com/office/drawing/2014/main" id="{F99ED439-DBBF-C3D0-8267-0DB46B648B62}"/>
              </a:ext>
            </a:extLst>
          </p:cNvPr>
          <p:cNvSpPr/>
          <p:nvPr userDrawn="1"/>
        </p:nvSpPr>
        <p:spPr>
          <a:xfrm>
            <a:off x="-2449933" y="6405668"/>
            <a:ext cx="608111" cy="252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a:t>過去</a:t>
            </a:r>
          </a:p>
        </p:txBody>
      </p:sp>
      <p:sp>
        <p:nvSpPr>
          <p:cNvPr id="44" name="正方形/長方形 43">
            <a:extLst>
              <a:ext uri="{FF2B5EF4-FFF2-40B4-BE49-F238E27FC236}">
                <a16:creationId xmlns:a16="http://schemas.microsoft.com/office/drawing/2014/main" id="{7724ABBC-6A4F-DBA9-9E60-8E2AF3BE2242}"/>
              </a:ext>
            </a:extLst>
          </p:cNvPr>
          <p:cNvSpPr/>
          <p:nvPr userDrawn="1"/>
        </p:nvSpPr>
        <p:spPr>
          <a:xfrm>
            <a:off x="-1778322" y="6405668"/>
            <a:ext cx="608111" cy="25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a:t>現在</a:t>
            </a:r>
          </a:p>
        </p:txBody>
      </p:sp>
      <p:sp>
        <p:nvSpPr>
          <p:cNvPr id="45" name="正方形/長方形 44">
            <a:extLst>
              <a:ext uri="{FF2B5EF4-FFF2-40B4-BE49-F238E27FC236}">
                <a16:creationId xmlns:a16="http://schemas.microsoft.com/office/drawing/2014/main" id="{A31C9663-56E0-6419-FC2A-C5701C1F8F38}"/>
              </a:ext>
            </a:extLst>
          </p:cNvPr>
          <p:cNvSpPr/>
          <p:nvPr userDrawn="1"/>
        </p:nvSpPr>
        <p:spPr>
          <a:xfrm>
            <a:off x="-1106711" y="6405668"/>
            <a:ext cx="608111" cy="252000"/>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a:t>未来</a:t>
            </a:r>
          </a:p>
        </p:txBody>
      </p:sp>
      <p:sp>
        <p:nvSpPr>
          <p:cNvPr id="22" name="テキスト ボックス 21">
            <a:extLst>
              <a:ext uri="{FF2B5EF4-FFF2-40B4-BE49-F238E27FC236}">
                <a16:creationId xmlns:a16="http://schemas.microsoft.com/office/drawing/2014/main" id="{2DC1EAF7-C564-539A-1F89-AC75549C433C}"/>
              </a:ext>
            </a:extLst>
          </p:cNvPr>
          <p:cNvSpPr txBox="1"/>
          <p:nvPr userDrawn="1"/>
        </p:nvSpPr>
        <p:spPr>
          <a:xfrm rot="5400000">
            <a:off x="10646529" y="5013268"/>
            <a:ext cx="2814873" cy="92333"/>
          </a:xfrm>
          <a:prstGeom prst="rect">
            <a:avLst/>
          </a:prstGeom>
          <a:noFill/>
        </p:spPr>
        <p:txBody>
          <a:bodyPr wrap="none" lIns="0" tIns="0" rIns="0" bIns="0" rtlCol="0" anchor="ctr" anchorCtr="0">
            <a:spAutoFit/>
          </a:bodyPr>
          <a:lstStyle/>
          <a:p>
            <a:pPr algn="r">
              <a:spcBef>
                <a:spcPts val="300"/>
              </a:spcBef>
            </a:pPr>
            <a:r>
              <a:rPr lang="en-US" altLang="ja-JP" sz="600" b="0" i="0" spc="100" baseline="0">
                <a:solidFill>
                  <a:schemeClr val="tx2"/>
                </a:solidFill>
                <a:effectLst/>
                <a:latin typeface="+mn-lt"/>
              </a:rPr>
              <a:t>©Hankyu Hanshin Holdings,Inc. All rights reserved.</a:t>
            </a:r>
            <a:endParaRPr kumimoji="1" lang="ja-JP" altLang="en-US" sz="600" spc="100" baseline="0">
              <a:solidFill>
                <a:schemeClr val="tx2"/>
              </a:solidFill>
              <a:latin typeface="+mn-lt"/>
              <a:cs typeface="Meiryo UI" panose="020B0604030504040204" pitchFamily="50" charset="-128"/>
            </a:endParaRPr>
          </a:p>
        </p:txBody>
      </p:sp>
      <p:sp>
        <p:nvSpPr>
          <p:cNvPr id="23" name="グラフィックス 26">
            <a:extLst>
              <a:ext uri="{FF2B5EF4-FFF2-40B4-BE49-F238E27FC236}">
                <a16:creationId xmlns:a16="http://schemas.microsoft.com/office/drawing/2014/main" id="{647B17D3-B941-8153-DCAD-7E2A4A3C023C}"/>
              </a:ext>
            </a:extLst>
          </p:cNvPr>
          <p:cNvSpPr/>
          <p:nvPr userDrawn="1"/>
        </p:nvSpPr>
        <p:spPr>
          <a:xfrm>
            <a:off x="11881061" y="6535058"/>
            <a:ext cx="240177" cy="279400"/>
          </a:xfrm>
          <a:prstGeom prst="rect">
            <a:avLst/>
          </a:prstGeom>
          <a:noFill/>
          <a:ln w="12623" cap="flat">
            <a:noFill/>
            <a:prstDash val="solid"/>
            <a:miter/>
          </a:ln>
        </p:spPr>
        <p:txBody>
          <a:bodyPr wrap="none" lIns="0" tIns="0" rIns="0" bIns="0" rtlCol="0" anchor="ctr"/>
          <a:lstStyle/>
          <a:p>
            <a:pPr algn="ctr"/>
            <a:fld id="{40C893B2-09BA-4D0D-933E-13433E6B7757}" type="slidenum">
              <a:rPr lang="en-US" altLang="ja-JP" sz="1200" b="1" spc="100" smtClean="0">
                <a:solidFill>
                  <a:schemeClr val="tx2"/>
                </a:solidFill>
                <a:latin typeface="+mj-lt"/>
              </a:rPr>
              <a:t>‹#›</a:t>
            </a:fld>
            <a:endParaRPr lang="ja-JP" altLang="en-US" sz="1200" b="1" spc="100">
              <a:solidFill>
                <a:schemeClr val="tx2"/>
              </a:solidFill>
              <a:latin typeface="+mj-lt"/>
            </a:endParaRPr>
          </a:p>
        </p:txBody>
      </p:sp>
    </p:spTree>
    <p:extLst>
      <p:ext uri="{BB962C8B-B14F-4D97-AF65-F5344CB8AC3E}">
        <p14:creationId xmlns:p14="http://schemas.microsoft.com/office/powerpoint/2010/main" val="778435713"/>
      </p:ext>
    </p:extLst>
  </p:cSld>
  <p:clrMapOvr>
    <a:masterClrMapping/>
  </p:clrMapOvr>
  <p:extLst>
    <p:ext uri="{DCECCB84-F9BA-43D5-87BE-67443E8EF086}">
      <p15:sldGuideLst xmlns:p15="http://schemas.microsoft.com/office/powerpoint/2012/main">
        <p15:guide id="1" pos="7287">
          <p15:clr>
            <a:srgbClr val="FBAE40"/>
          </p15:clr>
        </p15:guide>
        <p15:guide id="3" pos="393">
          <p15:clr>
            <a:srgbClr val="FBAE40"/>
          </p15:clr>
        </p15:guide>
        <p15:guide id="5" orient="horz" pos="4065">
          <p15:clr>
            <a:srgbClr val="FBAE40"/>
          </p15:clr>
        </p15:guide>
        <p15:guide id="7" orient="horz" pos="482">
          <p15:clr>
            <a:srgbClr val="FBAE40"/>
          </p15:clr>
        </p15:guide>
        <p15:guide id="8" orient="horz" pos="6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本編_4私たちが描く未来の沿線の姿">
    <p:spTree>
      <p:nvGrpSpPr>
        <p:cNvPr id="1" name=""/>
        <p:cNvGrpSpPr/>
        <p:nvPr/>
      </p:nvGrpSpPr>
      <p:grpSpPr>
        <a:xfrm>
          <a:off x="0" y="0"/>
          <a:ext cx="0" cy="0"/>
          <a:chOff x="0" y="0"/>
          <a:chExt cx="0" cy="0"/>
        </a:xfrm>
      </p:grpSpPr>
      <p:pic>
        <p:nvPicPr>
          <p:cNvPr id="2" name="図 1" descr="ダイアグラム&#10;&#10;AI によって生成されたコンテンツは間違っている可能性があります。">
            <a:extLst>
              <a:ext uri="{FF2B5EF4-FFF2-40B4-BE49-F238E27FC236}">
                <a16:creationId xmlns:a16="http://schemas.microsoft.com/office/drawing/2014/main" id="{7E2A0ABB-F889-539C-1CE2-396E19C3E776}"/>
              </a:ext>
            </a:extLst>
          </p:cNvPr>
          <p:cNvPicPr>
            <a:picLocks noChangeAspect="1"/>
          </p:cNvPicPr>
          <p:nvPr userDrawn="1"/>
        </p:nvPicPr>
        <p:blipFill>
          <a:blip r:embed="rId3"/>
          <a:srcRect b="4292"/>
          <a:stretch/>
        </p:blipFill>
        <p:spPr>
          <a:xfrm>
            <a:off x="2268511" y="1504492"/>
            <a:ext cx="7908978" cy="5353507"/>
          </a:xfrm>
          <a:prstGeom prst="rect">
            <a:avLst/>
          </a:prstGeom>
        </p:spPr>
      </p:pic>
      <p:sp>
        <p:nvSpPr>
          <p:cNvPr id="9" name="正方形/長方形 8">
            <a:extLst>
              <a:ext uri="{FF2B5EF4-FFF2-40B4-BE49-F238E27FC236}">
                <a16:creationId xmlns:a16="http://schemas.microsoft.com/office/drawing/2014/main" id="{A0C3C1F8-6B4B-B2DC-A553-859547DA6B44}"/>
              </a:ext>
            </a:extLst>
          </p:cNvPr>
          <p:cNvSpPr/>
          <p:nvPr userDrawn="1"/>
        </p:nvSpPr>
        <p:spPr bwMode="auto">
          <a:xfrm flipH="1">
            <a:off x="8778164" y="1494573"/>
            <a:ext cx="3168000" cy="5364000"/>
          </a:xfrm>
          <a:prstGeom prst="rect">
            <a:avLst/>
          </a:prstGeom>
          <a:gradFill flip="none" rotWithShape="1">
            <a:gsLst>
              <a:gs pos="59000">
                <a:schemeClr val="bg1"/>
              </a:gs>
              <a:gs pos="100000">
                <a:schemeClr val="bg1">
                  <a:alpha val="0"/>
                </a:schemeClr>
              </a:gs>
            </a:gsLst>
            <a:lin ang="0" scaled="1"/>
            <a:tileRect/>
          </a:gradFill>
          <a:ln w="9525">
            <a:noFill/>
            <a:miter lim="800000"/>
            <a:headEnd/>
            <a:tailEnd/>
          </a:ln>
          <a:effectLst/>
        </p:spPr>
        <p:txBody>
          <a:bodyPr wrap="square" lIns="0" tIns="0" rIns="0" bIns="0" rtlCol="0" anchor="t">
            <a:noAutofit/>
          </a:bodyPr>
          <a:lstStyle/>
          <a:p>
            <a:pPr marL="180000" marR="0" indent="-180000" algn="l" defTabSz="914400" rtl="0" eaLnBrk="1" fontAlgn="auto" latinLnBrk="0" hangingPunct="1">
              <a:lnSpc>
                <a:spcPct val="110000"/>
              </a:lnSpc>
              <a:spcBef>
                <a:spcPts val="0"/>
              </a:spcBef>
              <a:spcAft>
                <a:spcPts val="300"/>
              </a:spcAft>
              <a:buClr>
                <a:schemeClr val="accent2"/>
              </a:buClr>
              <a:buSzPct val="80000"/>
              <a:buFont typeface="Wingdings" panose="05000000000000000000" pitchFamily="2" charset="2"/>
              <a:buChar char="l"/>
              <a:tabLst>
                <a:tab pos="2057400" algn="l"/>
              </a:tabLst>
            </a:pPr>
            <a:endParaRPr kumimoji="1" lang="ja-JP" altLang="en-US" sz="1400" b="0" i="0" u="none" strike="noStrike" kern="1200" cap="none" spc="0" normalizeH="0" baseline="0" noProof="0">
              <a:ln>
                <a:noFill/>
              </a:ln>
              <a:solidFill>
                <a:srgbClr val="000000"/>
              </a:solidFill>
              <a:effectLst/>
              <a:uLnTx/>
              <a:uFillTx/>
              <a:latin typeface="+mn-ea"/>
              <a:cs typeface="+mn-cs"/>
            </a:endParaRPr>
          </a:p>
        </p:txBody>
      </p:sp>
      <p:sp>
        <p:nvSpPr>
          <p:cNvPr id="11" name="正方形/長方形 10">
            <a:extLst>
              <a:ext uri="{FF2B5EF4-FFF2-40B4-BE49-F238E27FC236}">
                <a16:creationId xmlns:a16="http://schemas.microsoft.com/office/drawing/2014/main" id="{9E8D44B7-7A66-8083-5D6A-A6F3DFFB28F1}"/>
              </a:ext>
            </a:extLst>
          </p:cNvPr>
          <p:cNvSpPr/>
          <p:nvPr userDrawn="1"/>
        </p:nvSpPr>
        <p:spPr bwMode="auto">
          <a:xfrm>
            <a:off x="124927" y="1494573"/>
            <a:ext cx="3528000" cy="5364000"/>
          </a:xfrm>
          <a:prstGeom prst="rect">
            <a:avLst/>
          </a:prstGeom>
          <a:gradFill flip="none" rotWithShape="1">
            <a:gsLst>
              <a:gs pos="59000">
                <a:schemeClr val="bg1"/>
              </a:gs>
              <a:gs pos="100000">
                <a:schemeClr val="bg1">
                  <a:alpha val="0"/>
                </a:schemeClr>
              </a:gs>
            </a:gsLst>
            <a:lin ang="0" scaled="1"/>
            <a:tileRect/>
          </a:gradFill>
          <a:ln w="9525">
            <a:noFill/>
            <a:miter lim="800000"/>
            <a:headEnd/>
            <a:tailEnd/>
          </a:ln>
          <a:effectLst/>
        </p:spPr>
        <p:txBody>
          <a:bodyPr wrap="square" lIns="0" tIns="0" rIns="0" bIns="0" rtlCol="0" anchor="t">
            <a:noAutofit/>
          </a:bodyPr>
          <a:lstStyle/>
          <a:p>
            <a:pPr marL="180000" marR="0" indent="-180000" algn="l" defTabSz="914400" rtl="0" eaLnBrk="1" fontAlgn="auto" latinLnBrk="0" hangingPunct="1">
              <a:lnSpc>
                <a:spcPct val="110000"/>
              </a:lnSpc>
              <a:spcBef>
                <a:spcPts val="0"/>
              </a:spcBef>
              <a:spcAft>
                <a:spcPts val="300"/>
              </a:spcAft>
              <a:buClr>
                <a:schemeClr val="accent2"/>
              </a:buClr>
              <a:buSzPct val="80000"/>
              <a:buFont typeface="Wingdings" panose="05000000000000000000" pitchFamily="2" charset="2"/>
              <a:buChar char="l"/>
              <a:tabLst>
                <a:tab pos="2057400" algn="l"/>
              </a:tabLst>
            </a:pPr>
            <a:endParaRPr kumimoji="1" lang="ja-JP" altLang="en-US" sz="1400" b="0" i="0" u="none" strike="noStrike" kern="1200" cap="none" spc="0" normalizeH="0" baseline="0" noProof="0">
              <a:ln>
                <a:noFill/>
              </a:ln>
              <a:solidFill>
                <a:srgbClr val="000000"/>
              </a:solidFill>
              <a:effectLst/>
              <a:uLnTx/>
              <a:uFillTx/>
              <a:latin typeface="+mn-ea"/>
              <a:cs typeface="+mn-cs"/>
            </a:endParaRPr>
          </a:p>
        </p:txBody>
      </p:sp>
      <p:sp>
        <p:nvSpPr>
          <p:cNvPr id="3" name="正方形/長方形 2">
            <a:extLst>
              <a:ext uri="{FF2B5EF4-FFF2-40B4-BE49-F238E27FC236}">
                <a16:creationId xmlns:a16="http://schemas.microsoft.com/office/drawing/2014/main" id="{3E2D18EA-CEF4-1B83-3485-1E50C7CD5652}"/>
              </a:ext>
            </a:extLst>
          </p:cNvPr>
          <p:cNvSpPr/>
          <p:nvPr userDrawn="1"/>
        </p:nvSpPr>
        <p:spPr>
          <a:xfrm>
            <a:off x="0" y="0"/>
            <a:ext cx="108000" cy="68580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A73BC0AE-BA46-0953-A5B8-BED2132DFC89}"/>
              </a:ext>
            </a:extLst>
          </p:cNvPr>
          <p:cNvSpPr/>
          <p:nvPr userDrawn="1"/>
        </p:nvSpPr>
        <p:spPr>
          <a:xfrm>
            <a:off x="312000" y="260713"/>
            <a:ext cx="11880000" cy="360000"/>
          </a:xfrm>
          <a:prstGeom prst="rect">
            <a:avLst/>
          </a:prstGeom>
          <a:gradFill flip="none" rotWithShape="1">
            <a:gsLst>
              <a:gs pos="0">
                <a:schemeClr val="accent2">
                  <a:lumMod val="50000"/>
                </a:schemeClr>
              </a:gs>
              <a:gs pos="100000">
                <a:schemeClr val="accent2">
                  <a:lumMod val="40000"/>
                  <a:lumOff val="60000"/>
                </a:schemeClr>
              </a:gs>
              <a:gs pos="20000">
                <a:schemeClr val="accent2"/>
              </a:gs>
            </a:gsLst>
            <a:lin ang="0" scaled="1"/>
            <a:tileRect/>
          </a:gradFill>
          <a:ln w="25400" cap="rnd">
            <a:gradFill>
              <a:gsLst>
                <a:gs pos="20000">
                  <a:schemeClr val="accent2"/>
                </a:gs>
                <a:gs pos="0">
                  <a:schemeClr val="accent2">
                    <a:lumMod val="50000"/>
                  </a:schemeClr>
                </a:gs>
                <a:gs pos="100000">
                  <a:schemeClr val="accent2">
                    <a:lumMod val="40000"/>
                    <a:lumOff val="60000"/>
                  </a:schemeClr>
                </a:gs>
              </a:gsLst>
              <a:lin ang="0" scaled="0"/>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プレースホルダー 15">
            <a:extLst>
              <a:ext uri="{FF2B5EF4-FFF2-40B4-BE49-F238E27FC236}">
                <a16:creationId xmlns:a16="http://schemas.microsoft.com/office/drawing/2014/main" id="{F5704C66-2D58-400F-D001-99881CD3A3F4}"/>
              </a:ext>
            </a:extLst>
          </p:cNvPr>
          <p:cNvSpPr>
            <a:spLocks noGrp="1"/>
          </p:cNvSpPr>
          <p:nvPr>
            <p:ph type="body" sz="quarter" idx="11" hasCustomPrompt="1"/>
          </p:nvPr>
        </p:nvSpPr>
        <p:spPr>
          <a:xfrm>
            <a:off x="623888" y="300199"/>
            <a:ext cx="10944112" cy="216000"/>
          </a:xfrm>
          <a:prstGeom prst="rect">
            <a:avLst/>
          </a:prstGeom>
        </p:spPr>
        <p:txBody>
          <a:bodyPr wrap="square" lIns="0" tIns="36000" rIns="0" bIns="0" anchor="ctr" anchorCtr="0">
            <a:noAutofit/>
          </a:bodyPr>
          <a:lstStyle>
            <a:lvl1pPr marL="0" indent="0">
              <a:lnSpc>
                <a:spcPct val="100000"/>
              </a:lnSpc>
              <a:spcBef>
                <a:spcPts val="0"/>
              </a:spcBef>
              <a:buNone/>
              <a:defRPr sz="1600" b="1" spc="0" baseline="0">
                <a:solidFill>
                  <a:schemeClr val="bg1"/>
                </a:solidFill>
                <a:latin typeface="+mj-lt"/>
                <a:ea typeface="+mj-ea"/>
              </a:defRPr>
            </a:lvl1pPr>
            <a:lvl2pPr marL="36000" indent="0">
              <a:lnSpc>
                <a:spcPct val="100000"/>
              </a:lnSpc>
              <a:buNone/>
              <a:defRPr sz="2400" b="1">
                <a:solidFill>
                  <a:schemeClr val="accent1"/>
                </a:solidFill>
                <a:latin typeface="+mj-ea"/>
                <a:ea typeface="+mj-ea"/>
              </a:defRPr>
            </a:lvl2pPr>
            <a:lvl3pPr marL="36000" indent="0">
              <a:lnSpc>
                <a:spcPct val="100000"/>
              </a:lnSpc>
              <a:buNone/>
              <a:defRPr sz="2400" b="1">
                <a:solidFill>
                  <a:schemeClr val="accent1"/>
                </a:solidFill>
                <a:latin typeface="+mj-ea"/>
                <a:ea typeface="+mj-ea"/>
              </a:defRPr>
            </a:lvl3pPr>
            <a:lvl4pPr marL="36000" indent="0">
              <a:lnSpc>
                <a:spcPct val="100000"/>
              </a:lnSpc>
              <a:buNone/>
              <a:defRPr sz="2400" b="1">
                <a:solidFill>
                  <a:schemeClr val="accent1"/>
                </a:solidFill>
                <a:latin typeface="+mj-ea"/>
                <a:ea typeface="+mj-ea"/>
              </a:defRPr>
            </a:lvl4pPr>
            <a:lvl5pPr marL="36000" indent="0">
              <a:lnSpc>
                <a:spcPct val="100000"/>
              </a:lnSpc>
              <a:buNone/>
              <a:defRPr sz="2400" b="1">
                <a:solidFill>
                  <a:schemeClr val="accent1"/>
                </a:solidFill>
                <a:latin typeface="+mj-ea"/>
                <a:ea typeface="+mj-ea"/>
              </a:defRPr>
            </a:lvl5pPr>
          </a:lstStyle>
          <a:p>
            <a:pPr lvl="0"/>
            <a:r>
              <a:rPr kumimoji="1" lang="ja-JP" altLang="en-US"/>
              <a:t>スライドタイトル</a:t>
            </a:r>
          </a:p>
        </p:txBody>
      </p:sp>
      <p:sp>
        <p:nvSpPr>
          <p:cNvPr id="26" name="正方形/長方形 25">
            <a:extLst>
              <a:ext uri="{FF2B5EF4-FFF2-40B4-BE49-F238E27FC236}">
                <a16:creationId xmlns:a16="http://schemas.microsoft.com/office/drawing/2014/main" id="{39129D36-7209-21D1-4B49-6171A6B40572}"/>
              </a:ext>
            </a:extLst>
          </p:cNvPr>
          <p:cNvSpPr/>
          <p:nvPr userDrawn="1"/>
        </p:nvSpPr>
        <p:spPr>
          <a:xfrm>
            <a:off x="0" y="260713"/>
            <a:ext cx="180000" cy="360000"/>
          </a:xfrm>
          <a:prstGeom prst="rect">
            <a:avLst/>
          </a:prstGeom>
          <a:solidFill>
            <a:srgbClr val="011625"/>
          </a:solidFill>
          <a:ln w="25400" cap="rnd">
            <a:solidFill>
              <a:srgbClr val="011625"/>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 name="グループ化 4">
            <a:extLst>
              <a:ext uri="{FF2B5EF4-FFF2-40B4-BE49-F238E27FC236}">
                <a16:creationId xmlns:a16="http://schemas.microsoft.com/office/drawing/2014/main" id="{F83FCCE4-3781-8360-088C-7FFD9ECFE262}"/>
              </a:ext>
            </a:extLst>
          </p:cNvPr>
          <p:cNvGrpSpPr/>
          <p:nvPr userDrawn="1"/>
        </p:nvGrpSpPr>
        <p:grpSpPr>
          <a:xfrm>
            <a:off x="-2665917" y="2628901"/>
            <a:ext cx="2472696" cy="4229099"/>
            <a:chOff x="-2472696" y="1"/>
            <a:chExt cx="2472696" cy="4229099"/>
          </a:xfrm>
        </p:grpSpPr>
        <p:sp>
          <p:nvSpPr>
            <p:cNvPr id="6" name="正方形/長方形 5">
              <a:extLst>
                <a:ext uri="{FF2B5EF4-FFF2-40B4-BE49-F238E27FC236}">
                  <a16:creationId xmlns:a16="http://schemas.microsoft.com/office/drawing/2014/main" id="{685CC341-E695-A1A6-E036-7BAD62FF1DF5}"/>
                </a:ext>
              </a:extLst>
            </p:cNvPr>
            <p:cNvSpPr/>
            <p:nvPr userDrawn="1"/>
          </p:nvSpPr>
          <p:spPr>
            <a:xfrm>
              <a:off x="-2472696" y="1"/>
              <a:ext cx="2472696" cy="42290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76240D32-58AD-72A5-4B91-B1938678CCBA}"/>
                </a:ext>
              </a:extLst>
            </p:cNvPr>
            <p:cNvSpPr txBox="1"/>
            <p:nvPr userDrawn="1"/>
          </p:nvSpPr>
          <p:spPr>
            <a:xfrm>
              <a:off x="-2256712" y="265455"/>
              <a:ext cx="1944000" cy="288000"/>
            </a:xfrm>
            <a:prstGeom prst="rect">
              <a:avLst/>
            </a:prstGeom>
            <a:noFill/>
          </p:spPr>
          <p:txBody>
            <a:bodyPr wrap="none" lIns="0" tIns="0" rIns="0" bIns="0" rtlCol="0">
              <a:noAutofit/>
            </a:bodyPr>
            <a:lstStyle/>
            <a:p>
              <a:pPr algn="l"/>
              <a:r>
                <a:rPr kumimoji="1" lang="ja-JP" altLang="en-US" sz="1400" b="1"/>
                <a:t>ベース</a:t>
              </a:r>
              <a:r>
                <a:rPr kumimoji="1" lang="ja-JP" altLang="en-US" sz="1050" b="0"/>
                <a:t>（テキスト・背景）</a:t>
              </a:r>
            </a:p>
          </p:txBody>
        </p:sp>
        <p:sp>
          <p:nvSpPr>
            <p:cNvPr id="12" name="正方形/長方形 11">
              <a:extLst>
                <a:ext uri="{FF2B5EF4-FFF2-40B4-BE49-F238E27FC236}">
                  <a16:creationId xmlns:a16="http://schemas.microsoft.com/office/drawing/2014/main" id="{C84DA671-9C7F-CACF-843A-F7EFF61A5A4C}"/>
                </a:ext>
              </a:extLst>
            </p:cNvPr>
            <p:cNvSpPr>
              <a:spLocks noChangeAspect="1"/>
            </p:cNvSpPr>
            <p:nvPr userDrawn="1"/>
          </p:nvSpPr>
          <p:spPr>
            <a:xfrm>
              <a:off x="-2256712" y="550690"/>
              <a:ext cx="360000" cy="360000"/>
            </a:xfrm>
            <a:prstGeom prst="rect">
              <a:avLst/>
            </a:prstGeom>
            <a:solidFill>
              <a:srgbClr val="2323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EA15937E-DD30-3D65-2689-287A20D53F3D}"/>
                </a:ext>
              </a:extLst>
            </p:cNvPr>
            <p:cNvSpPr>
              <a:spLocks noChangeAspect="1"/>
            </p:cNvSpPr>
            <p:nvPr userDrawn="1"/>
          </p:nvSpPr>
          <p:spPr>
            <a:xfrm>
              <a:off x="-1164102" y="550690"/>
              <a:ext cx="360000" cy="360000"/>
            </a:xfrm>
            <a:prstGeom prst="rect">
              <a:avLst/>
            </a:prstGeom>
            <a:solidFill>
              <a:srgbClr val="FFFFFF"/>
            </a:solidFill>
            <a:ln w="63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B1F63737-B85B-E9C2-37D7-864189DD8806}"/>
                </a:ext>
              </a:extLst>
            </p:cNvPr>
            <p:cNvSpPr txBox="1"/>
            <p:nvPr userDrawn="1"/>
          </p:nvSpPr>
          <p:spPr>
            <a:xfrm>
              <a:off x="-2256712" y="1087419"/>
              <a:ext cx="1944000" cy="288000"/>
            </a:xfrm>
            <a:prstGeom prst="rect">
              <a:avLst/>
            </a:prstGeom>
            <a:noFill/>
          </p:spPr>
          <p:txBody>
            <a:bodyPr wrap="none" lIns="0" tIns="0" rIns="0" bIns="0" rtlCol="0">
              <a:noAutofit/>
            </a:bodyPr>
            <a:lstStyle/>
            <a:p>
              <a:pPr algn="l"/>
              <a:r>
                <a:rPr kumimoji="1" lang="ja-JP" altLang="en-US" sz="1400" b="1"/>
                <a:t>メイン</a:t>
              </a:r>
              <a:r>
                <a:rPr kumimoji="1" lang="ja-JP" altLang="en-US" sz="1050" b="0"/>
                <a:t>（見出し・強調）</a:t>
              </a:r>
            </a:p>
          </p:txBody>
        </p:sp>
        <p:sp>
          <p:nvSpPr>
            <p:cNvPr id="16" name="正方形/長方形 15">
              <a:extLst>
                <a:ext uri="{FF2B5EF4-FFF2-40B4-BE49-F238E27FC236}">
                  <a16:creationId xmlns:a16="http://schemas.microsoft.com/office/drawing/2014/main" id="{F80E1B78-2123-AEDD-FC5C-5276F2BF6A62}"/>
                </a:ext>
              </a:extLst>
            </p:cNvPr>
            <p:cNvSpPr>
              <a:spLocks noChangeAspect="1"/>
            </p:cNvSpPr>
            <p:nvPr userDrawn="1"/>
          </p:nvSpPr>
          <p:spPr>
            <a:xfrm>
              <a:off x="-2256712" y="1375419"/>
              <a:ext cx="360000" cy="360000"/>
            </a:xfrm>
            <a:prstGeom prst="rect">
              <a:avLst/>
            </a:prstGeom>
            <a:solidFill>
              <a:srgbClr val="2F46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6B746A74-07C8-DE38-1822-142AB21A048A}"/>
                </a:ext>
              </a:extLst>
            </p:cNvPr>
            <p:cNvSpPr txBox="1"/>
            <p:nvPr userDrawn="1"/>
          </p:nvSpPr>
          <p:spPr>
            <a:xfrm>
              <a:off x="-2256712" y="1909383"/>
              <a:ext cx="1944000" cy="288000"/>
            </a:xfrm>
            <a:prstGeom prst="rect">
              <a:avLst/>
            </a:prstGeom>
            <a:noFill/>
          </p:spPr>
          <p:txBody>
            <a:bodyPr wrap="none" lIns="0" tIns="0" rIns="0" bIns="0" rtlCol="0">
              <a:noAutofit/>
            </a:bodyPr>
            <a:lstStyle/>
            <a:p>
              <a:pPr algn="l"/>
              <a:r>
                <a:rPr kumimoji="1" lang="ja-JP" altLang="en-US" sz="1400" b="1"/>
                <a:t>アクセント</a:t>
              </a:r>
              <a:r>
                <a:rPr kumimoji="1" lang="ja-JP" altLang="en-US" sz="1050" b="0"/>
                <a:t>（注目・注意）</a:t>
              </a:r>
            </a:p>
          </p:txBody>
        </p:sp>
        <p:sp>
          <p:nvSpPr>
            <p:cNvPr id="18" name="正方形/長方形 17">
              <a:extLst>
                <a:ext uri="{FF2B5EF4-FFF2-40B4-BE49-F238E27FC236}">
                  <a16:creationId xmlns:a16="http://schemas.microsoft.com/office/drawing/2014/main" id="{15025591-60E2-F1C3-64B5-6EE3562F0014}"/>
                </a:ext>
              </a:extLst>
            </p:cNvPr>
            <p:cNvSpPr>
              <a:spLocks noChangeAspect="1"/>
            </p:cNvSpPr>
            <p:nvPr userDrawn="1"/>
          </p:nvSpPr>
          <p:spPr>
            <a:xfrm>
              <a:off x="-2256712" y="2197383"/>
              <a:ext cx="360000" cy="360000"/>
            </a:xfrm>
            <a:prstGeom prst="rect">
              <a:avLst/>
            </a:prstGeom>
            <a:solidFill>
              <a:srgbClr val="D566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5E7DC732-64E6-3F13-B02C-AAF49E79C100}"/>
                </a:ext>
              </a:extLst>
            </p:cNvPr>
            <p:cNvSpPr txBox="1"/>
            <p:nvPr userDrawn="1"/>
          </p:nvSpPr>
          <p:spPr>
            <a:xfrm>
              <a:off x="-2256712" y="2731347"/>
              <a:ext cx="1944000" cy="288000"/>
            </a:xfrm>
            <a:prstGeom prst="rect">
              <a:avLst/>
            </a:prstGeom>
            <a:noFill/>
          </p:spPr>
          <p:txBody>
            <a:bodyPr wrap="none" lIns="0" tIns="0" rIns="0" bIns="0" rtlCol="0">
              <a:noAutofit/>
            </a:bodyPr>
            <a:lstStyle/>
            <a:p>
              <a:pPr algn="l"/>
              <a:r>
                <a:rPr kumimoji="1" lang="ja-JP" altLang="en-US" sz="1400" b="1"/>
                <a:t>サブ</a:t>
              </a:r>
              <a:r>
                <a:rPr kumimoji="1" lang="ja-JP" altLang="en-US" sz="1050" b="0"/>
                <a:t>（メイン・アクセントの補完）</a:t>
              </a:r>
            </a:p>
          </p:txBody>
        </p:sp>
        <p:sp>
          <p:nvSpPr>
            <p:cNvPr id="20" name="正方形/長方形 19">
              <a:extLst>
                <a:ext uri="{FF2B5EF4-FFF2-40B4-BE49-F238E27FC236}">
                  <a16:creationId xmlns:a16="http://schemas.microsoft.com/office/drawing/2014/main" id="{618D17A2-6680-8990-4540-2712BA6471F6}"/>
                </a:ext>
              </a:extLst>
            </p:cNvPr>
            <p:cNvSpPr>
              <a:spLocks noChangeAspect="1"/>
            </p:cNvSpPr>
            <p:nvPr userDrawn="1"/>
          </p:nvSpPr>
          <p:spPr>
            <a:xfrm>
              <a:off x="-2256712" y="3016582"/>
              <a:ext cx="360000" cy="360000"/>
            </a:xfrm>
            <a:prstGeom prst="rect">
              <a:avLst/>
            </a:prstGeom>
            <a:solidFill>
              <a:srgbClr val="F0F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9" name="正方形/長方形 38">
            <a:extLst>
              <a:ext uri="{FF2B5EF4-FFF2-40B4-BE49-F238E27FC236}">
                <a16:creationId xmlns:a16="http://schemas.microsoft.com/office/drawing/2014/main" id="{04017D9E-DB60-B18D-922C-63C84655481E}"/>
              </a:ext>
            </a:extLst>
          </p:cNvPr>
          <p:cNvSpPr>
            <a:spLocks/>
          </p:cNvSpPr>
          <p:nvPr userDrawn="1"/>
        </p:nvSpPr>
        <p:spPr>
          <a:xfrm>
            <a:off x="-2449933" y="6100868"/>
            <a:ext cx="906305" cy="25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a:t>ポジティブ</a:t>
            </a:r>
            <a:endParaRPr kumimoji="1" lang="en-US" altLang="ja-JP" sz="1100" b="1"/>
          </a:p>
        </p:txBody>
      </p:sp>
      <p:sp>
        <p:nvSpPr>
          <p:cNvPr id="40" name="正方形/長方形 39">
            <a:extLst>
              <a:ext uri="{FF2B5EF4-FFF2-40B4-BE49-F238E27FC236}">
                <a16:creationId xmlns:a16="http://schemas.microsoft.com/office/drawing/2014/main" id="{7DBB02FA-C0F8-87CE-2CDD-6E13C3FA30ED}"/>
              </a:ext>
            </a:extLst>
          </p:cNvPr>
          <p:cNvSpPr>
            <a:spLocks/>
          </p:cNvSpPr>
          <p:nvPr userDrawn="1"/>
        </p:nvSpPr>
        <p:spPr>
          <a:xfrm>
            <a:off x="-1404905" y="6100868"/>
            <a:ext cx="906305" cy="252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a:t>ネガティブ</a:t>
            </a:r>
            <a:endParaRPr kumimoji="1" lang="en-US" altLang="ja-JP" sz="1100" b="1"/>
          </a:p>
        </p:txBody>
      </p:sp>
      <p:sp>
        <p:nvSpPr>
          <p:cNvPr id="43" name="正方形/長方形 42">
            <a:extLst>
              <a:ext uri="{FF2B5EF4-FFF2-40B4-BE49-F238E27FC236}">
                <a16:creationId xmlns:a16="http://schemas.microsoft.com/office/drawing/2014/main" id="{F99ED439-DBBF-C3D0-8267-0DB46B648B62}"/>
              </a:ext>
            </a:extLst>
          </p:cNvPr>
          <p:cNvSpPr/>
          <p:nvPr userDrawn="1"/>
        </p:nvSpPr>
        <p:spPr>
          <a:xfrm>
            <a:off x="-2449933" y="6405668"/>
            <a:ext cx="608111" cy="252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a:t>過去</a:t>
            </a:r>
          </a:p>
        </p:txBody>
      </p:sp>
      <p:sp>
        <p:nvSpPr>
          <p:cNvPr id="44" name="正方形/長方形 43">
            <a:extLst>
              <a:ext uri="{FF2B5EF4-FFF2-40B4-BE49-F238E27FC236}">
                <a16:creationId xmlns:a16="http://schemas.microsoft.com/office/drawing/2014/main" id="{7724ABBC-6A4F-DBA9-9E60-8E2AF3BE2242}"/>
              </a:ext>
            </a:extLst>
          </p:cNvPr>
          <p:cNvSpPr/>
          <p:nvPr userDrawn="1"/>
        </p:nvSpPr>
        <p:spPr>
          <a:xfrm>
            <a:off x="-1778322" y="6405668"/>
            <a:ext cx="608111" cy="25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a:t>現在</a:t>
            </a:r>
          </a:p>
        </p:txBody>
      </p:sp>
      <p:sp>
        <p:nvSpPr>
          <p:cNvPr id="45" name="正方形/長方形 44">
            <a:extLst>
              <a:ext uri="{FF2B5EF4-FFF2-40B4-BE49-F238E27FC236}">
                <a16:creationId xmlns:a16="http://schemas.microsoft.com/office/drawing/2014/main" id="{A31C9663-56E0-6419-FC2A-C5701C1F8F38}"/>
              </a:ext>
            </a:extLst>
          </p:cNvPr>
          <p:cNvSpPr/>
          <p:nvPr userDrawn="1"/>
        </p:nvSpPr>
        <p:spPr>
          <a:xfrm>
            <a:off x="-1106711" y="6405668"/>
            <a:ext cx="608111" cy="252000"/>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a:t>未来</a:t>
            </a:r>
          </a:p>
        </p:txBody>
      </p:sp>
      <p:sp>
        <p:nvSpPr>
          <p:cNvPr id="4" name="グラフィックス 26">
            <a:extLst>
              <a:ext uri="{FF2B5EF4-FFF2-40B4-BE49-F238E27FC236}">
                <a16:creationId xmlns:a16="http://schemas.microsoft.com/office/drawing/2014/main" id="{DFC8243E-12B2-D28B-91F5-73ECC0CB1378}"/>
              </a:ext>
            </a:extLst>
          </p:cNvPr>
          <p:cNvSpPr/>
          <p:nvPr userDrawn="1"/>
        </p:nvSpPr>
        <p:spPr>
          <a:xfrm>
            <a:off x="11881061" y="6535058"/>
            <a:ext cx="240177" cy="279400"/>
          </a:xfrm>
          <a:prstGeom prst="rect">
            <a:avLst/>
          </a:prstGeom>
          <a:noFill/>
          <a:ln w="12623" cap="flat">
            <a:noFill/>
            <a:prstDash val="solid"/>
            <a:miter/>
          </a:ln>
        </p:spPr>
        <p:txBody>
          <a:bodyPr wrap="none" lIns="0" tIns="0" rIns="0" bIns="0" rtlCol="0" anchor="ctr"/>
          <a:lstStyle/>
          <a:p>
            <a:pPr algn="ctr"/>
            <a:fld id="{40C893B2-09BA-4D0D-933E-13433E6B7757}" type="slidenum">
              <a:rPr lang="en-US" altLang="ja-JP" sz="1200" b="1" spc="100" smtClean="0">
                <a:solidFill>
                  <a:schemeClr val="tx2"/>
                </a:solidFill>
                <a:latin typeface="+mj-lt"/>
              </a:rPr>
              <a:t>‹#›</a:t>
            </a:fld>
            <a:endParaRPr lang="ja-JP" altLang="en-US" sz="1200" b="1" spc="100">
              <a:solidFill>
                <a:schemeClr val="tx2"/>
              </a:solidFill>
              <a:latin typeface="+mj-lt"/>
            </a:endParaRPr>
          </a:p>
        </p:txBody>
      </p:sp>
      <p:sp>
        <p:nvSpPr>
          <p:cNvPr id="10" name="テキスト ボックス 9">
            <a:extLst>
              <a:ext uri="{FF2B5EF4-FFF2-40B4-BE49-F238E27FC236}">
                <a16:creationId xmlns:a16="http://schemas.microsoft.com/office/drawing/2014/main" id="{7B29E6EA-5FB4-FF9F-6DC3-9EEA34A8A6F3}"/>
              </a:ext>
            </a:extLst>
          </p:cNvPr>
          <p:cNvSpPr txBox="1"/>
          <p:nvPr userDrawn="1"/>
        </p:nvSpPr>
        <p:spPr>
          <a:xfrm rot="5400000">
            <a:off x="10646529" y="5013268"/>
            <a:ext cx="2814873" cy="92333"/>
          </a:xfrm>
          <a:prstGeom prst="rect">
            <a:avLst/>
          </a:prstGeom>
          <a:noFill/>
        </p:spPr>
        <p:txBody>
          <a:bodyPr wrap="none" lIns="0" tIns="0" rIns="0" bIns="0" rtlCol="0" anchor="ctr" anchorCtr="0">
            <a:spAutoFit/>
          </a:bodyPr>
          <a:lstStyle/>
          <a:p>
            <a:pPr algn="r">
              <a:spcBef>
                <a:spcPts val="300"/>
              </a:spcBef>
            </a:pPr>
            <a:r>
              <a:rPr lang="en-US" altLang="ja-JP" sz="600" b="0" i="0" spc="100" baseline="0">
                <a:solidFill>
                  <a:schemeClr val="tx2"/>
                </a:solidFill>
                <a:effectLst/>
                <a:latin typeface="+mn-lt"/>
              </a:rPr>
              <a:t>©Hankyu Hanshin Holdings,Inc. All rights reserved.</a:t>
            </a:r>
            <a:endParaRPr kumimoji="1" lang="ja-JP" altLang="en-US" sz="600" spc="100" baseline="0">
              <a:solidFill>
                <a:schemeClr val="tx2"/>
              </a:solidFill>
              <a:latin typeface="+mn-lt"/>
              <a:cs typeface="Meiryo UI" panose="020B0604030504040204" pitchFamily="50" charset="-128"/>
            </a:endParaRPr>
          </a:p>
        </p:txBody>
      </p:sp>
    </p:spTree>
    <p:extLst>
      <p:ext uri="{BB962C8B-B14F-4D97-AF65-F5344CB8AC3E}">
        <p14:creationId xmlns:p14="http://schemas.microsoft.com/office/powerpoint/2010/main" val="518459825"/>
      </p:ext>
    </p:extLst>
  </p:cSld>
  <p:clrMapOvr>
    <a:masterClrMapping/>
  </p:clrMapOvr>
  <p:extLst>
    <p:ext uri="{DCECCB84-F9BA-43D5-87BE-67443E8EF086}">
      <p15:sldGuideLst xmlns:p15="http://schemas.microsoft.com/office/powerpoint/2012/main">
        <p15:guide id="1" pos="7287">
          <p15:clr>
            <a:srgbClr val="FBAE40"/>
          </p15:clr>
        </p15:guide>
        <p15:guide id="3" pos="393">
          <p15:clr>
            <a:srgbClr val="FBAE40"/>
          </p15:clr>
        </p15:guide>
        <p15:guide id="5" orient="horz" pos="4065">
          <p15:clr>
            <a:srgbClr val="FBAE40"/>
          </p15:clr>
        </p15:guide>
        <p15:guide id="7" orient="horz" pos="482">
          <p15:clr>
            <a:srgbClr val="FBAE40"/>
          </p15:clr>
        </p15:guide>
        <p15:guide id="8" orient="horz" pos="6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2472C009-5DF7-825C-F105-7EC72341F8FE}"/>
              </a:ext>
            </a:extLst>
          </p:cNvPr>
          <p:cNvSpPr/>
          <p:nvPr userDrawn="1"/>
        </p:nvSpPr>
        <p:spPr>
          <a:xfrm>
            <a:off x="0" y="0"/>
            <a:ext cx="108000" cy="68580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20A30A24-766D-85A7-7965-38486BAEDCE0}"/>
              </a:ext>
            </a:extLst>
          </p:cNvPr>
          <p:cNvSpPr/>
          <p:nvPr userDrawn="1"/>
        </p:nvSpPr>
        <p:spPr>
          <a:xfrm>
            <a:off x="312000" y="2465396"/>
            <a:ext cx="11880000" cy="1428387"/>
          </a:xfrm>
          <a:prstGeom prst="rect">
            <a:avLst/>
          </a:prstGeom>
          <a:gradFill flip="none" rotWithShape="1">
            <a:gsLst>
              <a:gs pos="0">
                <a:schemeClr val="accent2">
                  <a:lumMod val="50000"/>
                </a:schemeClr>
              </a:gs>
              <a:gs pos="100000">
                <a:schemeClr val="accent2">
                  <a:lumMod val="40000"/>
                  <a:lumOff val="60000"/>
                </a:schemeClr>
              </a:gs>
              <a:gs pos="20000">
                <a:schemeClr val="accent2"/>
              </a:gs>
            </a:gsLst>
            <a:lin ang="0" scaled="1"/>
            <a:tileRect/>
          </a:gradFill>
          <a:ln w="25400" cap="rnd">
            <a:gradFill>
              <a:gsLst>
                <a:gs pos="20000">
                  <a:schemeClr val="accent2"/>
                </a:gs>
                <a:gs pos="0">
                  <a:schemeClr val="accent2">
                    <a:lumMod val="50000"/>
                  </a:schemeClr>
                </a:gs>
                <a:gs pos="100000">
                  <a:schemeClr val="accent2">
                    <a:lumMod val="40000"/>
                    <a:lumOff val="60000"/>
                  </a:schemeClr>
                </a:gs>
              </a:gsLst>
              <a:lin ang="0" scaled="0"/>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プレースホルダー 15">
            <a:extLst>
              <a:ext uri="{FF2B5EF4-FFF2-40B4-BE49-F238E27FC236}">
                <a16:creationId xmlns:a16="http://schemas.microsoft.com/office/drawing/2014/main" id="{D0E8D60B-44D4-8DFF-B147-EB0BF938E5DE}"/>
              </a:ext>
            </a:extLst>
          </p:cNvPr>
          <p:cNvSpPr>
            <a:spLocks noGrp="1"/>
          </p:cNvSpPr>
          <p:nvPr>
            <p:ph type="body" sz="quarter" idx="11" hasCustomPrompt="1"/>
          </p:nvPr>
        </p:nvSpPr>
        <p:spPr>
          <a:xfrm>
            <a:off x="623888" y="3038355"/>
            <a:ext cx="10944112" cy="216000"/>
          </a:xfrm>
          <a:prstGeom prst="rect">
            <a:avLst/>
          </a:prstGeom>
        </p:spPr>
        <p:txBody>
          <a:bodyPr wrap="square" lIns="0" tIns="36000" rIns="0" bIns="0" anchor="ctr" anchorCtr="0">
            <a:noAutofit/>
          </a:bodyPr>
          <a:lstStyle>
            <a:lvl1pPr marL="0" indent="0">
              <a:lnSpc>
                <a:spcPct val="100000"/>
              </a:lnSpc>
              <a:spcBef>
                <a:spcPts val="0"/>
              </a:spcBef>
              <a:buNone/>
              <a:defRPr sz="1600" b="1" spc="0" baseline="0">
                <a:solidFill>
                  <a:schemeClr val="bg1"/>
                </a:solidFill>
                <a:latin typeface="+mj-lt"/>
                <a:ea typeface="+mj-ea"/>
              </a:defRPr>
            </a:lvl1pPr>
            <a:lvl2pPr marL="36000" indent="0">
              <a:lnSpc>
                <a:spcPct val="100000"/>
              </a:lnSpc>
              <a:buNone/>
              <a:defRPr sz="2400" b="1">
                <a:solidFill>
                  <a:schemeClr val="accent1"/>
                </a:solidFill>
                <a:latin typeface="+mj-ea"/>
                <a:ea typeface="+mj-ea"/>
              </a:defRPr>
            </a:lvl2pPr>
            <a:lvl3pPr marL="36000" indent="0">
              <a:lnSpc>
                <a:spcPct val="100000"/>
              </a:lnSpc>
              <a:buNone/>
              <a:defRPr sz="2400" b="1">
                <a:solidFill>
                  <a:schemeClr val="accent1"/>
                </a:solidFill>
                <a:latin typeface="+mj-ea"/>
                <a:ea typeface="+mj-ea"/>
              </a:defRPr>
            </a:lvl3pPr>
            <a:lvl4pPr marL="36000" indent="0">
              <a:lnSpc>
                <a:spcPct val="100000"/>
              </a:lnSpc>
              <a:buNone/>
              <a:defRPr sz="2400" b="1">
                <a:solidFill>
                  <a:schemeClr val="accent1"/>
                </a:solidFill>
                <a:latin typeface="+mj-ea"/>
                <a:ea typeface="+mj-ea"/>
              </a:defRPr>
            </a:lvl4pPr>
            <a:lvl5pPr marL="36000" indent="0">
              <a:lnSpc>
                <a:spcPct val="100000"/>
              </a:lnSpc>
              <a:buNone/>
              <a:defRPr sz="2400" b="1">
                <a:solidFill>
                  <a:schemeClr val="accent1"/>
                </a:solidFill>
                <a:latin typeface="+mj-ea"/>
                <a:ea typeface="+mj-ea"/>
              </a:defRPr>
            </a:lvl5pPr>
          </a:lstStyle>
          <a:p>
            <a:pPr lvl="0"/>
            <a:r>
              <a:rPr kumimoji="1" lang="ja-JP" altLang="en-US"/>
              <a:t>スライドタイトル</a:t>
            </a:r>
          </a:p>
        </p:txBody>
      </p:sp>
      <p:sp>
        <p:nvSpPr>
          <p:cNvPr id="5" name="正方形/長方形 4">
            <a:extLst>
              <a:ext uri="{FF2B5EF4-FFF2-40B4-BE49-F238E27FC236}">
                <a16:creationId xmlns:a16="http://schemas.microsoft.com/office/drawing/2014/main" id="{10E1E51D-36E6-226B-3E28-FA3F2964E298}"/>
              </a:ext>
            </a:extLst>
          </p:cNvPr>
          <p:cNvSpPr/>
          <p:nvPr userDrawn="1"/>
        </p:nvSpPr>
        <p:spPr>
          <a:xfrm>
            <a:off x="0" y="2465396"/>
            <a:ext cx="180000" cy="1428387"/>
          </a:xfrm>
          <a:prstGeom prst="rect">
            <a:avLst/>
          </a:prstGeom>
          <a:solidFill>
            <a:srgbClr val="011625"/>
          </a:solidFill>
          <a:ln w="25400" cap="rnd">
            <a:solidFill>
              <a:srgbClr val="011625"/>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グラフィックス 26">
            <a:extLst>
              <a:ext uri="{FF2B5EF4-FFF2-40B4-BE49-F238E27FC236}">
                <a16:creationId xmlns:a16="http://schemas.microsoft.com/office/drawing/2014/main" id="{6E1A64E1-2A52-7B72-E415-3C9C5A2C3733}"/>
              </a:ext>
            </a:extLst>
          </p:cNvPr>
          <p:cNvSpPr/>
          <p:nvPr userDrawn="1"/>
        </p:nvSpPr>
        <p:spPr>
          <a:xfrm>
            <a:off x="11881061" y="6535058"/>
            <a:ext cx="240177" cy="279400"/>
          </a:xfrm>
          <a:prstGeom prst="rect">
            <a:avLst/>
          </a:prstGeom>
          <a:noFill/>
          <a:ln w="12623" cap="flat">
            <a:noFill/>
            <a:prstDash val="solid"/>
            <a:miter/>
          </a:ln>
        </p:spPr>
        <p:txBody>
          <a:bodyPr wrap="none" lIns="0" tIns="0" rIns="0" bIns="0" rtlCol="0" anchor="ctr"/>
          <a:lstStyle/>
          <a:p>
            <a:pPr algn="ctr"/>
            <a:fld id="{40C893B2-09BA-4D0D-933E-13433E6B7757}" type="slidenum">
              <a:rPr lang="en-US" altLang="ja-JP" sz="1200" b="1" spc="100" smtClean="0">
                <a:solidFill>
                  <a:schemeClr val="tx2"/>
                </a:solidFill>
                <a:latin typeface="+mj-lt"/>
              </a:rPr>
              <a:t>‹#›</a:t>
            </a:fld>
            <a:endParaRPr lang="ja-JP" altLang="en-US" sz="1200" b="1" spc="100">
              <a:solidFill>
                <a:schemeClr val="tx2"/>
              </a:solidFill>
              <a:latin typeface="+mj-lt"/>
            </a:endParaRPr>
          </a:p>
        </p:txBody>
      </p:sp>
    </p:spTree>
    <p:extLst>
      <p:ext uri="{BB962C8B-B14F-4D97-AF65-F5344CB8AC3E}">
        <p14:creationId xmlns:p14="http://schemas.microsoft.com/office/powerpoint/2010/main" val="3957167731"/>
      </p:ext>
    </p:extLst>
  </p:cSld>
  <p:clrMapOvr>
    <a:masterClrMapping/>
  </p:clrMapOvr>
  <p:extLst>
    <p:ext uri="{DCECCB84-F9BA-43D5-87BE-67443E8EF086}">
      <p15:sldGuideLst xmlns:p15="http://schemas.microsoft.com/office/powerpoint/2012/main">
        <p15:guide id="1" pos="7287">
          <p15:clr>
            <a:srgbClr val="FBAE40"/>
          </p15:clr>
        </p15:guide>
        <p15:guide id="3" pos="393">
          <p15:clr>
            <a:srgbClr val="FBAE40"/>
          </p15:clr>
        </p15:guide>
        <p15:guide id="5" orient="horz" pos="4065">
          <p15:clr>
            <a:srgbClr val="FBAE40"/>
          </p15:clr>
        </p15:guide>
        <p15:guide id="7" orient="horz" pos="482">
          <p15:clr>
            <a:srgbClr val="FBAE40"/>
          </p15:clr>
        </p15:guide>
        <p15:guide id="8" orient="horz" pos="6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D82B69BC-5E09-5229-D1D0-EA9A5B749E41}"/>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5641847"/>
          </a:xfrm>
          <a:prstGeom prst="rect">
            <a:avLst/>
          </a:prstGeom>
        </p:spPr>
      </p:pic>
      <p:sp>
        <p:nvSpPr>
          <p:cNvPr id="11" name="正方形/長方形 10">
            <a:extLst>
              <a:ext uri="{FF2B5EF4-FFF2-40B4-BE49-F238E27FC236}">
                <a16:creationId xmlns:a16="http://schemas.microsoft.com/office/drawing/2014/main" id="{8760201C-21CB-6FA6-034D-7C780A1469C8}"/>
              </a:ext>
            </a:extLst>
          </p:cNvPr>
          <p:cNvSpPr/>
          <p:nvPr userDrawn="1"/>
        </p:nvSpPr>
        <p:spPr>
          <a:xfrm>
            <a:off x="-1" y="0"/>
            <a:ext cx="12191999" cy="5641847"/>
          </a:xfrm>
          <a:prstGeom prst="rect">
            <a:avLst/>
          </a:prstGeom>
          <a:gradFill flip="none" rotWithShape="1">
            <a:gsLst>
              <a:gs pos="52000">
                <a:srgbClr val="7185B3">
                  <a:alpha val="84000"/>
                </a:srgbClr>
              </a:gs>
              <a:gs pos="0">
                <a:schemeClr val="accent2">
                  <a:lumMod val="50000"/>
                </a:schemeClr>
              </a:gs>
              <a:gs pos="100000">
                <a:schemeClr val="accent2">
                  <a:lumMod val="40000"/>
                  <a:lumOff val="60000"/>
                  <a:alpha val="0"/>
                </a:schemeClr>
              </a:gs>
              <a:gs pos="20000">
                <a:schemeClr val="accent2"/>
              </a:gs>
            </a:gsLst>
            <a:lin ang="0" scaled="1"/>
            <a:tileRect/>
          </a:gradFill>
          <a:ln w="25400"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schemeClr val="lt1"/>
              </a:solidFill>
            </a:endParaRPr>
          </a:p>
        </p:txBody>
      </p:sp>
      <p:sp>
        <p:nvSpPr>
          <p:cNvPr id="12" name="正方形/長方形 11">
            <a:extLst>
              <a:ext uri="{FF2B5EF4-FFF2-40B4-BE49-F238E27FC236}">
                <a16:creationId xmlns:a16="http://schemas.microsoft.com/office/drawing/2014/main" id="{9820BA28-570A-ACF4-24BC-F94A36E09C6E}"/>
              </a:ext>
            </a:extLst>
          </p:cNvPr>
          <p:cNvSpPr/>
          <p:nvPr userDrawn="1"/>
        </p:nvSpPr>
        <p:spPr>
          <a:xfrm>
            <a:off x="526648" y="1541054"/>
            <a:ext cx="97240" cy="1811495"/>
          </a:xfrm>
          <a:prstGeom prst="rect">
            <a:avLst/>
          </a:prstGeom>
          <a:solidFill>
            <a:schemeClr val="bg1"/>
          </a:solidFill>
          <a:ln w="12700">
            <a:noFill/>
          </a:ln>
        </p:spPr>
        <p:txBody>
          <a:bodyPr wrap="square" lIns="0" tIns="0" rIns="0" bIns="0" rtlCol="0" anchor="ctr" anchorCtr="0">
            <a:noAutofit/>
          </a:bodyPr>
          <a:lstStyle/>
          <a:p>
            <a:pPr marL="0" marR="0" indent="0" algn="ctr" defTabSz="914400" rtl="0" eaLnBrk="1" fontAlgn="auto" latinLnBrk="0" hangingPunct="1">
              <a:lnSpc>
                <a:spcPct val="110000"/>
              </a:lnSpc>
              <a:spcAft>
                <a:spcPts val="300"/>
              </a:spcAft>
              <a:buClrTx/>
              <a:buSzTx/>
              <a:buFontTx/>
              <a:buNone/>
              <a:tabLst/>
            </a:pPr>
            <a:endParaRPr kumimoji="1" lang="ja-JP" altLang="en-US" sz="1400" b="1" i="0" u="none" strike="noStrike" kern="1200" cap="none" spc="0" normalizeH="0" baseline="0" noProof="0">
              <a:ln>
                <a:noFill/>
              </a:ln>
              <a:solidFill>
                <a:schemeClr val="bg1"/>
              </a:solidFill>
              <a:effectLst/>
              <a:uLnTx/>
              <a:uFillTx/>
              <a:latin typeface="BIZ UDPゴシック"/>
              <a:ea typeface="BIZ UDPゴシック"/>
              <a:cs typeface="+mn-cs"/>
            </a:endParaRPr>
          </a:p>
        </p:txBody>
      </p:sp>
      <p:sp>
        <p:nvSpPr>
          <p:cNvPr id="6" name="テキスト プレースホルダー 5">
            <a:extLst>
              <a:ext uri="{FF2B5EF4-FFF2-40B4-BE49-F238E27FC236}">
                <a16:creationId xmlns:a16="http://schemas.microsoft.com/office/drawing/2014/main" id="{DB49B84D-0C90-6B7C-E927-31C5457C251D}"/>
              </a:ext>
            </a:extLst>
          </p:cNvPr>
          <p:cNvSpPr>
            <a:spLocks noGrp="1"/>
          </p:cNvSpPr>
          <p:nvPr>
            <p:ph type="body" sz="quarter" idx="10"/>
          </p:nvPr>
        </p:nvSpPr>
        <p:spPr>
          <a:xfrm>
            <a:off x="1003300" y="1777415"/>
            <a:ext cx="5715000" cy="1338773"/>
          </a:xfrm>
          <a:prstGeom prst="rect">
            <a:avLst/>
          </a:prstGeom>
        </p:spPr>
        <p:txBody>
          <a:bodyPr lIns="0" tIns="0" rIns="0" bIns="0" anchor="ctr" anchorCtr="0"/>
          <a:lstStyle>
            <a:lvl1pPr marL="0" indent="0">
              <a:lnSpc>
                <a:spcPct val="130000"/>
              </a:lnSpc>
              <a:spcBef>
                <a:spcPts val="0"/>
              </a:spcBef>
              <a:buNone/>
              <a:defRPr b="1">
                <a:solidFill>
                  <a:schemeClr val="bg1"/>
                </a:solidFill>
                <a:latin typeface="+mj-ea"/>
                <a:ea typeface="+mj-ea"/>
              </a:defRPr>
            </a:lvl1pPr>
            <a:lvl2pPr marL="457198" indent="0">
              <a:buNone/>
              <a:defRPr>
                <a:solidFill>
                  <a:schemeClr val="bg1"/>
                </a:solidFill>
              </a:defRPr>
            </a:lvl2pPr>
            <a:lvl3pPr marL="914395" indent="0">
              <a:buNone/>
              <a:defRPr>
                <a:solidFill>
                  <a:schemeClr val="bg1"/>
                </a:solidFill>
              </a:defRPr>
            </a:lvl3pPr>
            <a:lvl4pPr marL="1371593" indent="0">
              <a:buNone/>
              <a:defRPr>
                <a:solidFill>
                  <a:schemeClr val="bg1"/>
                </a:solidFill>
              </a:defRPr>
            </a:lvl4pPr>
            <a:lvl5pPr marL="1828790" indent="0">
              <a:buNone/>
              <a:defRPr>
                <a:solidFill>
                  <a:schemeClr val="bg1"/>
                </a:solidFill>
              </a:defRPr>
            </a:lvl5pPr>
          </a:lstStyle>
          <a:p>
            <a:pPr lvl="0"/>
            <a:r>
              <a:rPr kumimoji="1" lang="ja-JP" altLang="en-US"/>
              <a:t>マスター テキストの書式設定</a:t>
            </a:r>
            <a:endParaRPr kumimoji="1" lang="en-US" altLang="ja-JP"/>
          </a:p>
          <a:p>
            <a:pPr marL="0" marR="0" lvl="0" indent="0" algn="l" defTabSz="914395"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a:t>マスター テキストの書式設定</a:t>
            </a:r>
          </a:p>
        </p:txBody>
      </p:sp>
      <p:pic>
        <p:nvPicPr>
          <p:cNvPr id="8" name="Picture 2" descr="hankyu-hanshin-c">
            <a:extLst>
              <a:ext uri="{FF2B5EF4-FFF2-40B4-BE49-F238E27FC236}">
                <a16:creationId xmlns:a16="http://schemas.microsoft.com/office/drawing/2014/main" id="{D2BD1769-2A15-7ABB-DF74-5EB880371BC0}"/>
              </a:ext>
            </a:extLst>
          </p:cNvPr>
          <p:cNvPicPr preferRelativeResize="0">
            <a:picLocks noChangeAspect="1" noChangeArrowheads="1"/>
          </p:cNvPicPr>
          <p:nvPr userDrawn="1"/>
        </p:nvPicPr>
        <p:blipFill>
          <a:blip r:embed="rId4">
            <a:extLst>
              <a:ext uri="{28A0092B-C50C-407E-A947-70E740481C1C}">
                <a14:useLocalDpi xmlns:a14="http://schemas.microsoft.com/office/drawing/2010/main" val="0"/>
              </a:ext>
            </a:extLst>
          </a:blip>
          <a:stretch>
            <a:fillRect/>
          </a:stretch>
        </p:blipFill>
        <p:spPr bwMode="auto">
          <a:xfrm>
            <a:off x="8201708" y="5955877"/>
            <a:ext cx="3324327" cy="52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1082697"/>
      </p:ext>
    </p:extLst>
  </p:cSld>
  <p:clrMapOvr>
    <a:masterClrMapping/>
  </p:clrMapOvr>
  <p:extLst>
    <p:ext uri="{DCECCB84-F9BA-43D5-87BE-67443E8EF086}">
      <p15:sldGuideLst xmlns:p15="http://schemas.microsoft.com/office/powerpoint/2012/main">
        <p15:guide id="1" pos="7287">
          <p15:clr>
            <a:srgbClr val="FBAE40"/>
          </p15:clr>
        </p15:guide>
        <p15:guide id="3" pos="393">
          <p15:clr>
            <a:srgbClr val="FBAE40"/>
          </p15:clr>
        </p15:guide>
        <p15:guide id="5" orient="horz" pos="4065">
          <p15:clr>
            <a:srgbClr val="FBAE40"/>
          </p15:clr>
        </p15:guide>
        <p15:guide id="7" orient="horz" pos="482">
          <p15:clr>
            <a:srgbClr val="FBAE40"/>
          </p15:clr>
        </p15:guide>
        <p15:guide id="8" orient="horz" pos="6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tags" Target="../tags/tag1.xml"/><Relationship Id="rId9" Type="http://schemas.openxmlformats.org/officeDocument/2006/relationships/oleObject" Target="../embeddings/oleObject1.bin"/><Relationship Id="rId10"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250931E-889C-8D58-2BBE-7E8A9C67FD7E}"/>
              </a:ext>
            </a:extLst>
          </p:cNvPr>
          <p:cNvGraphicFramePr>
            <a:graphicFrameLocks/>
          </p:cNvGraphicFramePr>
          <p:nvPr userDrawn="1">
            <p:custDataLst>
              <p:tags r:id="rId8"/>
            </p:custDataLst>
            <p:extLst>
              <p:ext uri="{D42A27DB-BD31-4B8C-83A1-F6EECF244321}">
                <p14:modId xmlns:p14="http://schemas.microsoft.com/office/powerpoint/2010/main" val="40974953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9" imgW="639" imgH="642" progId="TCLayout.ActiveDocument.1">
                  <p:embed/>
                </p:oleObj>
              </mc:Choice>
              <mc:Fallback>
                <p:oleObj name="thinkcellスライド" r:id="rId9" imgW="639" imgH="642" progId="TCLayout.ActiveDocument.1">
                  <p:embed/>
                  <p:pic>
                    <p:nvPicPr>
                      <p:cNvPr id="2" name="think-cell data - do not delete" hidden="1">
                        <a:extLst>
                          <a:ext uri="{FF2B5EF4-FFF2-40B4-BE49-F238E27FC236}">
                            <a16:creationId xmlns:a16="http://schemas.microsoft.com/office/drawing/2014/main" id="{8250931E-889C-8D58-2BBE-7E8A9C67FD7E}"/>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1577768495"/>
      </p:ext>
    </p:extLst>
  </p:cSld>
  <p:clrMap bg1="lt1" tx1="dk1" bg2="lt2" tx2="dk2" accent1="accent1" accent2="accent2" accent3="accent3" accent4="accent4" accent5="accent5" accent6="accent6" hlink="hlink" folHlink="folHlink"/>
  <p:sldLayoutIdLst>
    <p:sldLayoutId id="2147483689" r:id="rId1"/>
    <p:sldLayoutId id="2147483717" r:id="rId2"/>
    <p:sldLayoutId id="2147483690" r:id="rId3"/>
    <p:sldLayoutId id="2147483718" r:id="rId4"/>
    <p:sldLayoutId id="2147483691" r:id="rId5"/>
    <p:sldLayoutId id="2147483692" r:id="rId6"/>
  </p:sldLayoutIdLst>
  <p:txStyles>
    <p:titleStyle>
      <a:lvl1pPr algn="l" defTabSz="914395"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598" indent="-228598" algn="l" defTabSz="914395"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96" indent="-228598" algn="l" defTabSz="914395"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93" indent="-228598" algn="l" defTabSz="914395"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91" indent="-228598"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88" indent="-228598"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85" indent="-228598"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83" indent="-228598"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80" indent="-228598"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77" indent="-228598"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395" rtl="0" eaLnBrk="1" latinLnBrk="0" hangingPunct="1">
        <a:defRPr kumimoji="1" sz="1800" kern="1200">
          <a:solidFill>
            <a:schemeClr val="tx1"/>
          </a:solidFill>
          <a:latin typeface="+mn-lt"/>
          <a:ea typeface="+mn-ea"/>
          <a:cs typeface="+mn-cs"/>
        </a:defRPr>
      </a:lvl1pPr>
      <a:lvl2pPr marL="457198" algn="l" defTabSz="914395" rtl="0" eaLnBrk="1" latinLnBrk="0" hangingPunct="1">
        <a:defRPr kumimoji="1" sz="1800" kern="1200">
          <a:solidFill>
            <a:schemeClr val="tx1"/>
          </a:solidFill>
          <a:latin typeface="+mn-lt"/>
          <a:ea typeface="+mn-ea"/>
          <a:cs typeface="+mn-cs"/>
        </a:defRPr>
      </a:lvl2pPr>
      <a:lvl3pPr marL="914395" algn="l" defTabSz="914395" rtl="0" eaLnBrk="1" latinLnBrk="0" hangingPunct="1">
        <a:defRPr kumimoji="1" sz="1800" kern="1200">
          <a:solidFill>
            <a:schemeClr val="tx1"/>
          </a:solidFill>
          <a:latin typeface="+mn-lt"/>
          <a:ea typeface="+mn-ea"/>
          <a:cs typeface="+mn-cs"/>
        </a:defRPr>
      </a:lvl3pPr>
      <a:lvl4pPr marL="1371592" algn="l" defTabSz="914395" rtl="0" eaLnBrk="1" latinLnBrk="0" hangingPunct="1">
        <a:defRPr kumimoji="1" sz="1800" kern="1200">
          <a:solidFill>
            <a:schemeClr val="tx1"/>
          </a:solidFill>
          <a:latin typeface="+mn-lt"/>
          <a:ea typeface="+mn-ea"/>
          <a:cs typeface="+mn-cs"/>
        </a:defRPr>
      </a:lvl4pPr>
      <a:lvl5pPr marL="1828789" algn="l" defTabSz="914395" rtl="0" eaLnBrk="1" latinLnBrk="0" hangingPunct="1">
        <a:defRPr kumimoji="1" sz="1800" kern="1200">
          <a:solidFill>
            <a:schemeClr val="tx1"/>
          </a:solidFill>
          <a:latin typeface="+mn-lt"/>
          <a:ea typeface="+mn-ea"/>
          <a:cs typeface="+mn-cs"/>
        </a:defRPr>
      </a:lvl5pPr>
      <a:lvl6pPr marL="2285987" algn="l" defTabSz="914395" rtl="0" eaLnBrk="1" latinLnBrk="0" hangingPunct="1">
        <a:defRPr kumimoji="1" sz="1800" kern="1200">
          <a:solidFill>
            <a:schemeClr val="tx1"/>
          </a:solidFill>
          <a:latin typeface="+mn-lt"/>
          <a:ea typeface="+mn-ea"/>
          <a:cs typeface="+mn-cs"/>
        </a:defRPr>
      </a:lvl6pPr>
      <a:lvl7pPr marL="2743185" algn="l" defTabSz="914395" rtl="0" eaLnBrk="1" latinLnBrk="0" hangingPunct="1">
        <a:defRPr kumimoji="1" sz="1800" kern="1200">
          <a:solidFill>
            <a:schemeClr val="tx1"/>
          </a:solidFill>
          <a:latin typeface="+mn-lt"/>
          <a:ea typeface="+mn-ea"/>
          <a:cs typeface="+mn-cs"/>
        </a:defRPr>
      </a:lvl7pPr>
      <a:lvl8pPr marL="3200381" algn="l" defTabSz="914395" rtl="0" eaLnBrk="1" latinLnBrk="0" hangingPunct="1">
        <a:defRPr kumimoji="1" sz="1800" kern="1200">
          <a:solidFill>
            <a:schemeClr val="tx1"/>
          </a:solidFill>
          <a:latin typeface="+mn-lt"/>
          <a:ea typeface="+mn-ea"/>
          <a:cs typeface="+mn-cs"/>
        </a:defRPr>
      </a:lvl8pPr>
      <a:lvl9pPr marL="3657579" algn="l" defTabSz="914395"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slide8.xml"/></Relationships>
</file>

<file path=ppt/slides/_rels/slide3.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oleObject" Target="../embeddings/oleObject2.bin"/><Relationship Id="rId5" Type="http://schemas.openxmlformats.org/officeDocument/2006/relationships/image" Target="../media/image1.emf"/><Relationship Id="rId6" Type="http://schemas.openxmlformats.org/officeDocument/2006/relationships/image" Target="../media/image5.png"/><Relationship Id="rId7" Type="http://schemas.openxmlformats.org/officeDocument/2006/relationships/image" Target="../media/image40.png"/></Relationships>
</file>

<file path=ppt/slides/_rels/slide4.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oleObject" Target="../embeddings/oleObject3.bin"/><Relationship Id="rId5" Type="http://schemas.openxmlformats.org/officeDocument/2006/relationships/image" Target="../media/image1.emf"/><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hyperlink" Target="http://35.72.223.158:8000/#home" TargetMode="External"/><Relationship Id="rId10" Type="http://schemas.openxmlformats.org/officeDocument/2006/relationships/image" Target="../media/image9.png"/><Relationship Id="rId11" Type="http://schemas.openxmlformats.org/officeDocument/2006/relationships/hyperlink" Target="http://35.72.223.158:8000/#sensing" TargetMode="External"/><Relationship Id="rId12" Type="http://schemas.openxmlformats.org/officeDocument/2006/relationships/image" Target="../media/image10.png"/><Relationship Id="rId13" Type="http://schemas.openxmlformats.org/officeDocument/2006/relationships/image" Target="../media/image41.png"/><Relationship Id="rId14" Type="http://schemas.openxmlformats.org/officeDocument/2006/relationships/image" Target="../media/image42.png"/><Relationship Id="rId15" Type="http://schemas.openxmlformats.org/officeDocument/2006/relationships/image" Target="../media/image43.png"/></Relationships>
</file>

<file path=ppt/slides/_rels/slide5.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oleObject" Target="../embeddings/oleObject4.bin"/><Relationship Id="rId5" Type="http://schemas.openxmlformats.org/officeDocument/2006/relationships/image" Target="../media/image1.emf"/><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44.png"/><Relationship Id="rId13" Type="http://schemas.openxmlformats.org/officeDocument/2006/relationships/image" Target="../media/image45.png"/><Relationship Id="rId14" Type="http://schemas.openxmlformats.org/officeDocument/2006/relationships/image" Target="../media/image46.png"/><Relationship Id="rId15" Type="http://schemas.openxmlformats.org/officeDocument/2006/relationships/image" Target="../media/image47.png"/><Relationship Id="rId16" Type="http://schemas.openxmlformats.org/officeDocument/2006/relationships/image" Target="../media/image48.png"/></Relationships>
</file>

<file path=ppt/slides/_rels/slide6.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oleObject" Target="../embeddings/oleObject5.bin"/><Relationship Id="rId5" Type="http://schemas.openxmlformats.org/officeDocument/2006/relationships/image" Target="../media/image1.emf"/><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49.png"/><Relationship Id="rId11" Type="http://schemas.openxmlformats.org/officeDocument/2006/relationships/image" Target="../media/image50.png"/><Relationship Id="rId12" Type="http://schemas.openxmlformats.org/officeDocument/2006/relationships/image" Target="../media/image51.png"/></Relationships>
</file>

<file path=ppt/slides/_rels/slide7.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oleObject" Target="../embeddings/oleObject6.bin"/><Relationship Id="rId5" Type="http://schemas.openxmlformats.org/officeDocument/2006/relationships/image" Target="../media/image1.emf"/><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 Id="rId10" Type="http://schemas.openxmlformats.org/officeDocument/2006/relationships/image" Target="../media/image25.png"/><Relationship Id="rId11" Type="http://schemas.openxmlformats.org/officeDocument/2006/relationships/image" Target="../media/image52.png"/><Relationship Id="rId12" Type="http://schemas.openxmlformats.org/officeDocument/2006/relationships/image" Target="../media/image53.png"/><Relationship Id="rId13" Type="http://schemas.openxmlformats.org/officeDocument/2006/relationships/image" Target="../media/image54.png"/><Relationship Id="rId14" Type="http://schemas.openxmlformats.org/officeDocument/2006/relationships/image" Target="../media/image55.png"/></Relationships>
</file>

<file path=ppt/slides/_rels/slide8.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oleObject" Target="../embeddings/oleObject7.bin"/><Relationship Id="rId5" Type="http://schemas.openxmlformats.org/officeDocument/2006/relationships/image" Target="../media/image1.emf"/><Relationship Id="rId6" Type="http://schemas.openxmlformats.org/officeDocument/2006/relationships/image" Target="../media/image26.png"/><Relationship Id="rId7" Type="http://schemas.openxmlformats.org/officeDocument/2006/relationships/image" Target="../media/image21.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image" Target="../media/image25.png"/><Relationship Id="rId13" Type="http://schemas.openxmlformats.org/officeDocument/2006/relationships/image" Target="../media/image52.png"/><Relationship Id="rId14" Type="http://schemas.openxmlformats.org/officeDocument/2006/relationships/image" Target="../media/image56.png"/><Relationship Id="rId15" Type="http://schemas.openxmlformats.org/officeDocument/2006/relationships/image" Target="../media/image57.png"/><Relationship Id="rId16" Type="http://schemas.openxmlformats.org/officeDocument/2006/relationships/image" Target="../media/image58.png"/></Relationships>
</file>

<file path=ppt/slides/_rels/slide9.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1.xml"/><Relationship Id="rId3" Type="http://schemas.openxmlformats.org/officeDocument/2006/relationships/notesSlide" Target="../notesSlides/notesSlide9.xml"/><Relationship Id="rId4" Type="http://schemas.openxmlformats.org/officeDocument/2006/relationships/oleObject" Target="../embeddings/oleObject8.bin"/><Relationship Id="rId5" Type="http://schemas.openxmlformats.org/officeDocument/2006/relationships/image" Target="../media/image1.emf"/><Relationship Id="rId6" Type="http://schemas.openxmlformats.org/officeDocument/2006/relationships/image" Target="../media/image21.pn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png"/><Relationship Id="rId11" Type="http://schemas.openxmlformats.org/officeDocument/2006/relationships/image" Target="../media/image35.png"/><Relationship Id="rId12" Type="http://schemas.openxmlformats.org/officeDocument/2006/relationships/image" Target="../media/image52.png"/><Relationship Id="rId13" Type="http://schemas.openxmlformats.org/officeDocument/2006/relationships/image" Target="../media/image59.png"/><Relationship Id="rId14" Type="http://schemas.openxmlformats.org/officeDocument/2006/relationships/image" Target="../media/image60.png"/></Relationships>
</file>

<file path=ppt/slides/_rels/slide10.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1.xml"/><Relationship Id="rId3" Type="http://schemas.openxmlformats.org/officeDocument/2006/relationships/notesSlide" Target="../notesSlides/notesSlide10.xml"/><Relationship Id="rId4" Type="http://schemas.openxmlformats.org/officeDocument/2006/relationships/oleObject" Target="../embeddings/oleObject9.bin"/><Relationship Id="rId5" Type="http://schemas.openxmlformats.org/officeDocument/2006/relationships/image" Target="../media/image1.emf"/><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61.png"/><Relationship Id="rId11" Type="http://schemas.openxmlformats.org/officeDocument/2006/relationships/image" Target="../media/image62.png"/><Relationship Id="rId12" Type="http://schemas.openxmlformats.org/officeDocument/2006/relationships/image" Target="../media/image63.png"/><Relationship Id="rId13" Type="http://schemas.openxmlformats.org/officeDocument/2006/relationships/image" Target="../media/image64.png"/></Relationships>
</file>

<file path=ppt/slides/_rels/slide11.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1.xml"/><Relationship Id="rId3" Type="http://schemas.openxmlformats.org/officeDocument/2006/relationships/image" Target="../media/image61.png"/><Relationship Id="rId4" Type="http://schemas.openxmlformats.org/officeDocument/2006/relationships/oleObject" Target="../embeddings/oleObject9.bin"/><Relationship Id="rId5" Type="http://schemas.openxmlformats.org/officeDocument/2006/relationships/image" Target="../media/image1.emf"/><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65.png"/><Relationship Id="rId11" Type="http://schemas.openxmlformats.org/officeDocument/2006/relationships/image" Target="../media/image66.png"/><Relationship Id="rId12" Type="http://schemas.openxmlformats.org/officeDocument/2006/relationships/image" Target="../media/image6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CF54B-81C9-1420-F024-D26AD4324566}"/>
            </a:ext>
          </a:extLst>
        </p:cNvPr>
        <p:cNvGrpSpPr/>
        <p:nvPr/>
      </p:nvGrpSpPr>
      <p:grpSpPr>
        <a:xfrm>
          <a:off x="0" y="0"/>
          <a:ext cx="0" cy="0"/>
          <a:chOff x="0" y="0"/>
          <a:chExt cx="0" cy="0"/>
        </a:xfrm>
      </p:grpSpPr>
      <p:sp>
        <p:nvSpPr>
          <p:cNvPr id="9" name="Rectangle 4">
            <a:extLst>
              <a:ext uri="{FF2B5EF4-FFF2-40B4-BE49-F238E27FC236}">
                <a16:creationId xmlns:a16="http://schemas.microsoft.com/office/drawing/2014/main" id="{63124A92-4574-3F9A-4414-B3545F0C29DF}"/>
              </a:ext>
            </a:extLst>
          </p:cNvPr>
          <p:cNvSpPr txBox="1">
            <a:spLocks noChangeArrowheads="1"/>
          </p:cNvSpPr>
          <p:nvPr/>
        </p:nvSpPr>
        <p:spPr bwMode="auto">
          <a:xfrm>
            <a:off x="1003300" y="4446071"/>
            <a:ext cx="598837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indent="0" algn="ctr" rtl="0" eaLnBrk="0" fontAlgn="base" hangingPunct="0">
              <a:spcBef>
                <a:spcPct val="20000"/>
              </a:spcBef>
              <a:spcAft>
                <a:spcPct val="0"/>
              </a:spcAft>
              <a:buFontTx/>
              <a:buNone/>
              <a:defRPr kumimoji="1" sz="2400" lang="ja-JP">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lang="ja-JP">
                <a:solidFill>
                  <a:schemeClr val="tx1"/>
                </a:solidFill>
                <a:latin typeface="+mn-lt"/>
                <a:ea typeface="+mn-ea"/>
              </a:defRPr>
            </a:lvl2pPr>
            <a:lvl3pPr marL="1143000" indent="-228600" algn="l" rtl="0" eaLnBrk="0" fontAlgn="base" hangingPunct="0">
              <a:spcBef>
                <a:spcPct val="20000"/>
              </a:spcBef>
              <a:spcAft>
                <a:spcPct val="0"/>
              </a:spcAft>
              <a:buChar char="•"/>
              <a:defRPr kumimoji="1" sz="2400" lang="ja-JP">
                <a:solidFill>
                  <a:schemeClr val="tx1"/>
                </a:solidFill>
                <a:latin typeface="+mn-lt"/>
                <a:ea typeface="+mn-ea"/>
              </a:defRPr>
            </a:lvl3pPr>
            <a:lvl4pPr marL="1600200" indent="-228600" algn="l" rtl="0" eaLnBrk="0" fontAlgn="base" hangingPunct="0">
              <a:spcBef>
                <a:spcPct val="20000"/>
              </a:spcBef>
              <a:spcAft>
                <a:spcPct val="0"/>
              </a:spcAft>
              <a:buChar char="–"/>
              <a:defRPr kumimoji="1" sz="2000" lang="ja-JP">
                <a:solidFill>
                  <a:schemeClr val="tx1"/>
                </a:solidFill>
                <a:latin typeface="Arial" charset="0"/>
                <a:ea typeface="ＭＳ Ｐゴシック" pitchFamily="50" charset="-128"/>
              </a:defRPr>
            </a:lvl4pPr>
            <a:lvl5pPr marL="2057400" indent="-228600" algn="l" rtl="0" eaLnBrk="0" fontAlgn="base" hangingPunct="0">
              <a:spcBef>
                <a:spcPct val="20000"/>
              </a:spcBef>
              <a:spcAft>
                <a:spcPct val="0"/>
              </a:spcAft>
              <a:buChar char="»"/>
              <a:defRPr kumimoji="1" sz="2000" lang="ja-JP">
                <a:solidFill>
                  <a:schemeClr val="tx1"/>
                </a:solidFill>
                <a:latin typeface="Arial" charset="0"/>
                <a:ea typeface="ＭＳ Ｐゴシック" pitchFamily="50" charset="-128"/>
              </a:defRPr>
            </a:lvl5pPr>
            <a:lvl6pPr marL="2514600" indent="-228600" algn="l" rtl="0" fontAlgn="base">
              <a:spcBef>
                <a:spcPct val="20000"/>
              </a:spcBef>
              <a:spcAft>
                <a:spcPct val="0"/>
              </a:spcAft>
              <a:buChar char="»"/>
              <a:defRPr kumimoji="1" sz="2000" lang="ja-JP">
                <a:solidFill>
                  <a:schemeClr val="tx1"/>
                </a:solidFill>
                <a:latin typeface="Arial" charset="0"/>
                <a:ea typeface="ＭＳ Ｐゴシック" pitchFamily="50" charset="-128"/>
              </a:defRPr>
            </a:lvl6pPr>
            <a:lvl7pPr marL="2971800" indent="-228600" algn="l" rtl="0" fontAlgn="base">
              <a:spcBef>
                <a:spcPct val="20000"/>
              </a:spcBef>
              <a:spcAft>
                <a:spcPct val="0"/>
              </a:spcAft>
              <a:buChar char="»"/>
              <a:defRPr kumimoji="1" sz="2000" lang="ja-JP">
                <a:solidFill>
                  <a:schemeClr val="tx1"/>
                </a:solidFill>
                <a:latin typeface="Arial" charset="0"/>
                <a:ea typeface="ＭＳ Ｐゴシック" pitchFamily="50" charset="-128"/>
              </a:defRPr>
            </a:lvl7pPr>
            <a:lvl8pPr marL="3429000" indent="-228600" algn="l" rtl="0" fontAlgn="base">
              <a:spcBef>
                <a:spcPct val="20000"/>
              </a:spcBef>
              <a:spcAft>
                <a:spcPct val="0"/>
              </a:spcAft>
              <a:buChar char="»"/>
              <a:defRPr kumimoji="1" sz="2000" lang="ja-JP">
                <a:solidFill>
                  <a:schemeClr val="tx1"/>
                </a:solidFill>
                <a:latin typeface="Arial" charset="0"/>
                <a:ea typeface="ＭＳ Ｐゴシック" pitchFamily="50" charset="-128"/>
              </a:defRPr>
            </a:lvl8pPr>
            <a:lvl9pPr marL="3886200" indent="-228600" algn="l" rtl="0" fontAlgn="base">
              <a:spcBef>
                <a:spcPct val="20000"/>
              </a:spcBef>
              <a:spcAft>
                <a:spcPct val="0"/>
              </a:spcAft>
              <a:buChar char="»"/>
              <a:defRPr kumimoji="1" sz="2000" lang="ja-JP">
                <a:solidFill>
                  <a:schemeClr val="tx1"/>
                </a:solidFill>
                <a:latin typeface="Arial" charset="0"/>
                <a:ea typeface="ＭＳ Ｐゴシック" pitchFamily="50"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lang="ja-JP"/>
            </a:pPr>
            <a:r>
              <a:rPr kumimoji="1" lang="ja-JP" altLang="ja-JP" sz="1600" b="0" i="0" u="none" strike="noStrike" kern="0" cap="none" spc="0" normalizeH="0" baseline="0" noProof="0">
                <a:ln>
                  <a:noFill/>
                </a:ln>
                <a:solidFill>
                  <a:srgbClr val="FFFFFF"/>
                </a:solidFill>
                <a:effectLst/>
                <a:uLnTx/>
                <a:uFillTx/>
                <a:latin typeface="BIZ UDPゴシック"/>
                <a:ea typeface="Meiryo UI" panose="020B0604030504040204" pitchFamily="50" charset="-128"/>
                <a:cs typeface="Meiryo UI" panose="020B0604030504040204" pitchFamily="50" charset="-128"/>
              </a:rPr>
              <a:t>2026</a:t>
            </a:r>
            <a:r>
              <a:rPr kumimoji="1" lang="ja-JP" altLang="en-US" sz="1600" b="0" i="0" u="none" strike="noStrike" kern="0" cap="none" spc="0" normalizeH="0" baseline="0" noProof="0">
                <a:ln>
                  <a:noFill/>
                </a:ln>
                <a:solidFill>
                  <a:srgbClr val="FFFFFF"/>
                </a:solidFill>
                <a:effectLst/>
                <a:uLnTx/>
                <a:uFillTx/>
                <a:latin typeface="BIZ UDPゴシック"/>
                <a:ea typeface="Meiryo UI" panose="020B0604030504040204" pitchFamily="50" charset="-128"/>
                <a:cs typeface="Meiryo UI" panose="020B0604030504040204" pitchFamily="50" charset="-128"/>
              </a:rPr>
              <a:t>年</a:t>
            </a:r>
            <a:r>
              <a:rPr lang="ja-JP" altLang="ja-JP" sz="1600" kern="0">
                <a:solidFill>
                  <a:srgbClr val="FFFFFF"/>
                </a:solidFill>
                <a:latin typeface="BIZ UDPゴシック"/>
                <a:ea typeface="Meiryo UI" panose="020B0604030504040204" pitchFamily="50" charset="-128"/>
                <a:cs typeface="Meiryo UI" panose="020B0604030504040204" pitchFamily="50" charset="-128"/>
              </a:rPr>
              <a:t>XX</a:t>
            </a:r>
            <a:r>
              <a:rPr kumimoji="1" lang="ja-JP" altLang="en-US" sz="1600" b="0" i="0" u="none" strike="noStrike" kern="0" cap="none" spc="0" normalizeH="0" baseline="0" noProof="0">
                <a:ln>
                  <a:noFill/>
                </a:ln>
                <a:solidFill>
                  <a:srgbClr val="FFFFFF"/>
                </a:solidFill>
                <a:effectLst/>
                <a:uLnTx/>
                <a:uFillTx/>
                <a:latin typeface="BIZ UDPゴシック"/>
                <a:ea typeface="Meiryo UI" panose="020B0604030504040204" pitchFamily="50" charset="-128"/>
                <a:cs typeface="Meiryo UI" panose="020B0604030504040204" pitchFamily="50" charset="-128"/>
              </a:rPr>
              <a:t>月</a:t>
            </a:r>
            <a:r>
              <a:rPr lang="ja-JP" altLang="ja-JP" sz="1600" kern="0">
                <a:solidFill>
                  <a:srgbClr val="FFFFFF"/>
                </a:solidFill>
                <a:latin typeface="BIZ UDPゴシック"/>
                <a:ea typeface="Meiryo UI" panose="020B0604030504040204" pitchFamily="50" charset="-128"/>
                <a:cs typeface="Meiryo UI" panose="020B0604030504040204" pitchFamily="50" charset="-128"/>
              </a:rPr>
              <a:t>XX</a:t>
            </a:r>
            <a:r>
              <a:rPr kumimoji="1" lang="ja-JP" altLang="en-US" sz="1600" b="0" i="0" u="none" strike="noStrike" kern="0" cap="none" spc="0" normalizeH="0" baseline="0" noProof="0">
                <a:ln>
                  <a:noFill/>
                </a:ln>
                <a:solidFill>
                  <a:srgbClr val="FFFFFF"/>
                </a:solidFill>
                <a:effectLst/>
                <a:uLnTx/>
                <a:uFillTx/>
                <a:latin typeface="BIZ UDPゴシック"/>
                <a:ea typeface="Meiryo UI" panose="020B0604030504040204" pitchFamily="50" charset="-128"/>
                <a:cs typeface="Meiryo UI" panose="020B0604030504040204" pitchFamily="50" charset="-128"/>
              </a:rPr>
              <a:t>日</a:t>
            </a:r>
          </a:p>
        </p:txBody>
      </p:sp>
      <p:sp>
        <p:nvSpPr>
          <p:cNvPr id="17" name="テキスト プレースホルダー 16">
            <a:extLst>
              <a:ext uri="{FF2B5EF4-FFF2-40B4-BE49-F238E27FC236}">
                <a16:creationId xmlns:a16="http://schemas.microsoft.com/office/drawing/2014/main" id="{00C986D8-5CD6-FA23-852F-BF9077E40C9E}"/>
              </a:ext>
            </a:extLst>
          </p:cNvPr>
          <p:cNvSpPr>
            <a:spLocks noGrp="1"/>
          </p:cNvSpPr>
          <p:nvPr>
            <p:ph type="body" sz="quarter" idx="10"/>
          </p:nvPr>
        </p:nvSpPr>
        <p:spPr/>
        <p:txBody>
          <a:bodyPr wrap="none"/>
          <a:lstStyle/>
          <a:p>
            <a:r>
              <a:rPr lang="ja-JP" altLang="en-US"/>
              <a:t>阪急阪神ホールディングスグループ</a:t>
            </a:r>
          </a:p>
          <a:p>
            <a:r>
              <a:rPr lang="ja-JP" altLang="ja-JP" sz="3200"/>
              <a:t>Quick-Win(AI</a:t>
            </a:r>
            <a:r>
              <a:rPr lang="ja-JP" altLang="en-US" sz="3200"/>
              <a:t>経営ナビ アプリ</a:t>
            </a:r>
            <a:r>
              <a:rPr lang="ja-JP" altLang="ja-JP" sz="3200"/>
              <a:t>)</a:t>
            </a:r>
          </a:p>
          <a:p>
            <a:r>
              <a:rPr lang="ja-JP" altLang="en-US" sz="3200"/>
              <a:t>操作マニュアル</a:t>
            </a:r>
          </a:p>
        </p:txBody>
      </p:sp>
    </p:spTree>
    <p:extLst>
      <p:ext uri="{BB962C8B-B14F-4D97-AF65-F5344CB8AC3E}">
        <p14:creationId xmlns:p14="http://schemas.microsoft.com/office/powerpoint/2010/main" val="3784183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293401FA-F126-724F-8899-86AA7013E4AC}"/>
              </a:ext>
            </a:extLst>
          </p:cNvPr>
          <p:cNvSpPr>
            <a:spLocks noGrp="1"/>
          </p:cNvSpPr>
          <p:nvPr>
            <p:ph type="body" sz="quarter" idx="11"/>
          </p:nvPr>
        </p:nvSpPr>
        <p:spPr/>
        <p:txBody>
          <a:bodyPr/>
          <a:lstStyle/>
          <a:p>
            <a:r>
              <a:rPr lang="ja-JP" altLang="en-US"/>
              <a:t>アジェンダ</a:t>
            </a:r>
          </a:p>
        </p:txBody>
      </p:sp>
      <p:graphicFrame>
        <p:nvGraphicFramePr>
          <p:cNvPr id="10" name="表 9">
            <a:extLst>
              <a:ext uri="{FF2B5EF4-FFF2-40B4-BE49-F238E27FC236}">
                <a16:creationId xmlns:a16="http://schemas.microsoft.com/office/drawing/2014/main" id="{33B7BC4B-6C38-0155-1EDE-61CAC8B3F94C}"/>
              </a:ext>
            </a:extLst>
          </p:cNvPr>
          <p:cNvGraphicFramePr>
            <a:graphicFrameLocks noGrp="1"/>
          </p:cNvGraphicFramePr>
          <p:nvPr>
            <p:extLst>
              <p:ext uri="{D42A27DB-BD31-4B8C-83A1-F6EECF244321}">
                <p14:modId xmlns:p14="http://schemas.microsoft.com/office/powerpoint/2010/main" val="3537324489"/>
              </p:ext>
            </p:extLst>
          </p:nvPr>
        </p:nvGraphicFramePr>
        <p:xfrm>
          <a:off x="2279944" y="1268068"/>
          <a:ext cx="7632000" cy="4477529"/>
        </p:xfrm>
        <a:graphic>
          <a:graphicData uri="http://schemas.openxmlformats.org/drawingml/2006/table">
            <a:tbl>
              <a:tblPr firstRow="1" bandRow="1">
                <a:tableStyleId>{5C22544A-7EE6-4342-B048-85BDC9FD1C3A}</a:tableStyleId>
              </a:tblPr>
              <a:tblGrid>
                <a:gridCol w="6604174">
                  <a:extLst>
                    <a:ext uri="{9D8B030D-6E8A-4147-A177-3AD203B41FA5}">
                      <a16:colId xmlns:a16="http://schemas.microsoft.com/office/drawing/2014/main" val="3917812740"/>
                    </a:ext>
                  </a:extLst>
                </a:gridCol>
                <a:gridCol w="1027826">
                  <a:extLst>
                    <a:ext uri="{9D8B030D-6E8A-4147-A177-3AD203B41FA5}">
                      <a16:colId xmlns:a16="http://schemas.microsoft.com/office/drawing/2014/main" val="2985350875"/>
                    </a:ext>
                  </a:extLst>
                </a:gridCol>
              </a:tblGrid>
              <a:tr h="639647">
                <a:tc>
                  <a:txBody>
                    <a:bodyPr/>
                    <a:lstStyle/>
                    <a:p>
                      <a:pPr marL="0" marR="0" lvl="0" indent="0" algn="l" defTabSz="914395" rtl="0" eaLnBrk="1" fontAlgn="auto" latinLnBrk="0" hangingPunct="1">
                        <a:lnSpc>
                          <a:spcPct val="120000"/>
                        </a:lnSpc>
                        <a:spcBef>
                          <a:spcPts val="0"/>
                        </a:spcBef>
                        <a:spcAft>
                          <a:spcPts val="0"/>
                        </a:spcAft>
                        <a:buClr>
                          <a:schemeClr val="accent1"/>
                        </a:buClr>
                        <a:buSzTx/>
                        <a:buFont typeface="メイリオ" panose="020B0604030504040204" pitchFamily="50" charset="-128"/>
                        <a:buNone/>
                        <a:tabLst/>
                        <a:defRPr lang="ja-JP"/>
                      </a:pPr>
                      <a:r>
                        <a:rPr lang="ja-JP" altLang="en-US" sz="1600" b="0">
                          <a:solidFill>
                            <a:schemeClr val="tx1"/>
                          </a:solidFill>
                        </a:rPr>
                        <a:t>ホームの画面構成</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lnSpc>
                          <a:spcPct val="120000"/>
                        </a:lnSpc>
                      </a:pPr>
                      <a:r>
                        <a:rPr kumimoji="1" lang="ja-JP" altLang="ja-JP" sz="1600">
                          <a:solidFill>
                            <a:schemeClr val="accent2"/>
                          </a:solidFill>
                          <a:latin typeface="+mj-ea"/>
                          <a:ea typeface="+mj-ea"/>
                        </a:rPr>
                        <a:t>p.3</a:t>
                      </a:r>
                      <a:endParaRPr kumimoji="1" lang="ja-JP" altLang="en-US" sz="1600">
                        <a:solidFill>
                          <a:schemeClr val="accent2"/>
                        </a:solidFill>
                        <a:latin typeface="+mj-ea"/>
                        <a:ea typeface="+mj-ea"/>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56560463"/>
                  </a:ext>
                </a:extLst>
              </a:tr>
              <a:tr h="639647">
                <a:tc>
                  <a:txBody>
                    <a:bodyPr/>
                    <a:lstStyle/>
                    <a:p>
                      <a:pPr marL="0" marR="0" lvl="0" indent="0" algn="l" defTabSz="914395" rtl="0" eaLnBrk="1" fontAlgn="auto" latinLnBrk="0" hangingPunct="1">
                        <a:lnSpc>
                          <a:spcPct val="120000"/>
                        </a:lnSpc>
                        <a:spcBef>
                          <a:spcPts val="0"/>
                        </a:spcBef>
                        <a:spcAft>
                          <a:spcPts val="0"/>
                        </a:spcAft>
                        <a:buClr>
                          <a:schemeClr val="accent1"/>
                        </a:buClr>
                        <a:buSzTx/>
                        <a:buFont typeface="メイリオ" panose="020B0604030504040204" pitchFamily="50" charset="-128"/>
                        <a:buNone/>
                        <a:tabLst/>
                        <a:defRPr lang="ja-JP"/>
                      </a:pPr>
                      <a:r>
                        <a:rPr lang="ja-JP" altLang="en-US" sz="1600"/>
                        <a:t>マーケット情報(センシングボード)の利用方法</a:t>
                      </a:r>
                    </a:p>
                  </a:txBody>
                  <a:tcPr marL="0"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20000"/>
                        </a:lnSpc>
                        <a:spcBef>
                          <a:spcPts val="0"/>
                        </a:spcBef>
                        <a:spcAft>
                          <a:spcPts val="0"/>
                        </a:spcAft>
                        <a:buClrTx/>
                        <a:buSzTx/>
                        <a:buFontTx/>
                        <a:buNone/>
                        <a:tabLst/>
                        <a:defRPr lang="ja-JP"/>
                      </a:pPr>
                      <a:r>
                        <a:rPr kumimoji="1" lang="ja-JP" altLang="ja-JP" sz="1600" b="1" i="0" u="none" strike="noStrike" kern="1200" cap="none" spc="0" normalizeH="0" baseline="0" noProof="0">
                          <a:ln>
                            <a:noFill/>
                          </a:ln>
                          <a:solidFill>
                            <a:schemeClr val="accent2"/>
                          </a:solidFill>
                          <a:effectLst/>
                          <a:uLnTx/>
                          <a:uFillTx/>
                          <a:latin typeface="+mj-ea"/>
                          <a:ea typeface="+mj-ea"/>
                          <a:cs typeface="+mn-cs"/>
                        </a:rPr>
                        <a:t>p.4</a:t>
                      </a:r>
                      <a:endParaRPr kumimoji="1" lang="ja-JP" altLang="en-US" sz="1600" b="1" i="0" u="none" strike="noStrike" kern="1200" cap="none" spc="0" normalizeH="0" baseline="0" noProof="0">
                        <a:ln>
                          <a:noFill/>
                        </a:ln>
                        <a:solidFill>
                          <a:schemeClr val="accent2"/>
                        </a:solidFill>
                        <a:effectLst/>
                        <a:uLnTx/>
                        <a:uFillTx/>
                        <a:latin typeface="+mj-ea"/>
                        <a:ea typeface="+mj-ea"/>
                        <a:cs typeface="+mn-cs"/>
                      </a:endParaRPr>
                    </a:p>
                  </a:txBody>
                  <a:tcPr marL="0"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88315199"/>
                  </a:ext>
                </a:extLst>
              </a:tr>
              <a:tr h="639647">
                <a:tc>
                  <a:txBody>
                    <a:bodyPr/>
                    <a:lstStyle/>
                    <a:p>
                      <a:pPr marL="0" marR="0" lvl="0" indent="0" algn="l" defTabSz="914395" rtl="0" eaLnBrk="1" fontAlgn="auto" latinLnBrk="0" hangingPunct="1">
                        <a:lnSpc>
                          <a:spcPct val="120000"/>
                        </a:lnSpc>
                        <a:spcBef>
                          <a:spcPts val="0"/>
                        </a:spcBef>
                        <a:spcAft>
                          <a:spcPts val="0"/>
                        </a:spcAft>
                        <a:buClr>
                          <a:schemeClr val="accent1"/>
                        </a:buClr>
                        <a:buSzTx/>
                        <a:buFont typeface="メイリオ" panose="020B0604030504040204" pitchFamily="50" charset="-128"/>
                        <a:buNone/>
                        <a:tabLst/>
                        <a:defRPr lang="ja-JP"/>
                      </a:pPr>
                      <a:r>
                        <a:rPr lang="ja-JP" altLang="ja-JP" sz="1600"/>
                        <a:t>SNS分析の利用方法</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20000"/>
                        </a:lnSpc>
                        <a:spcBef>
                          <a:spcPts val="0"/>
                        </a:spcBef>
                        <a:spcAft>
                          <a:spcPts val="0"/>
                        </a:spcAft>
                        <a:buClrTx/>
                        <a:buSzTx/>
                        <a:buFontTx/>
                        <a:buNone/>
                        <a:tabLst/>
                        <a:defRPr lang="ja-JP"/>
                      </a:pPr>
                      <a:r>
                        <a:rPr kumimoji="1" lang="ja-JP" altLang="ja-JP" sz="1600" b="1" i="0" u="none" strike="noStrike" kern="1200" cap="none" spc="0" normalizeH="0" baseline="0" noProof="0">
                          <a:ln>
                            <a:noFill/>
                          </a:ln>
                          <a:solidFill>
                            <a:schemeClr val="accent2"/>
                          </a:solidFill>
                          <a:effectLst/>
                          <a:uLnTx/>
                          <a:uFillTx/>
                          <a:latin typeface="+mj-ea"/>
                          <a:ea typeface="+mj-ea"/>
                          <a:cs typeface="+mn-cs"/>
                        </a:rPr>
                        <a:t>p.5</a:t>
                      </a:r>
                      <a:endParaRPr kumimoji="1" lang="ja-JP" altLang="en-US" sz="1600" b="1" i="0" u="none" strike="noStrike" kern="1200" cap="none" spc="0" normalizeH="0" baseline="0" noProof="0">
                        <a:ln>
                          <a:noFill/>
                        </a:ln>
                        <a:solidFill>
                          <a:schemeClr val="accent2"/>
                        </a:solidFill>
                        <a:effectLst/>
                        <a:uLnTx/>
                        <a:uFillTx/>
                        <a:latin typeface="+mj-ea"/>
                        <a:ea typeface="+mj-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12776631"/>
                  </a:ext>
                </a:extLst>
              </a:tr>
              <a:tr h="639647">
                <a:tc>
                  <a:txBody>
                    <a:bodyPr/>
                    <a:lstStyle/>
                    <a:p>
                      <a:pPr marL="0" marR="0" lvl="0" indent="0" algn="l" defTabSz="914395" rtl="0" eaLnBrk="1" fontAlgn="auto" latinLnBrk="0" hangingPunct="1">
                        <a:lnSpc>
                          <a:spcPct val="120000"/>
                        </a:lnSpc>
                        <a:spcBef>
                          <a:spcPts val="0"/>
                        </a:spcBef>
                        <a:spcAft>
                          <a:spcPts val="0"/>
                        </a:spcAft>
                        <a:buClr>
                          <a:schemeClr val="accent1"/>
                        </a:buClr>
                        <a:buSzTx/>
                        <a:buFont typeface="メイリオ" panose="020B0604030504040204" pitchFamily="50" charset="-128"/>
                        <a:buNone/>
                        <a:tabLst/>
                        <a:defRPr lang="ja-JP"/>
                      </a:pPr>
                      <a:r>
                        <a:rPr lang="ja-JP" altLang="en-US" sz="1600"/>
                        <a:t>ＡＩとの壁打ちの利用方法</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20000"/>
                        </a:lnSpc>
                        <a:spcBef>
                          <a:spcPts val="0"/>
                        </a:spcBef>
                        <a:spcAft>
                          <a:spcPts val="0"/>
                        </a:spcAft>
                        <a:buClrTx/>
                        <a:buSzTx/>
                        <a:buFontTx/>
                        <a:buNone/>
                        <a:tabLst/>
                        <a:defRPr lang="ja-JP"/>
                      </a:pPr>
                      <a:r>
                        <a:rPr kumimoji="1" lang="ja-JP" altLang="ja-JP" sz="1600" b="1" i="0" u="none" strike="noStrike" kern="1200" cap="none" spc="0" normalizeH="0" baseline="0" noProof="0">
                          <a:ln>
                            <a:noFill/>
                          </a:ln>
                          <a:solidFill>
                            <a:schemeClr val="accent2"/>
                          </a:solidFill>
                          <a:effectLst/>
                          <a:uLnTx/>
                          <a:uFillTx/>
                          <a:latin typeface="+mj-ea"/>
                          <a:ea typeface="+mj-ea"/>
                          <a:cs typeface="+mn-cs"/>
                        </a:rPr>
                        <a:t>p.6</a:t>
                      </a:r>
                      <a:endParaRPr kumimoji="1" lang="ja-JP" altLang="en-US" sz="1600" b="1" i="0" u="none" strike="noStrike" kern="1200" cap="none" spc="0" normalizeH="0" baseline="0" noProof="0">
                        <a:ln>
                          <a:noFill/>
                        </a:ln>
                        <a:solidFill>
                          <a:schemeClr val="accent2"/>
                        </a:solidFill>
                        <a:effectLst/>
                        <a:uLnTx/>
                        <a:uFillTx/>
                        <a:latin typeface="+mj-ea"/>
                        <a:ea typeface="+mj-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81017139"/>
                  </a:ext>
                </a:extLst>
              </a:tr>
              <a:tr h="639647">
                <a:tc>
                  <a:txBody>
                    <a:bodyPr/>
                    <a:lstStyle/>
                    <a:p>
                      <a:pPr marL="0" marR="0" lvl="0" indent="0" algn="l" defTabSz="914395" rtl="0" eaLnBrk="1" fontAlgn="auto" latinLnBrk="0" hangingPunct="1">
                        <a:lnSpc>
                          <a:spcPct val="120000"/>
                        </a:lnSpc>
                        <a:spcBef>
                          <a:spcPts val="0"/>
                        </a:spcBef>
                        <a:spcAft>
                          <a:spcPts val="0"/>
                        </a:spcAft>
                        <a:buClr>
                          <a:schemeClr val="accent1"/>
                        </a:buClr>
                        <a:buSzTx/>
                        <a:buFont typeface="メイリオ" panose="020B0604030504040204" pitchFamily="50" charset="-128"/>
                        <a:buNone/>
                        <a:tabLst/>
                        <a:defRPr lang="ja-JP"/>
                      </a:pPr>
                      <a:r>
                        <a:rPr lang="ja-JP" altLang="en-US" sz="1600"/>
                        <a:t>計画の策定・確認サポートの利用方法</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20000"/>
                        </a:lnSpc>
                        <a:spcBef>
                          <a:spcPts val="0"/>
                        </a:spcBef>
                        <a:spcAft>
                          <a:spcPts val="0"/>
                        </a:spcAft>
                        <a:buClrTx/>
                        <a:buSzTx/>
                        <a:buFontTx/>
                        <a:buNone/>
                        <a:tabLst/>
                        <a:defRPr lang="ja-JP"/>
                      </a:pPr>
                      <a:r>
                        <a:rPr kumimoji="1" lang="ja-JP" altLang="ja-JP" sz="1600" b="1" i="0" u="none" strike="noStrike" kern="1200" cap="none" spc="0" normalizeH="0" baseline="0" noProof="0">
                          <a:ln>
                            <a:noFill/>
                          </a:ln>
                          <a:solidFill>
                            <a:schemeClr val="accent2"/>
                          </a:solidFill>
                          <a:effectLst/>
                          <a:uLnTx/>
                          <a:uFillTx/>
                          <a:latin typeface="+mj-ea"/>
                          <a:ea typeface="+mj-ea"/>
                          <a:cs typeface="+mn-cs"/>
                        </a:rPr>
                        <a:t>p.7</a:t>
                      </a:r>
                      <a:endParaRPr kumimoji="1" lang="ja-JP" altLang="en-US" sz="1600" b="1" i="0" u="none" strike="noStrike" kern="1200" cap="none" spc="0" normalizeH="0" baseline="0" noProof="0">
                        <a:ln>
                          <a:noFill/>
                        </a:ln>
                        <a:solidFill>
                          <a:schemeClr val="accent2"/>
                        </a:solidFill>
                        <a:effectLst/>
                        <a:uLnTx/>
                        <a:uFillTx/>
                        <a:latin typeface="+mj-ea"/>
                        <a:ea typeface="+mj-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33541721"/>
                  </a:ext>
                </a:extLst>
              </a:tr>
              <a:tr h="639647">
                <a:tc>
                  <a:txBody>
                    <a:bodyPr/>
                    <a:lstStyle/>
                    <a:p>
                      <a:pPr marL="0" marR="0" lvl="0" indent="0" algn="l" defTabSz="914395" rtl="0" eaLnBrk="1" fontAlgn="auto" latinLnBrk="0" hangingPunct="1">
                        <a:lnSpc>
                          <a:spcPct val="120000"/>
                        </a:lnSpc>
                        <a:spcBef>
                          <a:spcPts val="0"/>
                        </a:spcBef>
                        <a:spcAft>
                          <a:spcPts val="0"/>
                        </a:spcAft>
                        <a:buClr>
                          <a:schemeClr val="accent1"/>
                        </a:buClr>
                        <a:buSzTx/>
                        <a:buFont typeface="メイリオ" panose="020B0604030504040204" pitchFamily="50" charset="-128"/>
                        <a:buNone/>
                        <a:tabLst/>
                        <a:defRPr lang="ja-JP"/>
                      </a:pPr>
                      <a:r>
                        <a:rPr lang="ja-JP" altLang="en-US" sz="1600"/>
                        <a:t>計画・案件の検証の利用方法</a:t>
                      </a:r>
                      <a:endParaRPr lang="ja-JP" altLang="ja-JP" sz="1600"/>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20000"/>
                        </a:lnSpc>
                        <a:spcBef>
                          <a:spcPts val="0"/>
                        </a:spcBef>
                        <a:spcAft>
                          <a:spcPts val="0"/>
                        </a:spcAft>
                        <a:buClrTx/>
                        <a:buSzTx/>
                        <a:buFontTx/>
                        <a:buNone/>
                        <a:tabLst/>
                        <a:defRPr lang="ja-JP"/>
                      </a:pPr>
                      <a:r>
                        <a:rPr kumimoji="1" lang="ja-JP" altLang="ja-JP" sz="1600" b="1" i="0" u="none" strike="noStrike" kern="1200" cap="none" spc="0" normalizeH="0" baseline="0" noProof="0">
                          <a:ln>
                            <a:noFill/>
                          </a:ln>
                          <a:solidFill>
                            <a:schemeClr val="accent2"/>
                          </a:solidFill>
                          <a:effectLst/>
                          <a:uLnTx/>
                          <a:uFillTx/>
                          <a:latin typeface="+mj-ea"/>
                          <a:ea typeface="+mj-ea"/>
                          <a:cs typeface="+mn-cs"/>
                        </a:rPr>
                        <a:t>p.10</a:t>
                      </a:r>
                      <a:endParaRPr kumimoji="1" lang="ja-JP" altLang="en-US" sz="1600" b="1" i="0" u="none" strike="noStrike" kern="1200" cap="none" spc="0" normalizeH="0" baseline="0" noProof="0">
                        <a:ln>
                          <a:noFill/>
                        </a:ln>
                        <a:solidFill>
                          <a:schemeClr val="accent2"/>
                        </a:solidFill>
                        <a:effectLst/>
                        <a:uLnTx/>
                        <a:uFillTx/>
                        <a:latin typeface="+mj-ea"/>
                        <a:ea typeface="+mj-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87191718"/>
                  </a:ext>
                </a:extLst>
              </a:tr>
              <a:tr h="639647">
                <a:tc>
                  <a:txBody>
                    <a:bodyPr/>
                    <a:lstStyle/>
                    <a:p>
                      <a:pPr marL="0" marR="0" lvl="0" indent="0" algn="l" defTabSz="914395" rtl="0" eaLnBrk="1" fontAlgn="auto" latinLnBrk="0" hangingPunct="1">
                        <a:lnSpc>
                          <a:spcPct val="120000"/>
                        </a:lnSpc>
                        <a:spcBef>
                          <a:spcPts val="0"/>
                        </a:spcBef>
                        <a:spcAft>
                          <a:spcPts val="0"/>
                        </a:spcAft>
                        <a:buClr>
                          <a:schemeClr val="accent1"/>
                        </a:buClr>
                        <a:buSzTx/>
                        <a:buFont typeface="メイリオ" panose="020B0604030504040204" pitchFamily="50" charset="-128"/>
                        <a:buNone/>
                        <a:tabLst/>
                        <a:defRPr lang="ja-JP"/>
                      </a:pPr>
                      <a:r>
                        <a:rPr lang="ja-JP" altLang="en-US" sz="1600"/>
                        <a:t>サポート窓口</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20000"/>
                        </a:lnSpc>
                        <a:spcBef>
                          <a:spcPts val="0"/>
                        </a:spcBef>
                        <a:spcAft>
                          <a:spcPts val="0"/>
                        </a:spcAft>
                        <a:buClrTx/>
                        <a:buSzTx/>
                        <a:buFontTx/>
                        <a:buNone/>
                        <a:tabLst/>
                        <a:defRPr lang="ja-JP"/>
                      </a:pPr>
                      <a:r>
                        <a:rPr kumimoji="1" lang="ja-JP" altLang="ja-JP" sz="1600" b="1" i="0" u="none" strike="noStrike" kern="1200" cap="none" spc="0" normalizeH="0" baseline="0" noProof="0">
                          <a:ln>
                            <a:noFill/>
                          </a:ln>
                          <a:solidFill>
                            <a:schemeClr val="accent2"/>
                          </a:solidFill>
                          <a:effectLst/>
                          <a:uLnTx/>
                          <a:uFillTx/>
                          <a:latin typeface="+mj-ea"/>
                          <a:ea typeface="+mj-ea"/>
                          <a:cs typeface="+mn-cs"/>
                        </a:rPr>
                        <a:t>p.12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50377517"/>
                  </a:ext>
                </a:extLst>
              </a:tr>
            </a:tbl>
          </a:graphicData>
        </a:graphic>
      </p:graphicFrame>
      <p:sp>
        <p:nvSpPr>
          <p:cNvPr id="38" name="正方形/長方形 37">
            <a:hlinkClick r:id="rId3" action="ppaction://hlinksldjump"/>
            <a:extLst>
              <a:ext uri="{FF2B5EF4-FFF2-40B4-BE49-F238E27FC236}">
                <a16:creationId xmlns:a16="http://schemas.microsoft.com/office/drawing/2014/main" id="{584E4E0B-8EA1-A005-84D5-5DBF6B71AAED}"/>
              </a:ext>
            </a:extLst>
          </p:cNvPr>
          <p:cNvSpPr/>
          <p:nvPr/>
        </p:nvSpPr>
        <p:spPr bwMode="auto">
          <a:xfrm>
            <a:off x="9268800" y="1138613"/>
            <a:ext cx="643200" cy="420255"/>
          </a:xfrm>
          <a:prstGeom prst="rect">
            <a:avLst/>
          </a:prstGeom>
          <a:noFill/>
          <a:ln w="38100">
            <a:noFill/>
            <a:miter lim="800000"/>
            <a:headEnd/>
            <a:tailEnd/>
          </a:ln>
          <a:effectLst/>
        </p:spPr>
        <p:txBody>
          <a:bodyPr wrap="square" lIns="0" tIns="0" rIns="0" bIns="0" rtlCol="0" anchor="t">
            <a:noAutofit/>
          </a:bodyPr>
          <a:lstStyle/>
          <a:p>
            <a:pPr marL="180000" marR="0" indent="-180000" algn="l" defTabSz="914400" rtl="0" eaLnBrk="1" fontAlgn="auto" latinLnBrk="0" hangingPunct="1">
              <a:lnSpc>
                <a:spcPct val="110000"/>
              </a:lnSpc>
              <a:spcBef>
                <a:spcPts val="0"/>
              </a:spcBef>
              <a:spcAft>
                <a:spcPts val="300"/>
              </a:spcAft>
              <a:buClr>
                <a:schemeClr val="accent2"/>
              </a:buClr>
              <a:buSzPct val="80000"/>
              <a:buFont typeface="Wingdings" panose="05000000000000000000" pitchFamily="2" charset="2"/>
              <a:buChar char="l"/>
              <a:tabLst>
                <a:tab pos="2057400" algn="l"/>
              </a:tabLst>
            </a:pPr>
            <a:endParaRPr kumimoji="1" lang="ja-JP" altLang="en-US" sz="1400" b="0" i="0" u="none" strike="noStrike" kern="1200" cap="none" spc="0" normalizeH="0" baseline="0" noProof="0">
              <a:ln>
                <a:noFill/>
              </a:ln>
              <a:solidFill>
                <a:srgbClr val="000000"/>
              </a:solidFill>
              <a:effectLst/>
              <a:uLnTx/>
              <a:uFillTx/>
              <a:latin typeface="+mn-ea"/>
              <a:ea typeface="+mn-ea"/>
              <a:cs typeface="+mn-cs"/>
            </a:endParaRPr>
          </a:p>
        </p:txBody>
      </p:sp>
      <p:sp>
        <p:nvSpPr>
          <p:cNvPr id="39" name="正方形/長方形 38">
            <a:hlinkClick r:id="" action="ppaction://noaction"/>
            <a:extLst>
              <a:ext uri="{FF2B5EF4-FFF2-40B4-BE49-F238E27FC236}">
                <a16:creationId xmlns:a16="http://schemas.microsoft.com/office/drawing/2014/main" id="{5AEEF724-EA46-1951-3C13-08B8DAD2D2FA}"/>
              </a:ext>
            </a:extLst>
          </p:cNvPr>
          <p:cNvSpPr/>
          <p:nvPr/>
        </p:nvSpPr>
        <p:spPr bwMode="auto">
          <a:xfrm>
            <a:off x="9268800" y="1733699"/>
            <a:ext cx="643200" cy="420255"/>
          </a:xfrm>
          <a:prstGeom prst="rect">
            <a:avLst/>
          </a:prstGeom>
          <a:noFill/>
          <a:ln w="38100">
            <a:noFill/>
            <a:miter lim="800000"/>
            <a:headEnd/>
            <a:tailEnd/>
          </a:ln>
          <a:effectLst/>
        </p:spPr>
        <p:txBody>
          <a:bodyPr wrap="square" lIns="0" tIns="0" rIns="0" bIns="0" rtlCol="0" anchor="t">
            <a:noAutofit/>
          </a:bodyPr>
          <a:lstStyle/>
          <a:p>
            <a:pPr marL="180000" marR="0" indent="-180000" algn="l" defTabSz="914400" rtl="0" eaLnBrk="1" fontAlgn="auto" latinLnBrk="0" hangingPunct="1">
              <a:lnSpc>
                <a:spcPct val="110000"/>
              </a:lnSpc>
              <a:spcBef>
                <a:spcPts val="0"/>
              </a:spcBef>
              <a:spcAft>
                <a:spcPts val="300"/>
              </a:spcAft>
              <a:buClr>
                <a:schemeClr val="accent2"/>
              </a:buClr>
              <a:buSzPct val="80000"/>
              <a:buFont typeface="Wingdings" panose="05000000000000000000" pitchFamily="2" charset="2"/>
              <a:buChar char="l"/>
              <a:tabLst>
                <a:tab pos="2057400" algn="l"/>
              </a:tabLst>
            </a:pPr>
            <a:endParaRPr kumimoji="1" lang="ja-JP" altLang="en-US" sz="1400" b="0" i="0" u="none" strike="noStrike" kern="1200" cap="none" spc="0" normalizeH="0" baseline="0" noProof="0">
              <a:ln>
                <a:noFill/>
              </a:ln>
              <a:solidFill>
                <a:srgbClr val="000000"/>
              </a:solidFill>
              <a:effectLst/>
              <a:uLnTx/>
              <a:uFillTx/>
              <a:latin typeface="+mn-ea"/>
              <a:ea typeface="+mn-ea"/>
              <a:cs typeface="+mn-cs"/>
            </a:endParaRPr>
          </a:p>
        </p:txBody>
      </p:sp>
      <p:sp>
        <p:nvSpPr>
          <p:cNvPr id="40" name="正方形/長方形 39">
            <a:hlinkClick r:id="" action="ppaction://noaction"/>
            <a:extLst>
              <a:ext uri="{FF2B5EF4-FFF2-40B4-BE49-F238E27FC236}">
                <a16:creationId xmlns:a16="http://schemas.microsoft.com/office/drawing/2014/main" id="{986D70F4-63EA-6642-A791-410431F4EBE5}"/>
              </a:ext>
            </a:extLst>
          </p:cNvPr>
          <p:cNvSpPr/>
          <p:nvPr/>
        </p:nvSpPr>
        <p:spPr bwMode="auto">
          <a:xfrm>
            <a:off x="9268800" y="2517470"/>
            <a:ext cx="643200" cy="420255"/>
          </a:xfrm>
          <a:prstGeom prst="rect">
            <a:avLst/>
          </a:prstGeom>
          <a:noFill/>
          <a:ln w="38100">
            <a:noFill/>
            <a:miter lim="800000"/>
            <a:headEnd/>
            <a:tailEnd/>
          </a:ln>
          <a:effectLst/>
        </p:spPr>
        <p:txBody>
          <a:bodyPr wrap="square" lIns="0" tIns="0" rIns="0" bIns="0" rtlCol="0" anchor="t">
            <a:noAutofit/>
          </a:bodyPr>
          <a:lstStyle/>
          <a:p>
            <a:pPr marL="180000" marR="0" indent="-180000" algn="l" defTabSz="914400" rtl="0" eaLnBrk="1" fontAlgn="auto" latinLnBrk="0" hangingPunct="1">
              <a:lnSpc>
                <a:spcPct val="110000"/>
              </a:lnSpc>
              <a:spcBef>
                <a:spcPts val="0"/>
              </a:spcBef>
              <a:spcAft>
                <a:spcPts val="300"/>
              </a:spcAft>
              <a:buClr>
                <a:schemeClr val="accent2"/>
              </a:buClr>
              <a:buSzPct val="80000"/>
              <a:buFont typeface="Wingdings" panose="05000000000000000000" pitchFamily="2" charset="2"/>
              <a:buChar char="l"/>
              <a:tabLst>
                <a:tab pos="2057400" algn="l"/>
              </a:tabLst>
            </a:pPr>
            <a:endParaRPr kumimoji="1" lang="ja-JP" altLang="en-US" sz="1400" b="0" i="0" u="none" strike="noStrike" kern="1200" cap="none" spc="0" normalizeH="0" baseline="0" noProof="0">
              <a:ln>
                <a:noFill/>
              </a:ln>
              <a:solidFill>
                <a:srgbClr val="000000"/>
              </a:solidFill>
              <a:effectLst/>
              <a:uLnTx/>
              <a:uFillTx/>
              <a:latin typeface="+mn-ea"/>
              <a:ea typeface="+mn-ea"/>
              <a:cs typeface="+mn-cs"/>
            </a:endParaRPr>
          </a:p>
        </p:txBody>
      </p:sp>
      <p:sp>
        <p:nvSpPr>
          <p:cNvPr id="41" name="正方形/長方形 40">
            <a:hlinkClick r:id="" action="ppaction://noaction"/>
            <a:extLst>
              <a:ext uri="{FF2B5EF4-FFF2-40B4-BE49-F238E27FC236}">
                <a16:creationId xmlns:a16="http://schemas.microsoft.com/office/drawing/2014/main" id="{853CD61D-F8D8-624E-2FF5-F1BD18FD5FD2}"/>
              </a:ext>
            </a:extLst>
          </p:cNvPr>
          <p:cNvSpPr/>
          <p:nvPr/>
        </p:nvSpPr>
        <p:spPr bwMode="auto">
          <a:xfrm>
            <a:off x="9268800" y="3315756"/>
            <a:ext cx="643200" cy="420255"/>
          </a:xfrm>
          <a:prstGeom prst="rect">
            <a:avLst/>
          </a:prstGeom>
          <a:noFill/>
          <a:ln w="38100">
            <a:noFill/>
            <a:miter lim="800000"/>
            <a:headEnd/>
            <a:tailEnd/>
          </a:ln>
          <a:effectLst/>
        </p:spPr>
        <p:txBody>
          <a:bodyPr wrap="square" lIns="0" tIns="0" rIns="0" bIns="0" rtlCol="0" anchor="t">
            <a:noAutofit/>
          </a:bodyPr>
          <a:lstStyle/>
          <a:p>
            <a:pPr marL="180000" marR="0" indent="-180000" algn="l" defTabSz="914400" rtl="0" eaLnBrk="1" fontAlgn="auto" latinLnBrk="0" hangingPunct="1">
              <a:lnSpc>
                <a:spcPct val="110000"/>
              </a:lnSpc>
              <a:spcBef>
                <a:spcPts val="0"/>
              </a:spcBef>
              <a:spcAft>
                <a:spcPts val="300"/>
              </a:spcAft>
              <a:buClr>
                <a:schemeClr val="accent2"/>
              </a:buClr>
              <a:buSzPct val="80000"/>
              <a:buFont typeface="Wingdings" panose="05000000000000000000" pitchFamily="2" charset="2"/>
              <a:buChar char="l"/>
              <a:tabLst>
                <a:tab pos="2057400" algn="l"/>
              </a:tabLst>
            </a:pPr>
            <a:endParaRPr kumimoji="1" lang="ja-JP" altLang="en-US" sz="1400" b="0" i="0" u="none" strike="noStrike" kern="1200" cap="none" spc="0" normalizeH="0" baseline="0" noProof="0">
              <a:ln>
                <a:noFill/>
              </a:ln>
              <a:solidFill>
                <a:srgbClr val="000000"/>
              </a:solidFill>
              <a:effectLst/>
              <a:uLnTx/>
              <a:uFillTx/>
              <a:latin typeface="+mn-ea"/>
              <a:ea typeface="+mn-ea"/>
              <a:cs typeface="+mn-cs"/>
            </a:endParaRPr>
          </a:p>
        </p:txBody>
      </p:sp>
      <p:sp>
        <p:nvSpPr>
          <p:cNvPr id="42" name="正方形/長方形 41">
            <a:hlinkClick r:id="" action="ppaction://noaction"/>
            <a:extLst>
              <a:ext uri="{FF2B5EF4-FFF2-40B4-BE49-F238E27FC236}">
                <a16:creationId xmlns:a16="http://schemas.microsoft.com/office/drawing/2014/main" id="{6B5FD48C-A0A9-D951-6864-8B1B08A3CC2D}"/>
              </a:ext>
            </a:extLst>
          </p:cNvPr>
          <p:cNvSpPr/>
          <p:nvPr/>
        </p:nvSpPr>
        <p:spPr bwMode="auto">
          <a:xfrm>
            <a:off x="9268800" y="3935240"/>
            <a:ext cx="643200" cy="420255"/>
          </a:xfrm>
          <a:prstGeom prst="rect">
            <a:avLst/>
          </a:prstGeom>
          <a:noFill/>
          <a:ln w="38100">
            <a:noFill/>
            <a:miter lim="800000"/>
            <a:headEnd/>
            <a:tailEnd/>
          </a:ln>
          <a:effectLst/>
        </p:spPr>
        <p:txBody>
          <a:bodyPr wrap="square" lIns="0" tIns="0" rIns="0" bIns="0" rtlCol="0" anchor="t">
            <a:noAutofit/>
          </a:bodyPr>
          <a:lstStyle/>
          <a:p>
            <a:pPr marL="180000" marR="0" indent="-180000" algn="l" defTabSz="914400" rtl="0" eaLnBrk="1" fontAlgn="auto" latinLnBrk="0" hangingPunct="1">
              <a:lnSpc>
                <a:spcPct val="110000"/>
              </a:lnSpc>
              <a:spcBef>
                <a:spcPts val="0"/>
              </a:spcBef>
              <a:spcAft>
                <a:spcPts val="300"/>
              </a:spcAft>
              <a:buClr>
                <a:schemeClr val="accent2"/>
              </a:buClr>
              <a:buSzPct val="80000"/>
              <a:buFont typeface="Wingdings" panose="05000000000000000000" pitchFamily="2" charset="2"/>
              <a:buChar char="l"/>
              <a:tabLst>
                <a:tab pos="2057400" algn="l"/>
              </a:tabLst>
            </a:pPr>
            <a:endParaRPr kumimoji="1" lang="ja-JP" altLang="en-US" sz="1400" b="0" i="0" u="none" strike="noStrike" kern="1200" cap="none" spc="0" normalizeH="0" baseline="0" noProof="0">
              <a:ln>
                <a:noFill/>
              </a:ln>
              <a:solidFill>
                <a:srgbClr val="000000"/>
              </a:solidFill>
              <a:effectLst/>
              <a:uLnTx/>
              <a:uFillTx/>
              <a:latin typeface="+mn-ea"/>
              <a:ea typeface="+mn-ea"/>
              <a:cs typeface="+mn-cs"/>
            </a:endParaRPr>
          </a:p>
        </p:txBody>
      </p:sp>
      <p:sp>
        <p:nvSpPr>
          <p:cNvPr id="43" name="正方形/長方形 42">
            <a:hlinkClick r:id="" action="ppaction://noaction"/>
            <a:extLst>
              <a:ext uri="{FF2B5EF4-FFF2-40B4-BE49-F238E27FC236}">
                <a16:creationId xmlns:a16="http://schemas.microsoft.com/office/drawing/2014/main" id="{F322D8EC-8248-C73D-F0EC-8B264ED96915}"/>
              </a:ext>
            </a:extLst>
          </p:cNvPr>
          <p:cNvSpPr/>
          <p:nvPr/>
        </p:nvSpPr>
        <p:spPr bwMode="auto">
          <a:xfrm>
            <a:off x="9268800" y="4554724"/>
            <a:ext cx="643200" cy="420255"/>
          </a:xfrm>
          <a:prstGeom prst="rect">
            <a:avLst/>
          </a:prstGeom>
          <a:noFill/>
          <a:ln w="38100">
            <a:noFill/>
            <a:miter lim="800000"/>
            <a:headEnd/>
            <a:tailEnd/>
          </a:ln>
          <a:effectLst/>
        </p:spPr>
        <p:txBody>
          <a:bodyPr wrap="square" lIns="0" tIns="0" rIns="0" bIns="0" rtlCol="0" anchor="t">
            <a:noAutofit/>
          </a:bodyPr>
          <a:lstStyle/>
          <a:p>
            <a:pPr marR="0" algn="l"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400" b="0" i="0" u="none" strike="noStrike" kern="1200" cap="none" spc="0" normalizeH="0" baseline="0" noProof="0">
              <a:ln>
                <a:noFill/>
              </a:ln>
              <a:solidFill>
                <a:srgbClr val="000000"/>
              </a:solidFill>
              <a:effectLst/>
              <a:uLnTx/>
              <a:uFillTx/>
              <a:latin typeface="+mn-ea"/>
              <a:ea typeface="+mn-ea"/>
              <a:cs typeface="+mn-cs"/>
            </a:endParaRPr>
          </a:p>
        </p:txBody>
      </p:sp>
      <p:sp>
        <p:nvSpPr>
          <p:cNvPr id="44" name="正方形/長方形 43">
            <a:hlinkClick r:id="" action="ppaction://noaction"/>
            <a:extLst>
              <a:ext uri="{FF2B5EF4-FFF2-40B4-BE49-F238E27FC236}">
                <a16:creationId xmlns:a16="http://schemas.microsoft.com/office/drawing/2014/main" id="{9CF49780-06CA-8948-7E00-29AAC454467D}"/>
              </a:ext>
            </a:extLst>
          </p:cNvPr>
          <p:cNvSpPr/>
          <p:nvPr/>
        </p:nvSpPr>
        <p:spPr bwMode="auto">
          <a:xfrm>
            <a:off x="9268800" y="5174208"/>
            <a:ext cx="643200" cy="420255"/>
          </a:xfrm>
          <a:prstGeom prst="rect">
            <a:avLst/>
          </a:prstGeom>
          <a:noFill/>
          <a:ln w="38100">
            <a:noFill/>
            <a:miter lim="800000"/>
            <a:headEnd/>
            <a:tailEnd/>
          </a:ln>
          <a:effectLst/>
        </p:spPr>
        <p:txBody>
          <a:bodyPr wrap="square" lIns="0" tIns="0" rIns="0" bIns="0" rtlCol="0" anchor="t">
            <a:noAutofit/>
          </a:bodyPr>
          <a:lstStyle/>
          <a:p>
            <a:pPr marR="0" algn="l"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400" b="0" i="0" u="none" strike="noStrike" kern="1200" cap="none" spc="0" normalizeH="0" baseline="0" noProof="0">
              <a:ln>
                <a:noFill/>
              </a:ln>
              <a:solidFill>
                <a:srgbClr val="000000"/>
              </a:solidFill>
              <a:effectLst/>
              <a:uLnTx/>
              <a:uFillTx/>
              <a:latin typeface="+mn-ea"/>
              <a:ea typeface="+mn-ea"/>
              <a:cs typeface="+mn-cs"/>
            </a:endParaRPr>
          </a:p>
        </p:txBody>
      </p:sp>
      <p:sp>
        <p:nvSpPr>
          <p:cNvPr id="45" name="正方形/長方形 44">
            <a:hlinkClick r:id="" action="ppaction://noaction"/>
            <a:extLst>
              <a:ext uri="{FF2B5EF4-FFF2-40B4-BE49-F238E27FC236}">
                <a16:creationId xmlns:a16="http://schemas.microsoft.com/office/drawing/2014/main" id="{979318BE-7BFC-3C01-E6ED-2B907A860281}"/>
              </a:ext>
            </a:extLst>
          </p:cNvPr>
          <p:cNvSpPr/>
          <p:nvPr/>
        </p:nvSpPr>
        <p:spPr bwMode="auto">
          <a:xfrm>
            <a:off x="9268800" y="5793692"/>
            <a:ext cx="643200" cy="420255"/>
          </a:xfrm>
          <a:prstGeom prst="rect">
            <a:avLst/>
          </a:prstGeom>
          <a:noFill/>
          <a:ln w="38100">
            <a:noFill/>
            <a:miter lim="800000"/>
            <a:headEnd/>
            <a:tailEnd/>
          </a:ln>
          <a:effectLst/>
        </p:spPr>
        <p:txBody>
          <a:bodyPr wrap="square" lIns="0" tIns="0" rIns="0" bIns="0" rtlCol="0" anchor="t">
            <a:noAutofit/>
          </a:bodyPr>
          <a:lstStyle/>
          <a:p>
            <a:pPr marL="180000" marR="0" indent="-180000" algn="l" defTabSz="914400" rtl="0" eaLnBrk="1" fontAlgn="auto" latinLnBrk="0" hangingPunct="1">
              <a:lnSpc>
                <a:spcPct val="110000"/>
              </a:lnSpc>
              <a:spcBef>
                <a:spcPts val="0"/>
              </a:spcBef>
              <a:spcAft>
                <a:spcPts val="300"/>
              </a:spcAft>
              <a:buClr>
                <a:schemeClr val="accent2"/>
              </a:buClr>
              <a:buSzPct val="80000"/>
              <a:buFont typeface="Wingdings" panose="05000000000000000000" pitchFamily="2" charset="2"/>
              <a:buChar char="l"/>
              <a:tabLst>
                <a:tab pos="2057400" algn="l"/>
              </a:tabLst>
            </a:pPr>
            <a:endParaRPr kumimoji="1" lang="ja-JP" altLang="en-US" sz="1400" b="0" i="0" u="none" strike="noStrike" kern="1200" cap="none" spc="0" normalizeH="0" baseline="0" noProof="0">
              <a:ln>
                <a:noFill/>
              </a:ln>
              <a:solidFill>
                <a:srgbClr val="000000"/>
              </a:solidFill>
              <a:effectLst/>
              <a:uLnTx/>
              <a:uFillTx/>
              <a:latin typeface="+mn-ea"/>
              <a:ea typeface="+mn-ea"/>
              <a:cs typeface="+mn-cs"/>
            </a:endParaRPr>
          </a:p>
        </p:txBody>
      </p:sp>
    </p:spTree>
    <p:extLst>
      <p:ext uri="{BB962C8B-B14F-4D97-AF65-F5344CB8AC3E}">
        <p14:creationId xmlns:p14="http://schemas.microsoft.com/office/powerpoint/2010/main" val="3085902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35A6A-5630-8F65-25F5-73E61D866A19}"/>
            </a:ext>
          </a:extLst>
        </p:cNvPr>
        <p:cNvGrpSpPr/>
        <p:nvPr/>
      </p:nvGrpSpPr>
      <p:grpSpPr>
        <a:xfrm>
          <a:off x="0" y="0"/>
          <a:ext cx="0" cy="0"/>
          <a:chOff x="0" y="0"/>
          <a:chExt cx="0" cy="0"/>
        </a:xfrm>
      </p:grpSpPr>
      <p:graphicFrame>
        <p:nvGraphicFramePr>
          <p:cNvPr id="44" name="think-cell data - do not delete" hidden="1">
            <a:extLst>
              <a:ext uri="{FF2B5EF4-FFF2-40B4-BE49-F238E27FC236}">
                <a16:creationId xmlns:a16="http://schemas.microsoft.com/office/drawing/2014/main" id="{0DF3A4A1-2A6C-2CB8-C6ED-027A1A1EC8B6}"/>
              </a:ext>
            </a:extLst>
          </p:cNvPr>
          <p:cNvGraphicFramePr>
            <a:graphicFrameLocks/>
          </p:cNvGraphicFramePr>
          <p:nvPr>
            <p:custDataLst>
              <p:tags r:id="rId1"/>
            </p:custDataLst>
            <p:extLst>
              <p:ext uri="{D42A27DB-BD31-4B8C-83A1-F6EECF244321}">
                <p14:modId xmlns:p14="http://schemas.microsoft.com/office/powerpoint/2010/main" val="32418166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42" progId="TCLayout.ActiveDocument.1">
                  <p:embed/>
                </p:oleObj>
              </mc:Choice>
              <mc:Fallback>
                <p:oleObj name="thinkcellスライド" r:id="rId4" imgW="639" imgH="642" progId="TCLayout.ActiveDocument.1">
                  <p:embed/>
                  <p:pic>
                    <p:nvPicPr>
                      <p:cNvPr id="44" name="think-cell data - do not delete" hidden="1">
                        <a:extLst>
                          <a:ext uri="{FF2B5EF4-FFF2-40B4-BE49-F238E27FC236}">
                            <a16:creationId xmlns:a16="http://schemas.microsoft.com/office/drawing/2014/main" id="{0DF3A4A1-2A6C-2CB8-C6ED-027A1A1EC8B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7" name="テキスト プレースホルダー 26">
            <a:extLst>
              <a:ext uri="{FF2B5EF4-FFF2-40B4-BE49-F238E27FC236}">
                <a16:creationId xmlns:a16="http://schemas.microsoft.com/office/drawing/2014/main" id="{B54D2E93-5A8F-9ACD-2C5E-681560839468}"/>
              </a:ext>
            </a:extLst>
          </p:cNvPr>
          <p:cNvSpPr>
            <a:spLocks noGrp="1"/>
          </p:cNvSpPr>
          <p:nvPr>
            <p:ph type="body" sz="quarter" idx="11"/>
          </p:nvPr>
        </p:nvSpPr>
        <p:spPr>
          <a:xfrm>
            <a:off x="623888" y="300199"/>
            <a:ext cx="10944112" cy="216000"/>
          </a:xfrm>
        </p:spPr>
        <p:txBody>
          <a:bodyPr/>
          <a:lstStyle/>
          <a:p>
            <a:r>
              <a:rPr lang="ja-JP" altLang="en-US"/>
              <a:t>ホームの画面構成</a:t>
            </a:r>
          </a:p>
        </p:txBody>
      </p:sp>
      <p:sp>
        <p:nvSpPr>
          <p:cNvPr id="13" name="正方形/長方形 12">
            <a:extLst>
              <a:ext uri="{FF2B5EF4-FFF2-40B4-BE49-F238E27FC236}">
                <a16:creationId xmlns:a16="http://schemas.microsoft.com/office/drawing/2014/main" id="{E13C911B-2BC8-3AB7-C25D-3183C6EC0DA5}"/>
              </a:ext>
            </a:extLst>
          </p:cNvPr>
          <p:cNvSpPr/>
          <p:nvPr/>
        </p:nvSpPr>
        <p:spPr bwMode="auto">
          <a:xfrm>
            <a:off x="7005198" y="996696"/>
            <a:ext cx="4564535" cy="785736"/>
          </a:xfrm>
          <a:prstGeom prst="rect">
            <a:avLst/>
          </a:prstGeom>
          <a:solidFill>
            <a:schemeClr val="bg1">
              <a:alpha val="80000"/>
            </a:schemeClr>
          </a:solidFill>
          <a:ln w="9525">
            <a:noFill/>
            <a:miter lim="800000"/>
            <a:headEnd/>
            <a:tailEnd/>
          </a:ln>
          <a:effectLst/>
        </p:spPr>
        <p:txBody>
          <a:bodyPr wrap="none" lIns="0" tIns="0" rIns="0" bIns="0" rtlCol="0" anchor="t" anchorCtr="0">
            <a:noAutofit/>
          </a:bodyPr>
          <a:lstStyle/>
          <a:p>
            <a:pPr marR="0"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en-US" sz="1400" b="1">
                <a:solidFill>
                  <a:schemeClr val="accent2"/>
                </a:solidFill>
                <a:latin typeface="+mn-ea"/>
              </a:rPr>
              <a:t>　　マーケット情報</a:t>
            </a:r>
            <a:r>
              <a:rPr lang="ja-JP" altLang="ja-JP" sz="1400" b="1">
                <a:solidFill>
                  <a:schemeClr val="accent2"/>
                </a:solidFill>
                <a:latin typeface="+mn-ea"/>
              </a:rPr>
              <a:t>(</a:t>
            </a:r>
            <a:r>
              <a:rPr lang="ja-JP" altLang="en-US" sz="1400" b="1">
                <a:solidFill>
                  <a:schemeClr val="accent2"/>
                </a:solidFill>
                <a:latin typeface="+mn-ea"/>
              </a:rPr>
              <a:t>センシングボード</a:t>
            </a:r>
            <a:r>
              <a:rPr lang="ja-JP" altLang="ja-JP" sz="1400" b="1">
                <a:solidFill>
                  <a:schemeClr val="accent2"/>
                </a:solidFill>
                <a:latin typeface="+mn-ea"/>
              </a:rPr>
              <a:t>)</a:t>
            </a:r>
          </a:p>
          <a:p>
            <a:pPr marL="180975" marR="0" indent="-180975" defTabSz="914400" rtl="0" eaLnBrk="1" fontAlgn="auto" latinLnBrk="0" hangingPunct="1">
              <a:lnSpc>
                <a:spcPct val="110000"/>
              </a:lnSpc>
              <a:spcBef>
                <a:spcPts val="0"/>
              </a:spcBef>
              <a:spcAft>
                <a:spcPts val="300"/>
              </a:spcAft>
              <a:buClr>
                <a:schemeClr val="accent2"/>
              </a:buClr>
              <a:buSzPct val="80000"/>
              <a:buFont typeface="+mj-ea"/>
              <a:buAutoNum type="circleNumDbPlain"/>
              <a:tabLst>
                <a:tab pos="2057400" algn="l"/>
              </a:tabLst>
            </a:pPr>
            <a:endParaRPr lang="ja-JP" altLang="ja-JP" sz="1400">
              <a:solidFill>
                <a:schemeClr val="accent2"/>
              </a:solidFill>
              <a:latin typeface="+mn-ea"/>
            </a:endParaRPr>
          </a:p>
          <a:p>
            <a:pPr marR="0" defTabSz="914400" rtl="0" eaLnBrk="1" fontAlgn="auto" latinLnBrk="0" hangingPunct="1">
              <a:lnSpc>
                <a:spcPct val="110000"/>
              </a:lnSpc>
              <a:spcBef>
                <a:spcPts val="0"/>
              </a:spcBef>
              <a:spcAft>
                <a:spcPts val="300"/>
              </a:spcAft>
              <a:buClr>
                <a:schemeClr val="accent2"/>
              </a:buClr>
              <a:buSzPct val="80000"/>
              <a:tabLst>
                <a:tab pos="2057400" algn="l"/>
              </a:tabLst>
            </a:pPr>
            <a:endParaRPr lang="ja-JP" altLang="ja-JP" sz="1400">
              <a:solidFill>
                <a:schemeClr val="accent2"/>
              </a:solidFill>
              <a:latin typeface="+mn-ea"/>
            </a:endParaRPr>
          </a:p>
        </p:txBody>
      </p:sp>
      <p:sp>
        <p:nvSpPr>
          <p:cNvPr id="2" name="矢印: 五方向 1">
            <a:extLst>
              <a:ext uri="{FF2B5EF4-FFF2-40B4-BE49-F238E27FC236}">
                <a16:creationId xmlns:a16="http://schemas.microsoft.com/office/drawing/2014/main" id="{82006FE6-64DC-E6F9-B917-C088B8DEB360}"/>
              </a:ext>
            </a:extLst>
          </p:cNvPr>
          <p:cNvSpPr/>
          <p:nvPr/>
        </p:nvSpPr>
        <p:spPr bwMode="auto">
          <a:xfrm>
            <a:off x="6997147" y="1289304"/>
            <a:ext cx="4564535" cy="448056"/>
          </a:xfrm>
          <a:prstGeom prst="homePlate">
            <a:avLst>
              <a:gd name="adj" fmla="val 17528"/>
            </a:avLst>
          </a:prstGeom>
          <a:solidFill>
            <a:schemeClr val="accent2">
              <a:lumMod val="20000"/>
              <a:lumOff val="80000"/>
              <a:alpha val="80000"/>
            </a:schemeClr>
          </a:solidFill>
          <a:ln w="9525">
            <a:noFill/>
            <a:miter lim="800000"/>
            <a:headEnd/>
            <a:tailEnd/>
          </a:ln>
          <a:effectLst/>
        </p:spPr>
        <p:txBody>
          <a:bodyPr wrap="square" lIns="72000" tIns="0" rIns="0" bIns="36000" rtlCol="0" anchor="ctr" anchorCtr="0">
            <a:noAutofit/>
          </a:bodyPr>
          <a:lstStyle/>
          <a:p>
            <a:pPr marR="0" defTabSz="914400" rtl="0" eaLnBrk="1" fontAlgn="auto" latinLnBrk="0" hangingPunct="1">
              <a:spcBef>
                <a:spcPts val="0"/>
              </a:spcBef>
              <a:buClr>
                <a:schemeClr val="accent2"/>
              </a:buClr>
              <a:buSzPct val="80000"/>
              <a:tabLst>
                <a:tab pos="2057400" algn="l"/>
              </a:tabLst>
            </a:pPr>
            <a:r>
              <a:rPr lang="ja-JP" altLang="en-US" sz="1200" b="1">
                <a:latin typeface="+mn-ea"/>
              </a:rPr>
              <a:t>事業別の市況変化を把握したい時に利用</a:t>
            </a:r>
            <a:endParaRPr kumimoji="1" lang="ja-JP" altLang="en-US" b="1" i="0" u="none" strike="noStrike" kern="1200" cap="none" spc="0" normalizeH="0" baseline="0" noProof="0">
              <a:ln>
                <a:noFill/>
              </a:ln>
              <a:effectLst/>
              <a:uLnTx/>
              <a:uFillTx/>
              <a:latin typeface="+mn-ea"/>
            </a:endParaRPr>
          </a:p>
        </p:txBody>
      </p:sp>
      <p:sp>
        <p:nvSpPr>
          <p:cNvPr id="26" name="四角形: 角を丸くする 25">
            <a:extLst>
              <a:ext uri="{FF2B5EF4-FFF2-40B4-BE49-F238E27FC236}">
                <a16:creationId xmlns:a16="http://schemas.microsoft.com/office/drawing/2014/main" id="{968B2BEF-9B08-DE1E-3C62-9DA12B6A94B1}"/>
              </a:ext>
            </a:extLst>
          </p:cNvPr>
          <p:cNvSpPr/>
          <p:nvPr/>
        </p:nvSpPr>
        <p:spPr bwMode="auto">
          <a:xfrm>
            <a:off x="10747485" y="1329343"/>
            <a:ext cx="612000" cy="367977"/>
          </a:xfrm>
          <a:prstGeom prst="roundRect">
            <a:avLst/>
          </a:prstGeom>
          <a:solidFill>
            <a:schemeClr val="bg1">
              <a:lumMod val="95000"/>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200">
                <a:latin typeface="+mn-ea"/>
              </a:rPr>
              <a:t>P.</a:t>
            </a:r>
            <a:r>
              <a:rPr lang="ja-JP" altLang="en-US" sz="1200">
                <a:latin typeface="+mn-ea"/>
              </a:rPr>
              <a:t>４</a:t>
            </a:r>
            <a:endParaRPr kumimoji="1" lang="ja-JP" altLang="en-US" sz="1200" b="0" i="0" u="none" strike="noStrike" kern="1200" cap="none" spc="0" normalizeH="0" baseline="0" noProof="0">
              <a:ln>
                <a:noFill/>
              </a:ln>
              <a:effectLst/>
              <a:uLnTx/>
              <a:uFillTx/>
              <a:latin typeface="+mn-ea"/>
              <a:ea typeface="+mn-ea"/>
              <a:cs typeface="+mn-cs"/>
            </a:endParaRPr>
          </a:p>
        </p:txBody>
      </p:sp>
      <p:sp>
        <p:nvSpPr>
          <p:cNvPr id="48" name="正方形/長方形 47">
            <a:extLst>
              <a:ext uri="{FF2B5EF4-FFF2-40B4-BE49-F238E27FC236}">
                <a16:creationId xmlns:a16="http://schemas.microsoft.com/office/drawing/2014/main" id="{4F7A1CF4-1665-8F94-8496-D17D54E9C8CB}"/>
              </a:ext>
            </a:extLst>
          </p:cNvPr>
          <p:cNvSpPr/>
          <p:nvPr/>
        </p:nvSpPr>
        <p:spPr bwMode="auto">
          <a:xfrm>
            <a:off x="7005198" y="1819656"/>
            <a:ext cx="4564535" cy="785736"/>
          </a:xfrm>
          <a:prstGeom prst="rect">
            <a:avLst/>
          </a:prstGeom>
          <a:solidFill>
            <a:schemeClr val="bg1">
              <a:alpha val="80000"/>
            </a:schemeClr>
          </a:solidFill>
          <a:ln w="9525">
            <a:noFill/>
            <a:miter lim="800000"/>
            <a:headEnd/>
            <a:tailEnd/>
          </a:ln>
          <a:effectLst/>
        </p:spPr>
        <p:txBody>
          <a:bodyPr wrap="none" lIns="0" tIns="0" rIns="0" bIns="0" rtlCol="0" anchor="t" anchorCtr="0">
            <a:noAutofit/>
          </a:bodyPr>
          <a:lstStyle/>
          <a:p>
            <a:pPr marR="0"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en-US" sz="1400" b="1">
                <a:solidFill>
                  <a:schemeClr val="accent2"/>
                </a:solidFill>
                <a:latin typeface="+mn-ea"/>
              </a:rPr>
              <a:t>　　</a:t>
            </a:r>
            <a:r>
              <a:rPr lang="ja-JP" altLang="ja-JP" sz="1400" b="1">
                <a:solidFill>
                  <a:schemeClr val="accent2"/>
                </a:solidFill>
                <a:latin typeface="+mn-ea"/>
              </a:rPr>
              <a:t>SNS</a:t>
            </a:r>
            <a:r>
              <a:rPr lang="ja-JP" altLang="en-US" sz="1400" b="1">
                <a:solidFill>
                  <a:schemeClr val="accent2"/>
                </a:solidFill>
                <a:latin typeface="+mn-ea"/>
              </a:rPr>
              <a:t>分析</a:t>
            </a:r>
            <a:endParaRPr lang="ja-JP" altLang="ja-JP" sz="1400" b="1">
              <a:solidFill>
                <a:schemeClr val="accent2"/>
              </a:solidFill>
              <a:latin typeface="+mn-ea"/>
            </a:endParaRPr>
          </a:p>
          <a:p>
            <a:pPr marL="180975" marR="0" indent="-180975" defTabSz="914400" rtl="0" eaLnBrk="1" fontAlgn="auto" latinLnBrk="0" hangingPunct="1">
              <a:lnSpc>
                <a:spcPct val="110000"/>
              </a:lnSpc>
              <a:spcBef>
                <a:spcPts val="0"/>
              </a:spcBef>
              <a:spcAft>
                <a:spcPts val="300"/>
              </a:spcAft>
              <a:buClr>
                <a:schemeClr val="accent2"/>
              </a:buClr>
              <a:buSzPct val="80000"/>
              <a:buFont typeface="+mj-ea"/>
              <a:buAutoNum type="circleNumDbPlain"/>
              <a:tabLst>
                <a:tab pos="2057400" algn="l"/>
              </a:tabLst>
            </a:pPr>
            <a:endParaRPr lang="ja-JP" altLang="ja-JP" sz="1400">
              <a:solidFill>
                <a:schemeClr val="accent2"/>
              </a:solidFill>
              <a:latin typeface="+mn-ea"/>
            </a:endParaRPr>
          </a:p>
          <a:p>
            <a:pPr marR="0" defTabSz="914400" rtl="0" eaLnBrk="1" fontAlgn="auto" latinLnBrk="0" hangingPunct="1">
              <a:lnSpc>
                <a:spcPct val="110000"/>
              </a:lnSpc>
              <a:spcBef>
                <a:spcPts val="0"/>
              </a:spcBef>
              <a:spcAft>
                <a:spcPts val="300"/>
              </a:spcAft>
              <a:buClr>
                <a:schemeClr val="accent2"/>
              </a:buClr>
              <a:buSzPct val="80000"/>
              <a:tabLst>
                <a:tab pos="2057400" algn="l"/>
              </a:tabLst>
            </a:pPr>
            <a:endParaRPr lang="ja-JP" altLang="ja-JP" sz="1400">
              <a:solidFill>
                <a:schemeClr val="accent2"/>
              </a:solidFill>
              <a:latin typeface="+mn-ea"/>
            </a:endParaRPr>
          </a:p>
        </p:txBody>
      </p:sp>
      <p:sp>
        <p:nvSpPr>
          <p:cNvPr id="51" name="矢印: 五方向 50">
            <a:extLst>
              <a:ext uri="{FF2B5EF4-FFF2-40B4-BE49-F238E27FC236}">
                <a16:creationId xmlns:a16="http://schemas.microsoft.com/office/drawing/2014/main" id="{EB014E53-5853-4F3E-2217-4AE4BBE55998}"/>
              </a:ext>
            </a:extLst>
          </p:cNvPr>
          <p:cNvSpPr/>
          <p:nvPr/>
        </p:nvSpPr>
        <p:spPr bwMode="auto">
          <a:xfrm>
            <a:off x="6997147" y="2112264"/>
            <a:ext cx="4564535" cy="448056"/>
          </a:xfrm>
          <a:prstGeom prst="homePlate">
            <a:avLst>
              <a:gd name="adj" fmla="val 17528"/>
            </a:avLst>
          </a:prstGeom>
          <a:solidFill>
            <a:schemeClr val="accent2">
              <a:lumMod val="20000"/>
              <a:lumOff val="80000"/>
              <a:alpha val="80000"/>
            </a:schemeClr>
          </a:solidFill>
          <a:ln w="9525">
            <a:noFill/>
            <a:miter lim="800000"/>
            <a:headEnd/>
            <a:tailEnd/>
          </a:ln>
          <a:effectLst/>
        </p:spPr>
        <p:txBody>
          <a:bodyPr wrap="square" lIns="72000" tIns="0" rIns="0" bIns="36000" rtlCol="0" anchor="ctr" anchorCtr="0">
            <a:noAutofit/>
          </a:bodyPr>
          <a:lstStyle/>
          <a:p>
            <a:pPr>
              <a:buClr>
                <a:schemeClr val="accent2"/>
              </a:buClr>
              <a:buSzPct val="80000"/>
              <a:tabLst>
                <a:tab pos="2057400" algn="l"/>
              </a:tabLst>
            </a:pPr>
            <a:r>
              <a:rPr lang="ja-JP" altLang="en-US" sz="1200" b="1">
                <a:latin typeface="+mn-ea"/>
              </a:rPr>
              <a:t>消費者のＳＮＳ投稿状況を把握したい時に利用</a:t>
            </a:r>
          </a:p>
        </p:txBody>
      </p:sp>
      <p:sp>
        <p:nvSpPr>
          <p:cNvPr id="50" name="四角形: 角を丸くする 49">
            <a:extLst>
              <a:ext uri="{FF2B5EF4-FFF2-40B4-BE49-F238E27FC236}">
                <a16:creationId xmlns:a16="http://schemas.microsoft.com/office/drawing/2014/main" id="{14ACB360-661A-A70B-E6D1-6BCA736892AA}"/>
              </a:ext>
            </a:extLst>
          </p:cNvPr>
          <p:cNvSpPr/>
          <p:nvPr/>
        </p:nvSpPr>
        <p:spPr bwMode="auto">
          <a:xfrm>
            <a:off x="10747485" y="2152303"/>
            <a:ext cx="612000" cy="367977"/>
          </a:xfrm>
          <a:prstGeom prst="roundRect">
            <a:avLst/>
          </a:prstGeom>
          <a:solidFill>
            <a:schemeClr val="bg1">
              <a:lumMod val="95000"/>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200">
                <a:latin typeface="+mn-ea"/>
              </a:rPr>
              <a:t>P.5</a:t>
            </a:r>
            <a:endParaRPr kumimoji="1" lang="ja-JP" altLang="en-US" sz="1200" b="0" i="0" u="none" strike="noStrike" kern="1200" cap="none" spc="0" normalizeH="0" baseline="0" noProof="0">
              <a:ln>
                <a:noFill/>
              </a:ln>
              <a:effectLst/>
              <a:uLnTx/>
              <a:uFillTx/>
              <a:latin typeface="+mn-ea"/>
              <a:ea typeface="+mn-ea"/>
              <a:cs typeface="+mn-cs"/>
            </a:endParaRPr>
          </a:p>
        </p:txBody>
      </p:sp>
      <p:sp>
        <p:nvSpPr>
          <p:cNvPr id="54" name="正方形/長方形 53">
            <a:extLst>
              <a:ext uri="{FF2B5EF4-FFF2-40B4-BE49-F238E27FC236}">
                <a16:creationId xmlns:a16="http://schemas.microsoft.com/office/drawing/2014/main" id="{CE621838-03F7-7896-44F9-7281434DEE93}"/>
              </a:ext>
            </a:extLst>
          </p:cNvPr>
          <p:cNvSpPr/>
          <p:nvPr/>
        </p:nvSpPr>
        <p:spPr bwMode="auto">
          <a:xfrm>
            <a:off x="7005198" y="2642616"/>
            <a:ext cx="4564535" cy="576649"/>
          </a:xfrm>
          <a:prstGeom prst="rect">
            <a:avLst/>
          </a:prstGeom>
          <a:solidFill>
            <a:schemeClr val="bg1">
              <a:alpha val="80000"/>
            </a:schemeClr>
          </a:solidFill>
          <a:ln w="9525">
            <a:noFill/>
            <a:miter lim="800000"/>
            <a:headEnd/>
            <a:tailEnd/>
          </a:ln>
          <a:effectLst/>
        </p:spPr>
        <p:txBody>
          <a:bodyPr wrap="none" lIns="0" tIns="0" rIns="0" bIns="0" rtlCol="0" anchor="t" anchorCtr="0">
            <a:noAutofit/>
          </a:bodyPr>
          <a:lstStyle/>
          <a:p>
            <a:pPr>
              <a:lnSpc>
                <a:spcPct val="110000"/>
              </a:lnSpc>
              <a:spcAft>
                <a:spcPts val="300"/>
              </a:spcAft>
              <a:buClr>
                <a:schemeClr val="accent2"/>
              </a:buClr>
              <a:buSzPct val="80000"/>
              <a:tabLst>
                <a:tab pos="2057400" algn="l"/>
              </a:tabLst>
            </a:pPr>
            <a:r>
              <a:rPr lang="ja-JP" altLang="en-US" sz="1400" b="1">
                <a:solidFill>
                  <a:schemeClr val="accent2"/>
                </a:solidFill>
                <a:latin typeface="+mn-ea"/>
              </a:rPr>
              <a:t>　　今日のニュース</a:t>
            </a:r>
            <a:br>
              <a:rPr lang="ja-JP" altLang="ja-JP" sz="1400" b="1">
                <a:solidFill>
                  <a:schemeClr val="accent2"/>
                </a:solidFill>
                <a:latin typeface="+mn-ea"/>
              </a:rPr>
            </a:br>
            <a:r>
              <a:rPr lang="ja-JP" altLang="en-US" sz="1400" b="1">
                <a:solidFill>
                  <a:schemeClr val="accent2"/>
                </a:solidFill>
                <a:latin typeface="+mn-ea"/>
              </a:rPr>
              <a:t>　</a:t>
            </a:r>
            <a:r>
              <a:rPr lang="ja-JP" altLang="en-US" sz="1200">
                <a:latin typeface="+mn-ea"/>
              </a:rPr>
              <a:t>各事業に関連する最新ニュースを掲載</a:t>
            </a:r>
            <a:r>
              <a:rPr lang="ja-JP" altLang="ja-JP" sz="1200">
                <a:latin typeface="+mn-ea"/>
              </a:rPr>
              <a:t>(</a:t>
            </a:r>
            <a:r>
              <a:rPr lang="ja-JP" altLang="en-US" sz="1200">
                <a:latin typeface="+mn-ea"/>
              </a:rPr>
              <a:t>概要のみ</a:t>
            </a:r>
            <a:r>
              <a:rPr lang="ja-JP" altLang="ja-JP" sz="1200">
                <a:latin typeface="+mn-ea"/>
              </a:rPr>
              <a:t>)</a:t>
            </a:r>
            <a:endParaRPr lang="ja-JP" altLang="ja-JP" sz="1200" b="1">
              <a:solidFill>
                <a:schemeClr val="accent2"/>
              </a:solidFill>
              <a:latin typeface="+mn-ea"/>
            </a:endParaRPr>
          </a:p>
          <a:p>
            <a:pPr marL="180975" marR="0" indent="-180975" defTabSz="914400" rtl="0" eaLnBrk="1" fontAlgn="auto" latinLnBrk="0" hangingPunct="1">
              <a:lnSpc>
                <a:spcPct val="110000"/>
              </a:lnSpc>
              <a:spcBef>
                <a:spcPts val="0"/>
              </a:spcBef>
              <a:spcAft>
                <a:spcPts val="300"/>
              </a:spcAft>
              <a:buClr>
                <a:schemeClr val="accent2"/>
              </a:buClr>
              <a:buSzPct val="80000"/>
              <a:buFont typeface="+mj-ea"/>
              <a:buAutoNum type="circleNumDbPlain"/>
              <a:tabLst>
                <a:tab pos="2057400" algn="l"/>
              </a:tabLst>
            </a:pPr>
            <a:endParaRPr lang="ja-JP" altLang="ja-JP" sz="1400">
              <a:solidFill>
                <a:schemeClr val="accent2"/>
              </a:solidFill>
              <a:latin typeface="+mn-ea"/>
            </a:endParaRPr>
          </a:p>
          <a:p>
            <a:pPr marR="0" defTabSz="914400" rtl="0" eaLnBrk="1" fontAlgn="auto" latinLnBrk="0" hangingPunct="1">
              <a:lnSpc>
                <a:spcPct val="110000"/>
              </a:lnSpc>
              <a:spcBef>
                <a:spcPts val="0"/>
              </a:spcBef>
              <a:spcAft>
                <a:spcPts val="300"/>
              </a:spcAft>
              <a:buClr>
                <a:schemeClr val="accent2"/>
              </a:buClr>
              <a:buSzPct val="80000"/>
              <a:tabLst>
                <a:tab pos="2057400" algn="l"/>
              </a:tabLst>
            </a:pPr>
            <a:endParaRPr lang="ja-JP" altLang="ja-JP" sz="1400">
              <a:solidFill>
                <a:schemeClr val="accent2"/>
              </a:solidFill>
              <a:latin typeface="+mn-ea"/>
            </a:endParaRPr>
          </a:p>
        </p:txBody>
      </p:sp>
      <p:sp>
        <p:nvSpPr>
          <p:cNvPr id="60" name="正方形/長方形 59">
            <a:extLst>
              <a:ext uri="{FF2B5EF4-FFF2-40B4-BE49-F238E27FC236}">
                <a16:creationId xmlns:a16="http://schemas.microsoft.com/office/drawing/2014/main" id="{ADA66FA4-02EE-8666-4DEB-EBF2A360A80F}"/>
              </a:ext>
            </a:extLst>
          </p:cNvPr>
          <p:cNvSpPr/>
          <p:nvPr/>
        </p:nvSpPr>
        <p:spPr bwMode="auto">
          <a:xfrm>
            <a:off x="7005198" y="3172968"/>
            <a:ext cx="4564535" cy="785736"/>
          </a:xfrm>
          <a:prstGeom prst="rect">
            <a:avLst/>
          </a:prstGeom>
          <a:solidFill>
            <a:schemeClr val="bg1">
              <a:alpha val="80000"/>
            </a:schemeClr>
          </a:solidFill>
          <a:ln w="9525">
            <a:noFill/>
            <a:miter lim="800000"/>
            <a:headEnd/>
            <a:tailEnd/>
          </a:ln>
          <a:effectLst/>
        </p:spPr>
        <p:txBody>
          <a:bodyPr wrap="none" lIns="0" tIns="0" rIns="0" bIns="0" rtlCol="0" anchor="t" anchorCtr="0">
            <a:noAutofit/>
          </a:bodyPr>
          <a:lstStyle/>
          <a:p>
            <a:pPr>
              <a:lnSpc>
                <a:spcPct val="110000"/>
              </a:lnSpc>
              <a:spcAft>
                <a:spcPts val="300"/>
              </a:spcAft>
              <a:buClr>
                <a:schemeClr val="accent2"/>
              </a:buClr>
              <a:buSzPct val="80000"/>
              <a:tabLst>
                <a:tab pos="2057400" algn="l"/>
              </a:tabLst>
            </a:pPr>
            <a:r>
              <a:rPr lang="ja-JP" altLang="en-US" sz="1400" b="1">
                <a:solidFill>
                  <a:schemeClr val="accent2"/>
                </a:solidFill>
                <a:latin typeface="+mn-ea"/>
              </a:rPr>
              <a:t>　　ＡＩとの壁打ち</a:t>
            </a:r>
            <a:endParaRPr lang="ja-JP" altLang="ja-JP" sz="1400" b="1">
              <a:solidFill>
                <a:schemeClr val="accent2"/>
              </a:solidFill>
              <a:latin typeface="+mn-ea"/>
            </a:endParaRPr>
          </a:p>
          <a:p>
            <a:pPr marL="180975" marR="0" indent="-180975" defTabSz="914400" rtl="0" eaLnBrk="1" fontAlgn="auto" latinLnBrk="0" hangingPunct="1">
              <a:lnSpc>
                <a:spcPct val="110000"/>
              </a:lnSpc>
              <a:spcBef>
                <a:spcPts val="0"/>
              </a:spcBef>
              <a:spcAft>
                <a:spcPts val="300"/>
              </a:spcAft>
              <a:buClr>
                <a:schemeClr val="accent2"/>
              </a:buClr>
              <a:buSzPct val="80000"/>
              <a:buFont typeface="+mj-ea"/>
              <a:buAutoNum type="circleNumDbPlain"/>
              <a:tabLst>
                <a:tab pos="2057400" algn="l"/>
              </a:tabLst>
            </a:pPr>
            <a:endParaRPr lang="ja-JP" altLang="ja-JP" sz="1400">
              <a:solidFill>
                <a:schemeClr val="accent2"/>
              </a:solidFill>
              <a:latin typeface="+mn-ea"/>
            </a:endParaRPr>
          </a:p>
          <a:p>
            <a:pPr marR="0" defTabSz="914400" rtl="0" eaLnBrk="1" fontAlgn="auto" latinLnBrk="0" hangingPunct="1">
              <a:lnSpc>
                <a:spcPct val="110000"/>
              </a:lnSpc>
              <a:spcBef>
                <a:spcPts val="0"/>
              </a:spcBef>
              <a:spcAft>
                <a:spcPts val="300"/>
              </a:spcAft>
              <a:buClr>
                <a:schemeClr val="accent2"/>
              </a:buClr>
              <a:buSzPct val="80000"/>
              <a:tabLst>
                <a:tab pos="2057400" algn="l"/>
              </a:tabLst>
            </a:pPr>
            <a:endParaRPr lang="ja-JP" altLang="ja-JP" sz="1400">
              <a:solidFill>
                <a:schemeClr val="accent2"/>
              </a:solidFill>
              <a:latin typeface="+mn-ea"/>
            </a:endParaRPr>
          </a:p>
        </p:txBody>
      </p:sp>
      <p:sp>
        <p:nvSpPr>
          <p:cNvPr id="63" name="矢印: 五方向 62">
            <a:extLst>
              <a:ext uri="{FF2B5EF4-FFF2-40B4-BE49-F238E27FC236}">
                <a16:creationId xmlns:a16="http://schemas.microsoft.com/office/drawing/2014/main" id="{A8C9C4D1-16E4-9743-5153-E3D65FF84496}"/>
              </a:ext>
            </a:extLst>
          </p:cNvPr>
          <p:cNvSpPr/>
          <p:nvPr/>
        </p:nvSpPr>
        <p:spPr bwMode="auto">
          <a:xfrm>
            <a:off x="6997147" y="3465576"/>
            <a:ext cx="4564535" cy="448056"/>
          </a:xfrm>
          <a:prstGeom prst="homePlate">
            <a:avLst>
              <a:gd name="adj" fmla="val 17528"/>
            </a:avLst>
          </a:prstGeom>
          <a:solidFill>
            <a:schemeClr val="accent2">
              <a:lumMod val="20000"/>
              <a:lumOff val="80000"/>
              <a:alpha val="80000"/>
            </a:schemeClr>
          </a:solidFill>
          <a:ln w="9525">
            <a:noFill/>
            <a:miter lim="800000"/>
            <a:headEnd/>
            <a:tailEnd/>
          </a:ln>
          <a:effectLst/>
        </p:spPr>
        <p:txBody>
          <a:bodyPr wrap="square" lIns="72000" tIns="0" rIns="0" bIns="36000" rtlCol="0" anchor="ctr" anchorCtr="0">
            <a:noAutofit/>
          </a:bodyPr>
          <a:lstStyle/>
          <a:p>
            <a:pPr>
              <a:buClr>
                <a:schemeClr val="accent2"/>
              </a:buClr>
              <a:buSzPct val="80000"/>
              <a:tabLst>
                <a:tab pos="2057400" algn="l"/>
              </a:tabLst>
            </a:pPr>
            <a:r>
              <a:rPr lang="ja-JP" altLang="en-US" sz="1200" b="1">
                <a:latin typeface="+mn-ea"/>
              </a:rPr>
              <a:t>社内資料等を根拠にＡＩと経営の相談をしたい時に利用</a:t>
            </a:r>
          </a:p>
        </p:txBody>
      </p:sp>
      <p:sp>
        <p:nvSpPr>
          <p:cNvPr id="62" name="四角形: 角を丸くする 61">
            <a:extLst>
              <a:ext uri="{FF2B5EF4-FFF2-40B4-BE49-F238E27FC236}">
                <a16:creationId xmlns:a16="http://schemas.microsoft.com/office/drawing/2014/main" id="{447AF642-F376-84CE-4A06-1483A7E249A8}"/>
              </a:ext>
            </a:extLst>
          </p:cNvPr>
          <p:cNvSpPr/>
          <p:nvPr/>
        </p:nvSpPr>
        <p:spPr bwMode="auto">
          <a:xfrm>
            <a:off x="10747485" y="3505615"/>
            <a:ext cx="612000" cy="367977"/>
          </a:xfrm>
          <a:prstGeom prst="roundRect">
            <a:avLst/>
          </a:prstGeom>
          <a:solidFill>
            <a:schemeClr val="bg1">
              <a:lumMod val="95000"/>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200">
                <a:latin typeface="+mn-ea"/>
              </a:rPr>
              <a:t>P.6</a:t>
            </a:r>
            <a:endParaRPr kumimoji="1" lang="ja-JP" altLang="en-US" sz="1200" b="0" i="0" u="none" strike="noStrike" kern="1200" cap="none" spc="0" normalizeH="0" baseline="0" noProof="0">
              <a:ln>
                <a:noFill/>
              </a:ln>
              <a:effectLst/>
              <a:uLnTx/>
              <a:uFillTx/>
              <a:latin typeface="+mn-ea"/>
              <a:ea typeface="+mn-ea"/>
              <a:cs typeface="+mn-cs"/>
            </a:endParaRPr>
          </a:p>
        </p:txBody>
      </p:sp>
      <p:sp>
        <p:nvSpPr>
          <p:cNvPr id="73" name="正方形/長方形 72">
            <a:extLst>
              <a:ext uri="{FF2B5EF4-FFF2-40B4-BE49-F238E27FC236}">
                <a16:creationId xmlns:a16="http://schemas.microsoft.com/office/drawing/2014/main" id="{6FFAEFDA-1D27-D0E5-58BA-D1CDA0F749F3}"/>
              </a:ext>
            </a:extLst>
          </p:cNvPr>
          <p:cNvSpPr/>
          <p:nvPr/>
        </p:nvSpPr>
        <p:spPr bwMode="auto">
          <a:xfrm>
            <a:off x="7005198" y="3995928"/>
            <a:ext cx="4564535" cy="785736"/>
          </a:xfrm>
          <a:prstGeom prst="rect">
            <a:avLst/>
          </a:prstGeom>
          <a:solidFill>
            <a:schemeClr val="bg1">
              <a:alpha val="80000"/>
            </a:schemeClr>
          </a:solidFill>
          <a:ln w="9525">
            <a:noFill/>
            <a:miter lim="800000"/>
            <a:headEnd/>
            <a:tailEnd/>
          </a:ln>
          <a:effectLst/>
        </p:spPr>
        <p:txBody>
          <a:bodyPr wrap="none" lIns="0" tIns="0" rIns="0" bIns="0" rtlCol="0" anchor="t" anchorCtr="0">
            <a:noAutofit/>
          </a:bodyPr>
          <a:lstStyle/>
          <a:p>
            <a:pPr>
              <a:lnSpc>
                <a:spcPct val="110000"/>
              </a:lnSpc>
              <a:spcAft>
                <a:spcPts val="300"/>
              </a:spcAft>
              <a:buClr>
                <a:schemeClr val="accent2"/>
              </a:buClr>
              <a:buSzPct val="80000"/>
              <a:tabLst>
                <a:tab pos="2057400" algn="l"/>
              </a:tabLst>
            </a:pPr>
            <a:r>
              <a:rPr lang="ja-JP" altLang="en-US" sz="1400" b="1">
                <a:solidFill>
                  <a:schemeClr val="accent2"/>
                </a:solidFill>
                <a:latin typeface="+mn-ea"/>
              </a:rPr>
              <a:t>　　計画の策定・確認サポート</a:t>
            </a:r>
            <a:endParaRPr lang="ja-JP" altLang="ja-JP" sz="1400" b="1">
              <a:solidFill>
                <a:schemeClr val="accent2"/>
              </a:solidFill>
              <a:latin typeface="+mn-ea"/>
            </a:endParaRPr>
          </a:p>
          <a:p>
            <a:pPr marL="180975" marR="0" indent="-180975" defTabSz="914400" rtl="0" eaLnBrk="1" fontAlgn="auto" latinLnBrk="0" hangingPunct="1">
              <a:lnSpc>
                <a:spcPct val="110000"/>
              </a:lnSpc>
              <a:spcBef>
                <a:spcPts val="0"/>
              </a:spcBef>
              <a:spcAft>
                <a:spcPts val="300"/>
              </a:spcAft>
              <a:buClr>
                <a:schemeClr val="accent2"/>
              </a:buClr>
              <a:buSzPct val="80000"/>
              <a:buFont typeface="+mj-ea"/>
              <a:buAutoNum type="circleNumDbPlain"/>
              <a:tabLst>
                <a:tab pos="2057400" algn="l"/>
              </a:tabLst>
            </a:pPr>
            <a:endParaRPr lang="ja-JP" altLang="ja-JP" sz="1400">
              <a:solidFill>
                <a:schemeClr val="accent2"/>
              </a:solidFill>
              <a:latin typeface="+mn-ea"/>
            </a:endParaRPr>
          </a:p>
          <a:p>
            <a:pPr marR="0" defTabSz="914400" rtl="0" eaLnBrk="1" fontAlgn="auto" latinLnBrk="0" hangingPunct="1">
              <a:lnSpc>
                <a:spcPct val="110000"/>
              </a:lnSpc>
              <a:spcBef>
                <a:spcPts val="0"/>
              </a:spcBef>
              <a:spcAft>
                <a:spcPts val="300"/>
              </a:spcAft>
              <a:buClr>
                <a:schemeClr val="accent2"/>
              </a:buClr>
              <a:buSzPct val="80000"/>
              <a:tabLst>
                <a:tab pos="2057400" algn="l"/>
              </a:tabLst>
            </a:pPr>
            <a:endParaRPr lang="ja-JP" altLang="ja-JP" sz="1400">
              <a:solidFill>
                <a:schemeClr val="accent2"/>
              </a:solidFill>
              <a:latin typeface="+mn-ea"/>
            </a:endParaRPr>
          </a:p>
        </p:txBody>
      </p:sp>
      <p:sp>
        <p:nvSpPr>
          <p:cNvPr id="76" name="矢印: 五方向 75">
            <a:extLst>
              <a:ext uri="{FF2B5EF4-FFF2-40B4-BE49-F238E27FC236}">
                <a16:creationId xmlns:a16="http://schemas.microsoft.com/office/drawing/2014/main" id="{3210CD0F-0185-A2CE-4B32-2D8183C1FE90}"/>
              </a:ext>
            </a:extLst>
          </p:cNvPr>
          <p:cNvSpPr/>
          <p:nvPr/>
        </p:nvSpPr>
        <p:spPr bwMode="auto">
          <a:xfrm>
            <a:off x="6997147" y="4288536"/>
            <a:ext cx="4564535" cy="1024128"/>
          </a:xfrm>
          <a:prstGeom prst="homePlate">
            <a:avLst>
              <a:gd name="adj" fmla="val 17528"/>
            </a:avLst>
          </a:prstGeom>
          <a:solidFill>
            <a:schemeClr val="accent2">
              <a:lumMod val="20000"/>
              <a:lumOff val="80000"/>
              <a:alpha val="80000"/>
            </a:schemeClr>
          </a:solidFill>
          <a:ln w="9525">
            <a:noFill/>
            <a:miter lim="800000"/>
            <a:headEnd/>
            <a:tailEnd/>
          </a:ln>
          <a:effectLst/>
        </p:spPr>
        <p:txBody>
          <a:bodyPr wrap="square" lIns="72000" tIns="0" rIns="0" bIns="36000" rtlCol="0" anchor="ctr" anchorCtr="0">
            <a:noAutofit/>
          </a:bodyPr>
          <a:lstStyle/>
          <a:p>
            <a:pPr marR="0" defTabSz="914400" rtl="0" eaLnBrk="1" fontAlgn="auto" latinLnBrk="0" hangingPunct="1">
              <a:lnSpc>
                <a:spcPts val="2200"/>
              </a:lnSpc>
              <a:spcBef>
                <a:spcPts val="0"/>
              </a:spcBef>
              <a:spcAft>
                <a:spcPts val="300"/>
              </a:spcAft>
              <a:buClr>
                <a:schemeClr val="accent2"/>
              </a:buClr>
              <a:buSzPct val="80000"/>
              <a:tabLst>
                <a:tab pos="2057400" algn="l"/>
              </a:tabLst>
            </a:pPr>
            <a:r>
              <a:rPr lang="ja-JP" altLang="ja-JP" sz="1200" b="1">
                <a:solidFill>
                  <a:schemeClr val="accent6"/>
                </a:solidFill>
                <a:latin typeface="+mn-ea"/>
              </a:rPr>
              <a:t> </a:t>
            </a:r>
            <a:r>
              <a:rPr lang="ja-JP" altLang="ja-JP" sz="1200" b="1">
                <a:latin typeface="+mn-ea"/>
              </a:rPr>
              <a:t>A.</a:t>
            </a:r>
            <a:r>
              <a:rPr lang="ja-JP" altLang="en-US" sz="1200" b="1">
                <a:latin typeface="+mn-ea"/>
              </a:rPr>
              <a:t>計画の前提を洗い直す時に利用</a:t>
            </a:r>
            <a:endParaRPr lang="ja-JP" altLang="ja-JP" sz="1200" b="1">
              <a:latin typeface="+mn-ea"/>
            </a:endParaRPr>
          </a:p>
          <a:p>
            <a:pPr>
              <a:lnSpc>
                <a:spcPts val="2200"/>
              </a:lnSpc>
              <a:spcAft>
                <a:spcPts val="300"/>
              </a:spcAft>
              <a:buClr>
                <a:schemeClr val="accent2"/>
              </a:buClr>
              <a:buSzPct val="80000"/>
              <a:tabLst>
                <a:tab pos="2057400" algn="l"/>
              </a:tabLst>
            </a:pPr>
            <a:r>
              <a:rPr lang="ja-JP" altLang="en-US" sz="1200" b="1">
                <a:latin typeface="+mn-ea"/>
              </a:rPr>
              <a:t> </a:t>
            </a:r>
            <a:r>
              <a:rPr lang="ja-JP" altLang="ja-JP" sz="1200" b="1">
                <a:latin typeface="+mn-ea"/>
              </a:rPr>
              <a:t>B.</a:t>
            </a:r>
            <a:r>
              <a:rPr lang="ja-JP" altLang="en-US" sz="1200" b="1">
                <a:latin typeface="+mn-ea"/>
              </a:rPr>
              <a:t>提出前の計画ドラフトを自己点検する時に利用</a:t>
            </a:r>
            <a:endParaRPr lang="ja-JP" altLang="ja-JP" b="1">
              <a:latin typeface="+mn-ea"/>
            </a:endParaRPr>
          </a:p>
          <a:p>
            <a:pPr>
              <a:lnSpc>
                <a:spcPts val="2200"/>
              </a:lnSpc>
              <a:spcAft>
                <a:spcPts val="300"/>
              </a:spcAft>
              <a:buClr>
                <a:schemeClr val="accent2"/>
              </a:buClr>
              <a:buSzPct val="80000"/>
              <a:tabLst>
                <a:tab pos="2057400" algn="l"/>
              </a:tabLst>
            </a:pPr>
            <a:r>
              <a:rPr lang="ja-JP" altLang="en-US" sz="1200" b="1">
                <a:latin typeface="+mn-ea"/>
              </a:rPr>
              <a:t> </a:t>
            </a:r>
            <a:r>
              <a:rPr lang="ja-JP" altLang="ja-JP" sz="1200" b="1">
                <a:latin typeface="+mn-ea"/>
              </a:rPr>
              <a:t>C.</a:t>
            </a:r>
            <a:r>
              <a:rPr lang="ja-JP" altLang="en-US" sz="1200" b="1">
                <a:latin typeface="+mn-ea"/>
              </a:rPr>
              <a:t>グループ横断で各BUの原案を比較する時に利用</a:t>
            </a:r>
            <a:endParaRPr lang="ja-JP" altLang="ja-JP" b="1">
              <a:latin typeface="+mn-ea"/>
            </a:endParaRPr>
          </a:p>
        </p:txBody>
      </p:sp>
      <p:sp>
        <p:nvSpPr>
          <p:cNvPr id="75" name="四角形: 角を丸くする 74">
            <a:extLst>
              <a:ext uri="{FF2B5EF4-FFF2-40B4-BE49-F238E27FC236}">
                <a16:creationId xmlns:a16="http://schemas.microsoft.com/office/drawing/2014/main" id="{B627FAEB-5A23-3A4B-6042-BDC2912CDDD6}"/>
              </a:ext>
            </a:extLst>
          </p:cNvPr>
          <p:cNvSpPr/>
          <p:nvPr/>
        </p:nvSpPr>
        <p:spPr bwMode="auto">
          <a:xfrm>
            <a:off x="10747485" y="4366260"/>
            <a:ext cx="612000" cy="868680"/>
          </a:xfrm>
          <a:prstGeom prst="roundRect">
            <a:avLst/>
          </a:prstGeom>
          <a:solidFill>
            <a:schemeClr val="bg1">
              <a:lumMod val="95000"/>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200">
                <a:latin typeface="+mn-ea"/>
              </a:rPr>
              <a:t>P.7</a:t>
            </a:r>
            <a:endParaRPr kumimoji="1" lang="ja-JP" altLang="en-US" sz="1200" b="0" i="0" u="none" strike="noStrike" kern="1200" cap="none" spc="0" normalizeH="0" baseline="0" noProof="0">
              <a:ln>
                <a:noFill/>
              </a:ln>
              <a:effectLst/>
              <a:uLnTx/>
              <a:uFillTx/>
              <a:latin typeface="+mn-ea"/>
              <a:ea typeface="+mn-ea"/>
              <a:cs typeface="+mn-cs"/>
            </a:endParaRPr>
          </a:p>
        </p:txBody>
      </p:sp>
      <p:sp>
        <p:nvSpPr>
          <p:cNvPr id="82" name="正方形/長方形 81">
            <a:extLst>
              <a:ext uri="{FF2B5EF4-FFF2-40B4-BE49-F238E27FC236}">
                <a16:creationId xmlns:a16="http://schemas.microsoft.com/office/drawing/2014/main" id="{DCD9A814-6678-244C-BEE0-A4F81C95C643}"/>
              </a:ext>
            </a:extLst>
          </p:cNvPr>
          <p:cNvSpPr/>
          <p:nvPr/>
        </p:nvSpPr>
        <p:spPr bwMode="auto">
          <a:xfrm>
            <a:off x="7005198" y="5358384"/>
            <a:ext cx="4564535" cy="785736"/>
          </a:xfrm>
          <a:prstGeom prst="rect">
            <a:avLst/>
          </a:prstGeom>
          <a:solidFill>
            <a:schemeClr val="bg1">
              <a:alpha val="80000"/>
            </a:schemeClr>
          </a:solidFill>
          <a:ln w="9525">
            <a:noFill/>
            <a:miter lim="800000"/>
            <a:headEnd/>
            <a:tailEnd/>
          </a:ln>
          <a:effectLst/>
        </p:spPr>
        <p:txBody>
          <a:bodyPr wrap="none" lIns="0" tIns="0" rIns="0" bIns="0" rtlCol="0" anchor="t" anchorCtr="0">
            <a:noAutofit/>
          </a:bodyPr>
          <a:lstStyle/>
          <a:p>
            <a:pPr>
              <a:lnSpc>
                <a:spcPct val="110000"/>
              </a:lnSpc>
              <a:spcAft>
                <a:spcPts val="300"/>
              </a:spcAft>
              <a:buClr>
                <a:schemeClr val="accent2"/>
              </a:buClr>
              <a:buSzPct val="80000"/>
              <a:tabLst>
                <a:tab pos="2057400" algn="l"/>
              </a:tabLst>
            </a:pPr>
            <a:r>
              <a:rPr lang="ja-JP" altLang="en-US" sz="1400" b="1">
                <a:solidFill>
                  <a:schemeClr val="accent2"/>
                </a:solidFill>
                <a:latin typeface="+mn-ea"/>
              </a:rPr>
              <a:t>　　計画・案件の検証</a:t>
            </a:r>
            <a:endParaRPr lang="ja-JP" altLang="ja-JP" sz="1400" b="1">
              <a:solidFill>
                <a:schemeClr val="accent2"/>
              </a:solidFill>
              <a:latin typeface="+mn-ea"/>
            </a:endParaRPr>
          </a:p>
        </p:txBody>
      </p:sp>
      <p:sp>
        <p:nvSpPr>
          <p:cNvPr id="85" name="矢印: 五方向 84">
            <a:extLst>
              <a:ext uri="{FF2B5EF4-FFF2-40B4-BE49-F238E27FC236}">
                <a16:creationId xmlns:a16="http://schemas.microsoft.com/office/drawing/2014/main" id="{1295D54C-3B30-0559-3136-6BAE50C1F78F}"/>
              </a:ext>
            </a:extLst>
          </p:cNvPr>
          <p:cNvSpPr/>
          <p:nvPr/>
        </p:nvSpPr>
        <p:spPr bwMode="auto">
          <a:xfrm>
            <a:off x="6997147" y="5650992"/>
            <a:ext cx="4564535" cy="731520"/>
          </a:xfrm>
          <a:prstGeom prst="homePlate">
            <a:avLst>
              <a:gd name="adj" fmla="val 17528"/>
            </a:avLst>
          </a:prstGeom>
          <a:solidFill>
            <a:schemeClr val="accent2">
              <a:lumMod val="20000"/>
              <a:lumOff val="80000"/>
              <a:alpha val="80000"/>
            </a:schemeClr>
          </a:solidFill>
          <a:ln w="9525">
            <a:noFill/>
            <a:miter lim="800000"/>
            <a:headEnd/>
            <a:tailEnd/>
          </a:ln>
          <a:effectLst/>
        </p:spPr>
        <p:txBody>
          <a:bodyPr wrap="square" lIns="72000" tIns="0" rIns="0" bIns="36000" rtlCol="0" anchor="ctr" anchorCtr="0">
            <a:noAutofit/>
          </a:bodyPr>
          <a:lstStyle/>
          <a:p>
            <a:pPr marR="0" defTabSz="914400" rtl="0" eaLnBrk="1" fontAlgn="auto" latinLnBrk="0" hangingPunct="1">
              <a:lnSpc>
                <a:spcPts val="2200"/>
              </a:lnSpc>
              <a:spcBef>
                <a:spcPts val="0"/>
              </a:spcBef>
              <a:spcAft>
                <a:spcPts val="300"/>
              </a:spcAft>
              <a:buClr>
                <a:schemeClr val="accent2"/>
              </a:buClr>
              <a:buSzPct val="80000"/>
              <a:tabLst>
                <a:tab pos="2057400" algn="l"/>
              </a:tabLst>
            </a:pPr>
            <a:r>
              <a:rPr kumimoji="1" lang="ja-JP" altLang="en-US" sz="1200" b="1" i="0" u="none" strike="noStrike" kern="1200" cap="none" spc="0" normalizeH="0" baseline="0" noProof="0">
                <a:ln>
                  <a:noFill/>
                </a:ln>
                <a:effectLst/>
                <a:uLnTx/>
                <a:uFillTx/>
                <a:latin typeface="+mn-ea"/>
                <a:ea typeface="+mn-ea"/>
                <a:cs typeface="+mn-cs"/>
              </a:rPr>
              <a:t> </a:t>
            </a:r>
            <a:r>
              <a:rPr kumimoji="1" lang="ja-JP" altLang="en-US" sz="1200" b="1" i="0" u="none" strike="noStrike" kern="1200" cap="none" spc="0" normalizeH="0" baseline="0" noProof="0">
                <a:ln>
                  <a:noFill/>
                </a:ln>
                <a:effectLst/>
                <a:uLnTx/>
                <a:uFillTx/>
                <a:latin typeface="+mn-ea"/>
                <a:ea typeface="+mn-ea"/>
                <a:cs typeface="+mn-cs"/>
              </a:rPr>
              <a:t>A.</a:t>
            </a:r>
            <a:r>
              <a:rPr kumimoji="1" lang="ja-JP" altLang="en-US" sz="1200" b="1" i="0" u="none" strike="noStrike" kern="1200" cap="none" spc="0" normalizeH="0" baseline="0" noProof="0">
                <a:ln>
                  <a:noFill/>
                </a:ln>
                <a:effectLst/>
                <a:uLnTx/>
                <a:uFillTx/>
                <a:latin typeface="+mn-ea"/>
                <a:ea typeface="+mn-ea"/>
                <a:cs typeface="+mn-cs"/>
              </a:rPr>
              <a:t>計画と実績の差異を検証したい時に利用</a:t>
            </a:r>
            <a:endParaRPr kumimoji="1" lang="ja-JP" altLang="en-US" b="1" i="0" u="none" strike="noStrike" kern="1200" cap="none" spc="0" normalizeH="0" baseline="0" noProof="0">
              <a:ln>
                <a:noFill/>
              </a:ln>
              <a:effectLst/>
              <a:uLnTx/>
              <a:uFillTx/>
              <a:latin typeface="+mn-ea"/>
              <a:ea typeface="+mn-ea"/>
              <a:cs typeface="+mn-cs"/>
            </a:endParaRPr>
          </a:p>
          <a:p>
            <a:pPr marR="0" defTabSz="914400" rtl="0" eaLnBrk="1" fontAlgn="auto" latinLnBrk="0" hangingPunct="1">
              <a:lnSpc>
                <a:spcPts val="2200"/>
              </a:lnSpc>
              <a:spcBef>
                <a:spcPts val="0"/>
              </a:spcBef>
              <a:spcAft>
                <a:spcPts val="300"/>
              </a:spcAft>
              <a:buClr>
                <a:schemeClr val="accent2"/>
              </a:buClr>
              <a:buSzPct val="80000"/>
              <a:tabLst>
                <a:tab pos="2057400" algn="l"/>
              </a:tabLst>
            </a:pPr>
            <a:r>
              <a:rPr kumimoji="1" lang="ja-JP" altLang="en-US" sz="1200" b="1" i="0" u="none" strike="noStrike" kern="1200" cap="none" spc="0" normalizeH="0" baseline="0" noProof="0">
                <a:ln>
                  <a:noFill/>
                </a:ln>
                <a:effectLst/>
                <a:uLnTx/>
                <a:uFillTx/>
                <a:latin typeface="+mn-ea"/>
                <a:ea typeface="+mn-ea"/>
                <a:cs typeface="+mn-cs"/>
              </a:rPr>
              <a:t> </a:t>
            </a:r>
            <a:r>
              <a:rPr kumimoji="1" lang="ja-JP" altLang="en-US" sz="1200" b="1" i="0" u="none" strike="noStrike" kern="1200" cap="none" spc="0" normalizeH="0" baseline="0" noProof="0">
                <a:ln>
                  <a:noFill/>
                </a:ln>
                <a:effectLst/>
                <a:uLnTx/>
                <a:uFillTx/>
                <a:latin typeface="+mn-ea"/>
                <a:ea typeface="+mn-ea"/>
                <a:cs typeface="+mn-cs"/>
              </a:rPr>
              <a:t>B.</a:t>
            </a:r>
            <a:r>
              <a:rPr kumimoji="1" lang="ja-JP" altLang="en-US" sz="1200" b="1" i="0" u="none" strike="noStrike" kern="1200" cap="none" spc="0" normalizeH="0" baseline="0" noProof="0">
                <a:ln>
                  <a:noFill/>
                </a:ln>
                <a:effectLst/>
                <a:uLnTx/>
                <a:uFillTx/>
                <a:latin typeface="+mn-ea"/>
                <a:ea typeface="+mn-ea"/>
                <a:cs typeface="+mn-cs"/>
              </a:rPr>
              <a:t>承認済み個別案件の変化を確認したい時に利用</a:t>
            </a:r>
            <a:endParaRPr kumimoji="1" lang="ja-JP" altLang="en-US" b="1" i="0" u="none" strike="noStrike" kern="1200" cap="none" spc="0" normalizeH="0" baseline="0" noProof="0">
              <a:ln>
                <a:noFill/>
              </a:ln>
              <a:effectLst/>
              <a:uLnTx/>
              <a:uFillTx/>
              <a:latin typeface="+mn-ea"/>
              <a:ea typeface="+mn-ea"/>
              <a:cs typeface="+mn-cs"/>
            </a:endParaRPr>
          </a:p>
        </p:txBody>
      </p:sp>
      <p:sp>
        <p:nvSpPr>
          <p:cNvPr id="84" name="四角形: 角を丸くする 83">
            <a:extLst>
              <a:ext uri="{FF2B5EF4-FFF2-40B4-BE49-F238E27FC236}">
                <a16:creationId xmlns:a16="http://schemas.microsoft.com/office/drawing/2014/main" id="{6136D244-10BC-1DFA-29FF-14D93D8B9534}"/>
              </a:ext>
            </a:extLst>
          </p:cNvPr>
          <p:cNvSpPr/>
          <p:nvPr/>
        </p:nvSpPr>
        <p:spPr bwMode="auto">
          <a:xfrm>
            <a:off x="10747485" y="5733288"/>
            <a:ext cx="612000" cy="566928"/>
          </a:xfrm>
          <a:prstGeom prst="roundRect">
            <a:avLst/>
          </a:prstGeom>
          <a:solidFill>
            <a:schemeClr val="bg1">
              <a:lumMod val="95000"/>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200">
                <a:latin typeface="+mn-ea"/>
              </a:rPr>
              <a:t>P.10</a:t>
            </a:r>
            <a:endParaRPr kumimoji="1" lang="ja-JP" altLang="en-US" sz="1200" b="0" i="0" u="none" strike="noStrike" kern="1200" cap="none" spc="0" normalizeH="0" baseline="0" noProof="0">
              <a:ln>
                <a:noFill/>
              </a:ln>
              <a:effectLst/>
              <a:uLnTx/>
              <a:uFillTx/>
              <a:latin typeface="+mn-ea"/>
              <a:ea typeface="+mn-ea"/>
              <a:cs typeface="+mn-cs"/>
            </a:endParaRPr>
          </a:p>
        </p:txBody>
      </p:sp>
      <p:pic>
        <p:nvPicPr>
          <p:cNvPr id="6" name="図 5">
            <a:extLst>
              <a:ext uri="{FF2B5EF4-FFF2-40B4-BE49-F238E27FC236}">
                <a16:creationId xmlns:a16="http://schemas.microsoft.com/office/drawing/2014/main" id="{5F6E4F2C-577E-E54C-0320-75524D773100}"/>
              </a:ext>
            </a:extLst>
          </p:cNvPr>
          <p:cNvPicPr>
            <a:picLocks noChangeAspect="1"/>
          </p:cNvPicPr>
          <p:nvPr/>
        </p:nvPicPr>
        <p:blipFill>
          <a:blip r:embed="rId7"/>
          <a:stretch>
            <a:fillRect/>
          </a:stretch>
        </p:blipFill>
        <p:spPr>
          <a:xfrm>
            <a:off x="566928" y="1481328"/>
            <a:ext cx="5715000" cy="4250286"/>
          </a:xfrm>
          <a:prstGeom prst="rect">
            <a:avLst/>
          </a:prstGeom>
        </p:spPr>
      </p:pic>
      <p:sp>
        <p:nvSpPr>
          <p:cNvPr id="92" name="四角形: 角を丸くする 91">
            <a:extLst>
              <a:ext uri="{FF2B5EF4-FFF2-40B4-BE49-F238E27FC236}">
                <a16:creationId xmlns:a16="http://schemas.microsoft.com/office/drawing/2014/main" id="{F7860F00-541C-551F-9636-CC7BF2477317}"/>
              </a:ext>
            </a:extLst>
          </p:cNvPr>
          <p:cNvSpPr/>
          <p:nvPr/>
        </p:nvSpPr>
        <p:spPr bwMode="auto">
          <a:xfrm>
            <a:off x="606758" y="1521158"/>
            <a:ext cx="3741639" cy="1504071"/>
          </a:xfrm>
          <a:prstGeom prst="roundRect">
            <a:avLst>
              <a:gd name="adj" fmla="val 0"/>
            </a:avLst>
          </a:prstGeom>
          <a:noFill/>
          <a:ln w="19050">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4400" b="0" i="0" u="none" strike="noStrike" kern="1200" cap="none" spc="0" normalizeH="0" baseline="0" noProof="0">
              <a:ln>
                <a:noFill/>
              </a:ln>
              <a:solidFill>
                <a:schemeClr val="bg1"/>
              </a:solidFill>
              <a:effectLst/>
              <a:uLnTx/>
              <a:uFillTx/>
              <a:latin typeface="+mn-ea"/>
              <a:ea typeface="+mn-ea"/>
              <a:cs typeface="+mn-cs"/>
            </a:endParaRPr>
          </a:p>
        </p:txBody>
      </p:sp>
      <p:sp>
        <p:nvSpPr>
          <p:cNvPr id="98" name="四角形: 角を丸くする 97">
            <a:extLst>
              <a:ext uri="{FF2B5EF4-FFF2-40B4-BE49-F238E27FC236}">
                <a16:creationId xmlns:a16="http://schemas.microsoft.com/office/drawing/2014/main" id="{17AEF5C7-210E-7D4B-8A3B-33C4D85775CF}"/>
              </a:ext>
            </a:extLst>
          </p:cNvPr>
          <p:cNvSpPr/>
          <p:nvPr/>
        </p:nvSpPr>
        <p:spPr bwMode="auto">
          <a:xfrm>
            <a:off x="4389313" y="1521158"/>
            <a:ext cx="1852783" cy="1504071"/>
          </a:xfrm>
          <a:prstGeom prst="roundRect">
            <a:avLst>
              <a:gd name="adj" fmla="val 0"/>
            </a:avLst>
          </a:prstGeom>
          <a:noFill/>
          <a:ln w="19050">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4400" b="0" i="0" u="none" strike="noStrike" kern="1200" cap="none" spc="0" normalizeH="0" baseline="0" noProof="0">
              <a:ln>
                <a:noFill/>
              </a:ln>
              <a:solidFill>
                <a:schemeClr val="bg1"/>
              </a:solidFill>
              <a:effectLst/>
              <a:uLnTx/>
              <a:uFillTx/>
              <a:latin typeface="+mn-ea"/>
              <a:ea typeface="+mn-ea"/>
              <a:cs typeface="+mn-cs"/>
            </a:endParaRPr>
          </a:p>
        </p:txBody>
      </p:sp>
      <p:sp>
        <p:nvSpPr>
          <p:cNvPr id="103" name="四角形: 角を丸くする 102">
            <a:extLst>
              <a:ext uri="{FF2B5EF4-FFF2-40B4-BE49-F238E27FC236}">
                <a16:creationId xmlns:a16="http://schemas.microsoft.com/office/drawing/2014/main" id="{C82E00E2-FF4F-663F-253F-20C37630305A}"/>
              </a:ext>
            </a:extLst>
          </p:cNvPr>
          <p:cNvSpPr/>
          <p:nvPr/>
        </p:nvSpPr>
        <p:spPr bwMode="auto">
          <a:xfrm>
            <a:off x="606758" y="3012870"/>
            <a:ext cx="5635338" cy="792118"/>
          </a:xfrm>
          <a:prstGeom prst="roundRect">
            <a:avLst>
              <a:gd name="adj" fmla="val 0"/>
            </a:avLst>
          </a:prstGeom>
          <a:noFill/>
          <a:ln w="19050">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4400" b="0" i="0" u="none" strike="noStrike" kern="1200" cap="none" spc="0" normalizeH="0" baseline="0" noProof="0">
              <a:ln>
                <a:noFill/>
              </a:ln>
              <a:solidFill>
                <a:schemeClr val="bg1"/>
              </a:solidFill>
              <a:effectLst/>
              <a:uLnTx/>
              <a:uFillTx/>
              <a:latin typeface="+mn-ea"/>
              <a:ea typeface="+mn-ea"/>
              <a:cs typeface="+mn-cs"/>
            </a:endParaRPr>
          </a:p>
        </p:txBody>
      </p:sp>
      <p:sp>
        <p:nvSpPr>
          <p:cNvPr id="105" name="四角形: 角を丸くする 104">
            <a:extLst>
              <a:ext uri="{FF2B5EF4-FFF2-40B4-BE49-F238E27FC236}">
                <a16:creationId xmlns:a16="http://schemas.microsoft.com/office/drawing/2014/main" id="{812D3779-2ED2-B3BF-C090-B4ED8FBEE678}"/>
              </a:ext>
            </a:extLst>
          </p:cNvPr>
          <p:cNvSpPr/>
          <p:nvPr/>
        </p:nvSpPr>
        <p:spPr bwMode="auto">
          <a:xfrm>
            <a:off x="606758" y="3787785"/>
            <a:ext cx="5635338" cy="1286126"/>
          </a:xfrm>
          <a:prstGeom prst="roundRect">
            <a:avLst>
              <a:gd name="adj" fmla="val 0"/>
            </a:avLst>
          </a:prstGeom>
          <a:noFill/>
          <a:ln w="19050">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4400" b="0" i="0" u="none" strike="noStrike" kern="1200" cap="none" spc="0" normalizeH="0" baseline="0" noProof="0">
              <a:ln>
                <a:noFill/>
              </a:ln>
              <a:solidFill>
                <a:schemeClr val="bg1"/>
              </a:solidFill>
              <a:effectLst/>
              <a:uLnTx/>
              <a:uFillTx/>
              <a:latin typeface="+mn-ea"/>
              <a:ea typeface="+mn-ea"/>
              <a:cs typeface="+mn-cs"/>
            </a:endParaRPr>
          </a:p>
        </p:txBody>
      </p:sp>
      <p:sp>
        <p:nvSpPr>
          <p:cNvPr id="108" name="四角形: 角を丸くする 107">
            <a:extLst>
              <a:ext uri="{FF2B5EF4-FFF2-40B4-BE49-F238E27FC236}">
                <a16:creationId xmlns:a16="http://schemas.microsoft.com/office/drawing/2014/main" id="{D7B4BD0A-78B0-BABE-B0B4-7D1F72D07EDF}"/>
              </a:ext>
            </a:extLst>
          </p:cNvPr>
          <p:cNvSpPr/>
          <p:nvPr/>
        </p:nvSpPr>
        <p:spPr bwMode="auto">
          <a:xfrm>
            <a:off x="606758" y="5080925"/>
            <a:ext cx="2802054" cy="612919"/>
          </a:xfrm>
          <a:prstGeom prst="roundRect">
            <a:avLst>
              <a:gd name="adj" fmla="val 0"/>
            </a:avLst>
          </a:prstGeom>
          <a:noFill/>
          <a:ln w="19050">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4400" b="0" i="0" u="none" strike="noStrike" kern="1200" cap="none" spc="0" normalizeH="0" baseline="0" noProof="0">
              <a:ln>
                <a:noFill/>
              </a:ln>
              <a:solidFill>
                <a:schemeClr val="bg1"/>
              </a:solidFill>
              <a:effectLst/>
              <a:uLnTx/>
              <a:uFillTx/>
              <a:latin typeface="+mn-ea"/>
              <a:ea typeface="+mn-ea"/>
              <a:cs typeface="+mn-cs"/>
            </a:endParaRPr>
          </a:p>
        </p:txBody>
      </p:sp>
      <p:sp>
        <p:nvSpPr>
          <p:cNvPr id="111" name="四角形: 角を丸くする 110">
            <a:extLst>
              <a:ext uri="{FF2B5EF4-FFF2-40B4-BE49-F238E27FC236}">
                <a16:creationId xmlns:a16="http://schemas.microsoft.com/office/drawing/2014/main" id="{5ED34FA6-8298-5C1B-3520-B4E546E5818C}"/>
              </a:ext>
            </a:extLst>
          </p:cNvPr>
          <p:cNvSpPr/>
          <p:nvPr/>
        </p:nvSpPr>
        <p:spPr bwMode="auto">
          <a:xfrm>
            <a:off x="3440042" y="5080925"/>
            <a:ext cx="2802054" cy="612919"/>
          </a:xfrm>
          <a:prstGeom prst="roundRect">
            <a:avLst>
              <a:gd name="adj" fmla="val 0"/>
            </a:avLst>
          </a:prstGeom>
          <a:noFill/>
          <a:ln w="19050">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4400" b="0" i="0" u="none" strike="noStrike" kern="1200" cap="none" spc="0" normalizeH="0" baseline="0" noProof="0">
              <a:ln>
                <a:noFill/>
              </a:ln>
              <a:solidFill>
                <a:schemeClr val="bg1"/>
              </a:solidFill>
              <a:effectLst/>
              <a:uLnTx/>
              <a:uFillTx/>
              <a:latin typeface="+mn-ea"/>
              <a:ea typeface="+mn-ea"/>
              <a:cs typeface="+mn-cs"/>
            </a:endParaRPr>
          </a:p>
        </p:txBody>
      </p:sp>
      <p:sp>
        <p:nvSpPr>
          <p:cNvPr id="110" name="楕円 109">
            <a:extLst>
              <a:ext uri="{FF2B5EF4-FFF2-40B4-BE49-F238E27FC236}">
                <a16:creationId xmlns:a16="http://schemas.microsoft.com/office/drawing/2014/main" id="{B21C1286-85B3-CFE4-B680-CCF4493F2CD5}"/>
              </a:ext>
            </a:extLst>
          </p:cNvPr>
          <p:cNvSpPr/>
          <p:nvPr/>
        </p:nvSpPr>
        <p:spPr bwMode="auto">
          <a:xfrm>
            <a:off x="3330314" y="4989485"/>
            <a:ext cx="216000" cy="216000"/>
          </a:xfrm>
          <a:prstGeom prst="ellipse">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200">
                <a:solidFill>
                  <a:schemeClr val="bg1"/>
                </a:solidFill>
                <a:latin typeface="+mn-ea"/>
              </a:rPr>
              <a:t>5</a:t>
            </a:r>
            <a:endParaRPr kumimoji="1" lang="ja-JP" altLang="ja-JP" sz="1200" b="0" i="0" u="none" strike="noStrike" kern="1200" cap="none" spc="0" normalizeH="0" baseline="0" noProof="0">
              <a:ln>
                <a:noFill/>
              </a:ln>
              <a:solidFill>
                <a:schemeClr val="bg1"/>
              </a:solidFill>
              <a:effectLst/>
              <a:uLnTx/>
              <a:uFillTx/>
              <a:latin typeface="+mn-ea"/>
              <a:ea typeface="+mn-ea"/>
              <a:cs typeface="+mn-cs"/>
            </a:endParaRPr>
          </a:p>
        </p:txBody>
      </p:sp>
      <p:sp>
        <p:nvSpPr>
          <p:cNvPr id="114" name="楕円 113">
            <a:extLst>
              <a:ext uri="{FF2B5EF4-FFF2-40B4-BE49-F238E27FC236}">
                <a16:creationId xmlns:a16="http://schemas.microsoft.com/office/drawing/2014/main" id="{E6965F4D-9DC8-B239-683A-6559AC7E12A3}"/>
              </a:ext>
            </a:extLst>
          </p:cNvPr>
          <p:cNvSpPr/>
          <p:nvPr/>
        </p:nvSpPr>
        <p:spPr bwMode="auto">
          <a:xfrm>
            <a:off x="6967236" y="1005840"/>
            <a:ext cx="216000" cy="216000"/>
          </a:xfrm>
          <a:prstGeom prst="ellipse">
            <a:avLst/>
          </a:prstGeom>
          <a:solidFill>
            <a:schemeClr val="accent6"/>
          </a:solidFill>
          <a:ln w="12700">
            <a:solidFill>
              <a:schemeClr val="accent6"/>
            </a:solidFill>
            <a:miter lim="800000"/>
            <a:headEnd/>
            <a:tailEnd/>
          </a:ln>
          <a:effectLst/>
        </p:spPr>
        <p:txBody>
          <a:bodyPr wrap="square" lIns="18000" tIns="0" rIns="0" bIns="1080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ja-JP" sz="1200" b="0" i="0" u="none" strike="noStrike" kern="1200" cap="none" spc="0" normalizeH="0" baseline="0" noProof="0">
                <a:ln>
                  <a:noFill/>
                </a:ln>
                <a:solidFill>
                  <a:schemeClr val="bg1"/>
                </a:solidFill>
                <a:effectLst/>
                <a:uLnTx/>
                <a:uFillTx/>
                <a:latin typeface="+mn-ea"/>
                <a:ea typeface="+mn-ea"/>
                <a:cs typeface="+mn-cs"/>
              </a:rPr>
              <a:t>1</a:t>
            </a:r>
          </a:p>
        </p:txBody>
      </p:sp>
      <p:sp>
        <p:nvSpPr>
          <p:cNvPr id="115" name="楕円 114">
            <a:extLst>
              <a:ext uri="{FF2B5EF4-FFF2-40B4-BE49-F238E27FC236}">
                <a16:creationId xmlns:a16="http://schemas.microsoft.com/office/drawing/2014/main" id="{368CE25A-2094-8B78-81FE-D7BB0A45C808}"/>
              </a:ext>
            </a:extLst>
          </p:cNvPr>
          <p:cNvSpPr/>
          <p:nvPr/>
        </p:nvSpPr>
        <p:spPr bwMode="auto">
          <a:xfrm>
            <a:off x="6967236" y="1828800"/>
            <a:ext cx="216000" cy="216000"/>
          </a:xfrm>
          <a:prstGeom prst="ellipse">
            <a:avLst/>
          </a:prstGeom>
          <a:solidFill>
            <a:schemeClr val="accent6"/>
          </a:solidFill>
          <a:ln w="12700">
            <a:solidFill>
              <a:schemeClr val="accent6"/>
            </a:solidFill>
            <a:miter lim="800000"/>
            <a:headEnd/>
            <a:tailEnd/>
          </a:ln>
          <a:effectLst/>
        </p:spPr>
        <p:txBody>
          <a:bodyPr wrap="square" lIns="18000" tIns="0" rIns="0" bIns="1080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200">
                <a:solidFill>
                  <a:schemeClr val="bg1"/>
                </a:solidFill>
                <a:latin typeface="+mn-ea"/>
              </a:rPr>
              <a:t>2</a:t>
            </a:r>
            <a:endParaRPr kumimoji="1" lang="ja-JP" altLang="ja-JP" sz="1200" b="0" i="0" u="none" strike="noStrike" kern="1200" cap="none" spc="0" normalizeH="0" baseline="0" noProof="0">
              <a:ln>
                <a:noFill/>
              </a:ln>
              <a:solidFill>
                <a:schemeClr val="bg1"/>
              </a:solidFill>
              <a:effectLst/>
              <a:uLnTx/>
              <a:uFillTx/>
              <a:latin typeface="+mn-ea"/>
              <a:ea typeface="+mn-ea"/>
              <a:cs typeface="+mn-cs"/>
            </a:endParaRPr>
          </a:p>
        </p:txBody>
      </p:sp>
      <p:sp>
        <p:nvSpPr>
          <p:cNvPr id="116" name="楕円 115">
            <a:extLst>
              <a:ext uri="{FF2B5EF4-FFF2-40B4-BE49-F238E27FC236}">
                <a16:creationId xmlns:a16="http://schemas.microsoft.com/office/drawing/2014/main" id="{4E114599-AA00-0BF1-2337-BA04649F90CD}"/>
              </a:ext>
            </a:extLst>
          </p:cNvPr>
          <p:cNvSpPr/>
          <p:nvPr/>
        </p:nvSpPr>
        <p:spPr bwMode="auto">
          <a:xfrm>
            <a:off x="6967236" y="2660904"/>
            <a:ext cx="216000" cy="216000"/>
          </a:xfrm>
          <a:prstGeom prst="ellipse">
            <a:avLst/>
          </a:prstGeom>
          <a:solidFill>
            <a:schemeClr val="accent6"/>
          </a:solidFill>
          <a:ln w="12700">
            <a:solidFill>
              <a:schemeClr val="accent6"/>
            </a:solidFill>
            <a:miter lim="800000"/>
            <a:headEnd/>
            <a:tailEnd/>
          </a:ln>
          <a:effectLst/>
        </p:spPr>
        <p:txBody>
          <a:bodyPr wrap="square" lIns="18000" tIns="0" rIns="0" bIns="1080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ja-JP" sz="1200" b="0" i="0" u="none" strike="noStrike" kern="1200" cap="none" spc="0" normalizeH="0" baseline="0" noProof="0">
              <a:ln>
                <a:noFill/>
              </a:ln>
              <a:solidFill>
                <a:schemeClr val="bg1"/>
              </a:solidFill>
              <a:effectLst/>
              <a:uLnTx/>
              <a:uFillTx/>
              <a:latin typeface="+mn-ea"/>
              <a:ea typeface="+mn-ea"/>
              <a:cs typeface="+mn-cs"/>
            </a:endParaRPr>
          </a:p>
        </p:txBody>
      </p:sp>
      <p:sp>
        <p:nvSpPr>
          <p:cNvPr id="117" name="楕円 116">
            <a:extLst>
              <a:ext uri="{FF2B5EF4-FFF2-40B4-BE49-F238E27FC236}">
                <a16:creationId xmlns:a16="http://schemas.microsoft.com/office/drawing/2014/main" id="{A906E355-75AF-FC16-5790-90B3DE1DF9E2}"/>
              </a:ext>
            </a:extLst>
          </p:cNvPr>
          <p:cNvSpPr/>
          <p:nvPr/>
        </p:nvSpPr>
        <p:spPr bwMode="auto">
          <a:xfrm>
            <a:off x="6967236" y="3182112"/>
            <a:ext cx="216000" cy="216000"/>
          </a:xfrm>
          <a:prstGeom prst="ellipse">
            <a:avLst/>
          </a:prstGeom>
          <a:solidFill>
            <a:schemeClr val="accent6"/>
          </a:solidFill>
          <a:ln w="12700">
            <a:solidFill>
              <a:schemeClr val="accent6"/>
            </a:solidFill>
            <a:miter lim="800000"/>
            <a:headEnd/>
            <a:tailEnd/>
          </a:ln>
          <a:effectLst/>
        </p:spPr>
        <p:txBody>
          <a:bodyPr wrap="square" lIns="18000" tIns="0" rIns="0" bIns="1080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ja-JP" sz="1200" b="0" i="0" u="none" strike="noStrike" kern="1200" cap="none" spc="0" normalizeH="0" baseline="0" noProof="0">
                <a:ln>
                  <a:noFill/>
                </a:ln>
                <a:solidFill>
                  <a:schemeClr val="bg1"/>
                </a:solidFill>
                <a:effectLst/>
                <a:uLnTx/>
                <a:uFillTx/>
                <a:latin typeface="+mn-ea"/>
                <a:ea typeface="+mn-ea"/>
                <a:cs typeface="+mn-cs"/>
              </a:rPr>
              <a:t>3</a:t>
            </a:r>
          </a:p>
        </p:txBody>
      </p:sp>
      <p:sp>
        <p:nvSpPr>
          <p:cNvPr id="118" name="楕円 117">
            <a:extLst>
              <a:ext uri="{FF2B5EF4-FFF2-40B4-BE49-F238E27FC236}">
                <a16:creationId xmlns:a16="http://schemas.microsoft.com/office/drawing/2014/main" id="{C3A33DC3-A828-9192-C939-B05AD0B7F8FC}"/>
              </a:ext>
            </a:extLst>
          </p:cNvPr>
          <p:cNvSpPr/>
          <p:nvPr/>
        </p:nvSpPr>
        <p:spPr bwMode="auto">
          <a:xfrm>
            <a:off x="6967236" y="4005072"/>
            <a:ext cx="216000" cy="216000"/>
          </a:xfrm>
          <a:prstGeom prst="ellipse">
            <a:avLst/>
          </a:prstGeom>
          <a:solidFill>
            <a:schemeClr val="accent6"/>
          </a:solidFill>
          <a:ln w="12700">
            <a:solidFill>
              <a:schemeClr val="accent6"/>
            </a:solidFill>
            <a:miter lim="800000"/>
            <a:headEnd/>
            <a:tailEnd/>
          </a:ln>
          <a:effectLst/>
        </p:spPr>
        <p:txBody>
          <a:bodyPr wrap="square" lIns="18000" tIns="0" rIns="0" bIns="1080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ja-JP" sz="1200" b="0" i="0" u="none" strike="noStrike" kern="1200" cap="none" spc="0" normalizeH="0" baseline="0" noProof="0">
                <a:ln>
                  <a:noFill/>
                </a:ln>
                <a:solidFill>
                  <a:schemeClr val="bg1"/>
                </a:solidFill>
                <a:effectLst/>
                <a:uLnTx/>
                <a:uFillTx/>
                <a:latin typeface="+mn-ea"/>
                <a:ea typeface="+mn-ea"/>
                <a:cs typeface="+mn-cs"/>
              </a:rPr>
              <a:t>4</a:t>
            </a:r>
          </a:p>
        </p:txBody>
      </p:sp>
      <p:sp>
        <p:nvSpPr>
          <p:cNvPr id="119" name="楕円 118">
            <a:extLst>
              <a:ext uri="{FF2B5EF4-FFF2-40B4-BE49-F238E27FC236}">
                <a16:creationId xmlns:a16="http://schemas.microsoft.com/office/drawing/2014/main" id="{F7D21BA1-EEAD-E779-C336-73C07D29FD5C}"/>
              </a:ext>
            </a:extLst>
          </p:cNvPr>
          <p:cNvSpPr/>
          <p:nvPr/>
        </p:nvSpPr>
        <p:spPr bwMode="auto">
          <a:xfrm>
            <a:off x="6967236" y="5367528"/>
            <a:ext cx="216000" cy="216000"/>
          </a:xfrm>
          <a:prstGeom prst="ellipse">
            <a:avLst/>
          </a:prstGeom>
          <a:solidFill>
            <a:schemeClr val="accent6"/>
          </a:solidFill>
          <a:ln w="12700">
            <a:solidFill>
              <a:schemeClr val="accent6"/>
            </a:solidFill>
            <a:miter lim="800000"/>
            <a:headEnd/>
            <a:tailEnd/>
          </a:ln>
          <a:effectLst/>
        </p:spPr>
        <p:txBody>
          <a:bodyPr wrap="square" lIns="18000" tIns="0" rIns="0" bIns="1080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200">
                <a:solidFill>
                  <a:schemeClr val="bg1"/>
                </a:solidFill>
                <a:latin typeface="+mn-ea"/>
              </a:rPr>
              <a:t>5</a:t>
            </a:r>
            <a:endParaRPr kumimoji="1" lang="ja-JP" altLang="ja-JP" sz="1200" b="0" i="0" u="none" strike="noStrike" kern="1200" cap="none" spc="0" normalizeH="0" baseline="0" noProof="0">
              <a:ln>
                <a:noFill/>
              </a:ln>
              <a:solidFill>
                <a:schemeClr val="bg1"/>
              </a:solidFill>
              <a:effectLst/>
              <a:uLnTx/>
              <a:uFillTx/>
              <a:latin typeface="+mn-ea"/>
              <a:ea typeface="+mn-ea"/>
              <a:cs typeface="+mn-cs"/>
            </a:endParaRPr>
          </a:p>
        </p:txBody>
      </p:sp>
      <p:sp>
        <p:nvSpPr>
          <p:cNvPr id="94" name="楕円 93">
            <a:extLst>
              <a:ext uri="{FF2B5EF4-FFF2-40B4-BE49-F238E27FC236}">
                <a16:creationId xmlns:a16="http://schemas.microsoft.com/office/drawing/2014/main" id="{A10F72DA-3EDA-3C54-8291-94181BCF53BB}"/>
              </a:ext>
            </a:extLst>
          </p:cNvPr>
          <p:cNvSpPr/>
          <p:nvPr/>
        </p:nvSpPr>
        <p:spPr bwMode="auto">
          <a:xfrm>
            <a:off x="497030" y="1429718"/>
            <a:ext cx="216000" cy="216000"/>
          </a:xfrm>
          <a:prstGeom prst="ellipse">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ja-JP" sz="1200" b="0" i="0" u="none" strike="noStrike" kern="1200" cap="none" spc="0" normalizeH="0" baseline="0" noProof="0">
                <a:ln>
                  <a:noFill/>
                </a:ln>
                <a:solidFill>
                  <a:schemeClr val="bg1"/>
                </a:solidFill>
                <a:effectLst/>
                <a:uLnTx/>
                <a:uFillTx/>
                <a:latin typeface="+mn-ea"/>
                <a:ea typeface="+mn-ea"/>
                <a:cs typeface="+mn-cs"/>
              </a:rPr>
              <a:t>1</a:t>
            </a:r>
          </a:p>
        </p:txBody>
      </p:sp>
      <p:sp>
        <p:nvSpPr>
          <p:cNvPr id="104" name="楕円 103">
            <a:extLst>
              <a:ext uri="{FF2B5EF4-FFF2-40B4-BE49-F238E27FC236}">
                <a16:creationId xmlns:a16="http://schemas.microsoft.com/office/drawing/2014/main" id="{8F7837A0-E239-E14F-3690-A7EEEB9784F6}"/>
              </a:ext>
            </a:extLst>
          </p:cNvPr>
          <p:cNvSpPr/>
          <p:nvPr/>
        </p:nvSpPr>
        <p:spPr bwMode="auto">
          <a:xfrm>
            <a:off x="497030" y="2921430"/>
            <a:ext cx="216000" cy="216000"/>
          </a:xfrm>
          <a:prstGeom prst="ellipse">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ja-JP" sz="1200" b="0" i="0" u="none" strike="noStrike" kern="1200" cap="none" spc="0" normalizeH="0" baseline="0" noProof="0">
              <a:ln>
                <a:noFill/>
              </a:ln>
              <a:solidFill>
                <a:schemeClr val="bg1"/>
              </a:solidFill>
              <a:effectLst/>
              <a:uLnTx/>
              <a:uFillTx/>
              <a:latin typeface="+mn-ea"/>
              <a:ea typeface="+mn-ea"/>
              <a:cs typeface="+mn-cs"/>
            </a:endParaRPr>
          </a:p>
        </p:txBody>
      </p:sp>
      <p:sp>
        <p:nvSpPr>
          <p:cNvPr id="106" name="楕円 105">
            <a:extLst>
              <a:ext uri="{FF2B5EF4-FFF2-40B4-BE49-F238E27FC236}">
                <a16:creationId xmlns:a16="http://schemas.microsoft.com/office/drawing/2014/main" id="{A3B51FAA-D0A5-3355-8857-CFB46415B729}"/>
              </a:ext>
            </a:extLst>
          </p:cNvPr>
          <p:cNvSpPr/>
          <p:nvPr/>
        </p:nvSpPr>
        <p:spPr bwMode="auto">
          <a:xfrm>
            <a:off x="497030" y="3696345"/>
            <a:ext cx="216000" cy="216000"/>
          </a:xfrm>
          <a:prstGeom prst="ellipse">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200">
                <a:solidFill>
                  <a:schemeClr val="bg1"/>
                </a:solidFill>
                <a:latin typeface="+mn-ea"/>
              </a:rPr>
              <a:t>3</a:t>
            </a:r>
            <a:endParaRPr kumimoji="1" lang="ja-JP" altLang="ja-JP" sz="1200" b="0" i="0" u="none" strike="noStrike" kern="1200" cap="none" spc="0" normalizeH="0" baseline="0" noProof="0">
              <a:ln>
                <a:noFill/>
              </a:ln>
              <a:solidFill>
                <a:schemeClr val="bg1"/>
              </a:solidFill>
              <a:effectLst/>
              <a:uLnTx/>
              <a:uFillTx/>
              <a:latin typeface="+mn-ea"/>
              <a:ea typeface="+mn-ea"/>
              <a:cs typeface="+mn-cs"/>
            </a:endParaRPr>
          </a:p>
        </p:txBody>
      </p:sp>
      <p:sp>
        <p:nvSpPr>
          <p:cNvPr id="109" name="楕円 108">
            <a:extLst>
              <a:ext uri="{FF2B5EF4-FFF2-40B4-BE49-F238E27FC236}">
                <a16:creationId xmlns:a16="http://schemas.microsoft.com/office/drawing/2014/main" id="{47CE46E9-8FB8-0853-D0FC-844550F00B37}"/>
              </a:ext>
            </a:extLst>
          </p:cNvPr>
          <p:cNvSpPr/>
          <p:nvPr/>
        </p:nvSpPr>
        <p:spPr bwMode="auto">
          <a:xfrm>
            <a:off x="497030" y="4989485"/>
            <a:ext cx="216000" cy="216000"/>
          </a:xfrm>
          <a:prstGeom prst="ellipse">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ja-JP" sz="1200" b="0" i="0" u="none" strike="noStrike" kern="1200" cap="none" spc="0" normalizeH="0" baseline="0" noProof="0">
                <a:ln>
                  <a:noFill/>
                </a:ln>
                <a:solidFill>
                  <a:schemeClr val="bg1"/>
                </a:solidFill>
                <a:effectLst/>
                <a:uLnTx/>
                <a:uFillTx/>
                <a:latin typeface="+mn-ea"/>
                <a:ea typeface="+mn-ea"/>
                <a:cs typeface="+mn-cs"/>
              </a:rPr>
              <a:t>4</a:t>
            </a:r>
          </a:p>
        </p:txBody>
      </p:sp>
      <p:sp>
        <p:nvSpPr>
          <p:cNvPr id="99" name="楕円 98">
            <a:extLst>
              <a:ext uri="{FF2B5EF4-FFF2-40B4-BE49-F238E27FC236}">
                <a16:creationId xmlns:a16="http://schemas.microsoft.com/office/drawing/2014/main" id="{C7AFE47F-2FFD-CDC4-218C-D1FC9E95E417}"/>
              </a:ext>
            </a:extLst>
          </p:cNvPr>
          <p:cNvSpPr/>
          <p:nvPr/>
        </p:nvSpPr>
        <p:spPr bwMode="auto">
          <a:xfrm>
            <a:off x="4279585" y="1429718"/>
            <a:ext cx="216000" cy="216000"/>
          </a:xfrm>
          <a:prstGeom prst="ellipse">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200">
                <a:solidFill>
                  <a:schemeClr val="bg1"/>
                </a:solidFill>
                <a:latin typeface="+mn-ea"/>
              </a:rPr>
              <a:t>2</a:t>
            </a:r>
            <a:endParaRPr kumimoji="1" lang="ja-JP" altLang="ja-JP" sz="1200" b="0" i="0" u="none" strike="noStrike" kern="1200" cap="none" spc="0" normalizeH="0" baseline="0" noProof="0">
              <a:ln>
                <a:noFill/>
              </a:ln>
              <a:solidFill>
                <a:schemeClr val="bg1"/>
              </a:solidFill>
              <a:effectLst/>
              <a:uLnTx/>
              <a:uFillTx/>
              <a:latin typeface="+mn-ea"/>
              <a:ea typeface="+mn-ea"/>
              <a:cs typeface="+mn-cs"/>
            </a:endParaRPr>
          </a:p>
        </p:txBody>
      </p:sp>
    </p:spTree>
    <p:extLst>
      <p:ext uri="{BB962C8B-B14F-4D97-AF65-F5344CB8AC3E}">
        <p14:creationId xmlns:p14="http://schemas.microsoft.com/office/powerpoint/2010/main" val="3398639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49D07-EE93-F0A7-B297-A04C2572B398}"/>
            </a:ext>
          </a:extLst>
        </p:cNvPr>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EED20991-7613-97DF-2D3E-A9997C424D79}"/>
              </a:ext>
            </a:extLst>
          </p:cNvPr>
          <p:cNvGraphicFramePr>
            <a:graphicFrameLocks/>
          </p:cNvGraphicFramePr>
          <p:nvPr>
            <p:custDataLst>
              <p:tags r:id="rId1"/>
            </p:custDataLst>
            <p:extLst>
              <p:ext uri="{D42A27DB-BD31-4B8C-83A1-F6EECF244321}">
                <p14:modId xmlns:p14="http://schemas.microsoft.com/office/powerpoint/2010/main" val="29792261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42" progId="TCLayout.ActiveDocument.1">
                  <p:embed/>
                </p:oleObj>
              </mc:Choice>
              <mc:Fallback>
                <p:oleObj name="thinkcellスライド" r:id="rId4" imgW="639" imgH="642" progId="TCLayout.ActiveDocument.1">
                  <p:embed/>
                  <p:pic>
                    <p:nvPicPr>
                      <p:cNvPr id="54" name="think-cell data - do not delete" hidden="1">
                        <a:extLst>
                          <a:ext uri="{FF2B5EF4-FFF2-40B4-BE49-F238E27FC236}">
                            <a16:creationId xmlns:a16="http://schemas.microsoft.com/office/drawing/2014/main" id="{EED20991-7613-97DF-2D3E-A9997C424D7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28" name="図 27">
            <a:extLst>
              <a:ext uri="{FF2B5EF4-FFF2-40B4-BE49-F238E27FC236}">
                <a16:creationId xmlns:a16="http://schemas.microsoft.com/office/drawing/2014/main" id="{3B8A5883-9C5A-E126-549D-59E6020666FB}"/>
              </a:ext>
            </a:extLst>
          </p:cNvPr>
          <p:cNvPicPr>
            <a:picLocks noChangeAspect="1"/>
          </p:cNvPicPr>
          <p:nvPr/>
        </p:nvPicPr>
        <p:blipFill>
          <a:blip r:embed="rId15"/>
          <a:stretch>
            <a:fillRect/>
          </a:stretch>
        </p:blipFill>
        <p:spPr>
          <a:xfrm>
            <a:off x="768096" y="3749039"/>
            <a:ext cx="5175504" cy="2638097"/>
          </a:xfrm>
          <a:prstGeom prst="rect">
            <a:avLst/>
          </a:prstGeom>
        </p:spPr>
      </p:pic>
      <p:pic>
        <p:nvPicPr>
          <p:cNvPr id="14" name="図 13">
            <a:extLst>
              <a:ext uri="{FF2B5EF4-FFF2-40B4-BE49-F238E27FC236}">
                <a16:creationId xmlns:a16="http://schemas.microsoft.com/office/drawing/2014/main" id="{8A6C9D8C-0A82-A054-6898-52AC4A80F68E}"/>
              </a:ext>
            </a:extLst>
          </p:cNvPr>
          <p:cNvPicPr>
            <a:picLocks noChangeAspect="1"/>
          </p:cNvPicPr>
          <p:nvPr/>
        </p:nvPicPr>
        <p:blipFill>
          <a:blip r:embed="rId14"/>
          <a:stretch>
            <a:fillRect/>
          </a:stretch>
        </p:blipFill>
        <p:spPr>
          <a:xfrm>
            <a:off x="768096" y="2103120"/>
            <a:ext cx="5175504" cy="1542582"/>
          </a:xfrm>
          <a:prstGeom prst="rect">
            <a:avLst/>
          </a:prstGeom>
        </p:spPr>
      </p:pic>
      <p:pic>
        <p:nvPicPr>
          <p:cNvPr id="10" name="図 9">
            <a:extLst>
              <a:ext uri="{FF2B5EF4-FFF2-40B4-BE49-F238E27FC236}">
                <a16:creationId xmlns:a16="http://schemas.microsoft.com/office/drawing/2014/main" id="{193D70AE-2AF0-E3CF-1787-FCF0FBD92F99}"/>
              </a:ext>
            </a:extLst>
          </p:cNvPr>
          <p:cNvPicPr>
            <a:picLocks noChangeAspect="1"/>
          </p:cNvPicPr>
          <p:nvPr/>
        </p:nvPicPr>
        <p:blipFill>
          <a:blip r:embed="rId13"/>
          <a:stretch>
            <a:fillRect/>
          </a:stretch>
        </p:blipFill>
        <p:spPr>
          <a:xfrm>
            <a:off x="786384" y="1252728"/>
            <a:ext cx="5138928" cy="326473"/>
          </a:xfrm>
          <a:prstGeom prst="rect">
            <a:avLst/>
          </a:prstGeom>
        </p:spPr>
      </p:pic>
      <p:sp>
        <p:nvSpPr>
          <p:cNvPr id="18" name="正方形/長方形 17">
            <a:extLst>
              <a:ext uri="{FF2B5EF4-FFF2-40B4-BE49-F238E27FC236}">
                <a16:creationId xmlns:a16="http://schemas.microsoft.com/office/drawing/2014/main" id="{15511BC1-139E-A1B8-29C5-C47E4A238504}"/>
              </a:ext>
            </a:extLst>
          </p:cNvPr>
          <p:cNvSpPr/>
          <p:nvPr/>
        </p:nvSpPr>
        <p:spPr bwMode="auto">
          <a:xfrm>
            <a:off x="621792" y="1078992"/>
            <a:ext cx="5468112" cy="633338"/>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27" name="テキスト プレースホルダー 26">
            <a:extLst>
              <a:ext uri="{FF2B5EF4-FFF2-40B4-BE49-F238E27FC236}">
                <a16:creationId xmlns:a16="http://schemas.microsoft.com/office/drawing/2014/main" id="{947BCB61-54D6-C444-9896-6D01402B6A6E}"/>
              </a:ext>
            </a:extLst>
          </p:cNvPr>
          <p:cNvSpPr>
            <a:spLocks noGrp="1"/>
          </p:cNvSpPr>
          <p:nvPr>
            <p:ph type="body" sz="quarter" idx="11"/>
          </p:nvPr>
        </p:nvSpPr>
        <p:spPr>
          <a:xfrm>
            <a:off x="623888" y="300199"/>
            <a:ext cx="10944112" cy="216000"/>
          </a:xfrm>
        </p:spPr>
        <p:txBody>
          <a:bodyPr/>
          <a:lstStyle/>
          <a:p>
            <a:r>
              <a:rPr lang="ja-JP" altLang="en-US"/>
              <a:t>マーケット情報</a:t>
            </a:r>
            <a:r>
              <a:rPr lang="ja-JP" altLang="ja-JP"/>
              <a:t>(</a:t>
            </a:r>
            <a:r>
              <a:rPr lang="ja-JP" altLang="en-US"/>
              <a:t>センシングボード</a:t>
            </a:r>
            <a:r>
              <a:rPr lang="ja-JP" altLang="ja-JP"/>
              <a:t>)</a:t>
            </a:r>
            <a:r>
              <a:rPr lang="ja-JP" altLang="en-US"/>
              <a:t>の利用方法</a:t>
            </a:r>
          </a:p>
        </p:txBody>
      </p:sp>
      <p:sp>
        <p:nvSpPr>
          <p:cNvPr id="13" name="正方形/長方形 12">
            <a:extLst>
              <a:ext uri="{FF2B5EF4-FFF2-40B4-BE49-F238E27FC236}">
                <a16:creationId xmlns:a16="http://schemas.microsoft.com/office/drawing/2014/main" id="{66DB135F-F32A-2959-D438-079CFAE240FB}"/>
              </a:ext>
            </a:extLst>
          </p:cNvPr>
          <p:cNvSpPr/>
          <p:nvPr/>
        </p:nvSpPr>
        <p:spPr bwMode="auto">
          <a:xfrm>
            <a:off x="6343779" y="1016000"/>
            <a:ext cx="5224334" cy="5437188"/>
          </a:xfrm>
          <a:prstGeom prst="rect">
            <a:avLst/>
          </a:prstGeom>
          <a:solidFill>
            <a:srgbClr val="F0F2F6">
              <a:alpha val="80000"/>
            </a:srgbClr>
          </a:solidFill>
          <a:ln w="9525">
            <a:noFill/>
            <a:miter lim="800000"/>
            <a:headEnd/>
            <a:tailEnd/>
          </a:ln>
          <a:effectLst/>
        </p:spPr>
        <p:txBody>
          <a:bodyPr wrap="none" lIns="0" tIns="0" rIns="0" bIns="0" rtlCol="0" anchor="t" anchorCtr="0">
            <a:noAutofit/>
          </a:bodyPr>
          <a:lstStyle/>
          <a:p>
            <a:pPr marL="0">
              <a:lnSpc>
                <a:spcPct val="110000"/>
              </a:lnSpc>
              <a:spcAft>
                <a:spcPts val="300"/>
              </a:spcAft>
              <a:buClr>
                <a:schemeClr val="accent2"/>
              </a:buClr>
              <a:buSzPct val="80000"/>
              <a:buNone/>
            </a:pPr>
            <a:endParaRPr lang="ja-JP" altLang="ja-JP" sz="1400" b="1">
              <a:latin typeface="+mn-ea"/>
            </a:endParaRPr>
          </a:p>
        </p:txBody>
      </p:sp>
      <p:sp>
        <p:nvSpPr>
          <p:cNvPr id="5" name="四角形: 角を丸くする 4">
            <a:extLst>
              <a:ext uri="{FF2B5EF4-FFF2-40B4-BE49-F238E27FC236}">
                <a16:creationId xmlns:a16="http://schemas.microsoft.com/office/drawing/2014/main" id="{61EDBEF5-1A67-6BB2-7709-523D4FFD5BDD}"/>
              </a:ext>
            </a:extLst>
          </p:cNvPr>
          <p:cNvSpPr/>
          <p:nvPr/>
        </p:nvSpPr>
        <p:spPr bwMode="auto">
          <a:xfrm>
            <a:off x="700557" y="964724"/>
            <a:ext cx="2293163" cy="221421"/>
          </a:xfrm>
          <a:prstGeom prst="roundRect">
            <a:avLst/>
          </a:prstGeom>
          <a:solidFill>
            <a:schemeClr val="accent2">
              <a:lumMod val="40000"/>
              <a:lumOff val="60000"/>
            </a:schemeClr>
          </a:solidFill>
          <a:ln w="9525">
            <a:noFill/>
            <a:miter lim="800000"/>
            <a:headEnd/>
            <a:tailEnd/>
          </a:ln>
          <a:effectLst/>
        </p:spPr>
        <p:txBody>
          <a:bodyPr wrap="square" lIns="0" tIns="0" rIns="0" bIns="0" rtlCol="0" anchor="ctr" anchorCtr="0">
            <a:noAutofit/>
          </a:bodyPr>
          <a:lstStyle/>
          <a:p>
            <a:pPr marR="0"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a:ln>
                  <a:noFill/>
                </a:ln>
                <a:effectLst/>
                <a:uLnTx/>
                <a:uFillTx/>
                <a:latin typeface="+mn-ea"/>
                <a:ea typeface="+mn-ea"/>
                <a:cs typeface="+mn-cs"/>
              </a:rPr>
              <a:t>ホーム画面</a:t>
            </a:r>
          </a:p>
        </p:txBody>
      </p:sp>
      <p:sp>
        <p:nvSpPr>
          <p:cNvPr id="6" name="正方形/長方形 5">
            <a:extLst>
              <a:ext uri="{FF2B5EF4-FFF2-40B4-BE49-F238E27FC236}">
                <a16:creationId xmlns:a16="http://schemas.microsoft.com/office/drawing/2014/main" id="{73D184FA-2E6A-7215-333F-0BD6BB946925}"/>
              </a:ext>
            </a:extLst>
          </p:cNvPr>
          <p:cNvSpPr/>
          <p:nvPr/>
        </p:nvSpPr>
        <p:spPr bwMode="auto">
          <a:xfrm>
            <a:off x="4625836" y="1256457"/>
            <a:ext cx="1275593" cy="308266"/>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49" name="正方形/長方形 48">
            <a:extLst>
              <a:ext uri="{FF2B5EF4-FFF2-40B4-BE49-F238E27FC236}">
                <a16:creationId xmlns:a16="http://schemas.microsoft.com/office/drawing/2014/main" id="{38165903-7E6A-F729-ADBB-1B0AB20C08EB}"/>
              </a:ext>
            </a:extLst>
          </p:cNvPr>
          <p:cNvSpPr/>
          <p:nvPr/>
        </p:nvSpPr>
        <p:spPr bwMode="auto">
          <a:xfrm>
            <a:off x="731520" y="2066543"/>
            <a:ext cx="5248656" cy="1617744"/>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55" name="四角形: 角を丸くする 54">
            <a:extLst>
              <a:ext uri="{FF2B5EF4-FFF2-40B4-BE49-F238E27FC236}">
                <a16:creationId xmlns:a16="http://schemas.microsoft.com/office/drawing/2014/main" id="{8B02E0C0-0F48-3897-FDC0-DD9B86B59383}"/>
              </a:ext>
            </a:extLst>
          </p:cNvPr>
          <p:cNvSpPr/>
          <p:nvPr/>
        </p:nvSpPr>
        <p:spPr bwMode="auto">
          <a:xfrm>
            <a:off x="6675120" y="5432239"/>
            <a:ext cx="4700016" cy="640080"/>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ctr" anchorCtr="0">
            <a:noAutofit/>
          </a:bodyPr>
          <a:lstStyle/>
          <a:p>
            <a:pPr marR="0"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en-US" sz="1200" b="1" u="sng">
                <a:latin typeface="+mn-ea"/>
              </a:rPr>
              <a:t>★Tips</a:t>
            </a:r>
            <a:endParaRPr kumimoji="1" lang="ja-JP" altLang="ja-JP" sz="1200" b="1" i="0" u="sng" strike="noStrike" kern="1200" cap="none" spc="0" normalizeH="0" baseline="0" noProof="0">
              <a:ln>
                <a:noFill/>
              </a:ln>
              <a:effectLst/>
              <a:uLnTx/>
              <a:uFillTx/>
              <a:latin typeface="+mn-ea"/>
              <a:ea typeface="+mn-ea"/>
              <a:cs typeface="+mn-cs"/>
            </a:endParaRPr>
          </a:p>
          <a:p>
            <a:pPr marR="0" defTabSz="914400" rtl="0" eaLnBrk="1" fontAlgn="auto" latinLnBrk="0" hangingPunct="1">
              <a:spcBef>
                <a:spcPts val="0"/>
              </a:spcBef>
              <a:buClr>
                <a:schemeClr val="accent2"/>
              </a:buClr>
              <a:buSzPct val="80000"/>
              <a:tabLst>
                <a:tab pos="2057400" algn="l"/>
              </a:tabLst>
            </a:pPr>
            <a:r>
              <a:rPr lang="ja-JP" altLang="en-US" sz="1200">
                <a:latin typeface="+mn-ea"/>
              </a:rPr>
              <a:t>各指標の閾値は【⚙監視設定】より「基準・方向・数値」で設定可能(※全ユーザー共通)</a:t>
            </a:r>
            <a:endParaRPr lang="ja-JP" altLang="ja-JP" sz="1200">
              <a:latin typeface="+mn-ea"/>
            </a:endParaRPr>
          </a:p>
        </p:txBody>
      </p:sp>
      <p:sp>
        <p:nvSpPr>
          <p:cNvPr id="58" name="正方形/長方形 57">
            <a:extLst>
              <a:ext uri="{FF2B5EF4-FFF2-40B4-BE49-F238E27FC236}">
                <a16:creationId xmlns:a16="http://schemas.microsoft.com/office/drawing/2014/main" id="{CBFCE097-77A2-B0FF-B8B7-D014E41059E8}"/>
              </a:ext>
            </a:extLst>
          </p:cNvPr>
          <p:cNvSpPr/>
          <p:nvPr/>
        </p:nvSpPr>
        <p:spPr bwMode="auto">
          <a:xfrm>
            <a:off x="731520" y="3712463"/>
            <a:ext cx="5248656" cy="2714628"/>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60" name="正方形/長方形 59">
            <a:extLst>
              <a:ext uri="{FF2B5EF4-FFF2-40B4-BE49-F238E27FC236}">
                <a16:creationId xmlns:a16="http://schemas.microsoft.com/office/drawing/2014/main" id="{9EB6D627-ED1D-3969-5A1C-E67299415AB7}"/>
              </a:ext>
            </a:extLst>
          </p:cNvPr>
          <p:cNvSpPr/>
          <p:nvPr/>
        </p:nvSpPr>
        <p:spPr bwMode="auto">
          <a:xfrm>
            <a:off x="2263440" y="4514620"/>
            <a:ext cx="1464005" cy="1875896"/>
          </a:xfrm>
          <a:prstGeom prst="rect">
            <a:avLst/>
          </a:prstGeom>
          <a:solidFill>
            <a:schemeClr val="bg1">
              <a:lumMod val="95000"/>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61" name="正方形/長方形 60">
            <a:extLst>
              <a:ext uri="{FF2B5EF4-FFF2-40B4-BE49-F238E27FC236}">
                <a16:creationId xmlns:a16="http://schemas.microsoft.com/office/drawing/2014/main" id="{3FC791B5-3822-D577-315D-792AB8F64900}"/>
              </a:ext>
            </a:extLst>
          </p:cNvPr>
          <p:cNvSpPr/>
          <p:nvPr/>
        </p:nvSpPr>
        <p:spPr bwMode="auto">
          <a:xfrm>
            <a:off x="812866" y="5669707"/>
            <a:ext cx="1464005" cy="720809"/>
          </a:xfrm>
          <a:prstGeom prst="rect">
            <a:avLst/>
          </a:prstGeom>
          <a:solidFill>
            <a:schemeClr val="bg1">
              <a:lumMod val="95000"/>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62" name="正方形/長方形 61">
            <a:extLst>
              <a:ext uri="{FF2B5EF4-FFF2-40B4-BE49-F238E27FC236}">
                <a16:creationId xmlns:a16="http://schemas.microsoft.com/office/drawing/2014/main" id="{2832197E-E567-5D3F-EB25-A084277942FD}"/>
              </a:ext>
            </a:extLst>
          </p:cNvPr>
          <p:cNvSpPr/>
          <p:nvPr/>
        </p:nvSpPr>
        <p:spPr bwMode="auto">
          <a:xfrm>
            <a:off x="3884143" y="4478803"/>
            <a:ext cx="2023639" cy="1902758"/>
          </a:xfrm>
          <a:prstGeom prst="rect">
            <a:avLst/>
          </a:prstGeom>
          <a:noFill/>
          <a:ln w="1905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63" name="正方形/長方形 62">
            <a:extLst>
              <a:ext uri="{FF2B5EF4-FFF2-40B4-BE49-F238E27FC236}">
                <a16:creationId xmlns:a16="http://schemas.microsoft.com/office/drawing/2014/main" id="{EEB0482C-0CBA-0FDF-1315-B2262BB6AAAD}"/>
              </a:ext>
            </a:extLst>
          </p:cNvPr>
          <p:cNvSpPr/>
          <p:nvPr/>
        </p:nvSpPr>
        <p:spPr bwMode="auto">
          <a:xfrm>
            <a:off x="825728" y="4527482"/>
            <a:ext cx="1438281" cy="1142794"/>
          </a:xfrm>
          <a:prstGeom prst="rect">
            <a:avLst/>
          </a:prstGeom>
          <a:noFill/>
          <a:ln w="1905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cxnSp>
        <p:nvCxnSpPr>
          <p:cNvPr id="65" name="コネクタ: カギ線 64">
            <a:extLst>
              <a:ext uri="{FF2B5EF4-FFF2-40B4-BE49-F238E27FC236}">
                <a16:creationId xmlns:a16="http://schemas.microsoft.com/office/drawing/2014/main" id="{6F269977-E3FB-B9BC-4F8C-60D92166FF98}"/>
              </a:ext>
            </a:extLst>
          </p:cNvPr>
          <p:cNvCxnSpPr>
            <a:cxnSpLocks/>
            <a:stCxn id="63" idx="3"/>
            <a:endCxn id="62" idx="1"/>
          </p:cNvCxnSpPr>
          <p:nvPr/>
        </p:nvCxnSpPr>
        <p:spPr>
          <a:xfrm flipV="1">
            <a:off x="2264010" y="4798843"/>
            <a:ext cx="1620133" cy="48679"/>
          </a:xfrm>
          <a:prstGeom prst="bentConnector3">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67" name="表 66">
            <a:extLst>
              <a:ext uri="{FF2B5EF4-FFF2-40B4-BE49-F238E27FC236}">
                <a16:creationId xmlns:a16="http://schemas.microsoft.com/office/drawing/2014/main" id="{E6B6184C-8189-6C76-F5C4-1B359004C260}"/>
              </a:ext>
            </a:extLst>
          </p:cNvPr>
          <p:cNvGraphicFramePr>
            <a:graphicFrameLocks noGrp="1"/>
          </p:cNvGraphicFramePr>
          <p:nvPr>
            <p:extLst>
              <p:ext uri="{D42A27DB-BD31-4B8C-83A1-F6EECF244321}">
                <p14:modId xmlns:p14="http://schemas.microsoft.com/office/powerpoint/2010/main" val="34941208"/>
              </p:ext>
            </p:extLst>
          </p:nvPr>
        </p:nvGraphicFramePr>
        <p:xfrm>
          <a:off x="6677155" y="4119372"/>
          <a:ext cx="4704012" cy="1148276"/>
        </p:xfrm>
        <a:graphic>
          <a:graphicData uri="http://schemas.openxmlformats.org/drawingml/2006/table">
            <a:tbl>
              <a:tblPr firstRow="1" bandRow="1">
                <a:tableStyleId>{21E4AEA4-8DFA-4A89-87EB-49C32662AFE0}</a:tableStyleId>
              </a:tblPr>
              <a:tblGrid>
                <a:gridCol w="678097">
                  <a:extLst>
                    <a:ext uri="{9D8B030D-6E8A-4147-A177-3AD203B41FA5}">
                      <a16:colId xmlns:a16="http://schemas.microsoft.com/office/drawing/2014/main" val="3309756768"/>
                    </a:ext>
                  </a:extLst>
                </a:gridCol>
                <a:gridCol w="2151235">
                  <a:extLst>
                    <a:ext uri="{9D8B030D-6E8A-4147-A177-3AD203B41FA5}">
                      <a16:colId xmlns:a16="http://schemas.microsoft.com/office/drawing/2014/main" val="2736220435"/>
                    </a:ext>
                  </a:extLst>
                </a:gridCol>
                <a:gridCol w="1874680">
                  <a:extLst>
                    <a:ext uri="{9D8B030D-6E8A-4147-A177-3AD203B41FA5}">
                      <a16:colId xmlns:a16="http://schemas.microsoft.com/office/drawing/2014/main" val="398428548"/>
                    </a:ext>
                  </a:extLst>
                </a:gridCol>
              </a:tblGrid>
              <a:tr h="287069">
                <a:tc>
                  <a:txBody>
                    <a:bodyPr/>
                    <a:lstStyle/>
                    <a:p>
                      <a:r>
                        <a:rPr kumimoji="1" lang="ja-JP" altLang="en-US" sz="1200"/>
                        <a:t>区分</a:t>
                      </a:r>
                    </a:p>
                  </a:txBody>
                  <a:tcPr marL="49110" marR="49110" marT="31227" marB="312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200"/>
                        <a:t>定義</a:t>
                      </a:r>
                    </a:p>
                  </a:txBody>
                  <a:tcPr marL="49110" marR="49110" marT="31227" marB="312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200"/>
                        <a:t>推奨アクション</a:t>
                      </a:r>
                    </a:p>
                  </a:txBody>
                  <a:tcPr marL="49110" marR="49110" marT="31227" marB="312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6243815"/>
                  </a:ext>
                </a:extLst>
              </a:tr>
              <a:tr h="287069">
                <a:tc>
                  <a:txBody>
                    <a:bodyPr/>
                    <a:lstStyle/>
                    <a:p>
                      <a:r>
                        <a:rPr kumimoji="1" lang="ja-JP" altLang="en-US" sz="1200"/>
                        <a:t>正常</a:t>
                      </a:r>
                    </a:p>
                  </a:txBody>
                  <a:tcPr marL="49110" marR="49110" marT="31227" marB="312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200"/>
                        <a:t>すべての指標が閾値内</a:t>
                      </a:r>
                    </a:p>
                  </a:txBody>
                  <a:tcPr marL="49110" marR="49110" marT="31227" marB="312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ja-JP" sz="1200"/>
                        <a:t>-</a:t>
                      </a:r>
                      <a:endParaRPr kumimoji="1" lang="ja-JP" altLang="en-US" sz="1200"/>
                    </a:p>
                  </a:txBody>
                  <a:tcPr marL="49110" marR="49110" marT="31227" marB="312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9939834"/>
                  </a:ext>
                </a:extLst>
              </a:tr>
              <a:tr h="287069">
                <a:tc>
                  <a:txBody>
                    <a:bodyPr/>
                    <a:lstStyle/>
                    <a:p>
                      <a:r>
                        <a:rPr kumimoji="1" lang="ja-JP" altLang="en-US" sz="1200"/>
                        <a:t>注視</a:t>
                      </a:r>
                    </a:p>
                  </a:txBody>
                  <a:tcPr marL="49110" marR="49110" marT="31227" marB="312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200"/>
                        <a:t>閾値の5%手前まで近づいた指標あり</a:t>
                      </a:r>
                    </a:p>
                  </a:txBody>
                  <a:tcPr marL="49110" marR="49110" marT="31227" marB="312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200"/>
                        <a:t>推移を確認</a:t>
                      </a:r>
                    </a:p>
                  </a:txBody>
                  <a:tcPr marL="49110" marR="49110" marT="31227" marB="312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6180195"/>
                  </a:ext>
                </a:extLst>
              </a:tr>
              <a:tr h="287069">
                <a:tc>
                  <a:txBody>
                    <a:bodyPr/>
                    <a:lstStyle/>
                    <a:p>
                      <a:r>
                        <a:rPr kumimoji="1" lang="ja-JP" altLang="en-US" sz="1200"/>
                        <a:t>要対応</a:t>
                      </a:r>
                    </a:p>
                  </a:txBody>
                  <a:tcPr marL="49110" marR="49110" marT="31227" marB="312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200"/>
                        <a:t>閾値を超えた指標あり</a:t>
                      </a:r>
                    </a:p>
                  </a:txBody>
                  <a:tcPr marL="49110" marR="49110" marT="31227" marB="312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1200"/>
                        <a:t>詳細確認し、計画を確認</a:t>
                      </a:r>
                    </a:p>
                  </a:txBody>
                  <a:tcPr marL="49110" marR="49110" marT="31227" marB="312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2132733"/>
                  </a:ext>
                </a:extLst>
              </a:tr>
            </a:tbl>
          </a:graphicData>
        </a:graphic>
      </p:graphicFrame>
      <p:sp>
        <p:nvSpPr>
          <p:cNvPr id="68" name="四角形: 角を丸くする 67">
            <a:extLst>
              <a:ext uri="{FF2B5EF4-FFF2-40B4-BE49-F238E27FC236}">
                <a16:creationId xmlns:a16="http://schemas.microsoft.com/office/drawing/2014/main" id="{F111DDCD-1843-2F75-3421-1F076DBC497C}"/>
              </a:ext>
            </a:extLst>
          </p:cNvPr>
          <p:cNvSpPr/>
          <p:nvPr/>
        </p:nvSpPr>
        <p:spPr bwMode="auto">
          <a:xfrm>
            <a:off x="841248" y="5230368"/>
            <a:ext cx="2697480" cy="1078992"/>
          </a:xfrm>
          <a:prstGeom prst="roundRect">
            <a:avLst>
              <a:gd name="adj" fmla="val 8604"/>
            </a:avLst>
          </a:prstGeom>
          <a:solidFill>
            <a:schemeClr val="accent6">
              <a:lumMod val="20000"/>
              <a:lumOff val="80000"/>
              <a:alpha val="80000"/>
            </a:schemeClr>
          </a:solidFill>
          <a:ln w="9525">
            <a:noFill/>
            <a:miter lim="800000"/>
            <a:headEnd/>
            <a:tailEnd/>
          </a:ln>
          <a:effectLst/>
        </p:spPr>
        <p:txBody>
          <a:bodyPr wrap="none" lIns="72000" tIns="0" rIns="0" bIns="36000" rtlCol="0" anchor="ctr" anchorCtr="0">
            <a:noAutofit/>
          </a:bodyPr>
          <a:lstStyle/>
          <a:p>
            <a:pPr>
              <a:lnSpc>
                <a:spcPct val="110000"/>
              </a:lnSpc>
              <a:spcAft>
                <a:spcPts val="300"/>
              </a:spcAft>
              <a:buClr>
                <a:schemeClr val="accent2"/>
              </a:buClr>
              <a:buSzPct val="80000"/>
              <a:tabLst>
                <a:tab pos="2057400" algn="l"/>
              </a:tabLst>
            </a:pPr>
            <a:r>
              <a:rPr lang="ja-JP" altLang="en-US" sz="1200" b="1" u="sng">
                <a:latin typeface="+mn-ea"/>
              </a:rPr>
              <a:t>★</a:t>
            </a:r>
            <a:r>
              <a:rPr lang="ja-JP" altLang="ja-JP" sz="1200" b="1" u="sng">
                <a:latin typeface="+mn-ea"/>
              </a:rPr>
              <a:t>Tips</a:t>
            </a:r>
          </a:p>
          <a:p>
            <a:pPr>
              <a:lnSpc>
                <a:spcPct val="110000"/>
              </a:lnSpc>
              <a:spcAft>
                <a:spcPts val="300"/>
              </a:spcAft>
              <a:buClr>
                <a:schemeClr val="accent2"/>
              </a:buClr>
              <a:buSzPct val="80000"/>
              <a:tabLst>
                <a:tab pos="2057400" algn="l"/>
              </a:tabLst>
            </a:pPr>
            <a:r>
              <a:rPr lang="ja-JP" altLang="en-US" sz="1200" b="1">
                <a:latin typeface="+mn-ea"/>
              </a:rPr>
              <a:t>各事業の右上にある</a:t>
            </a:r>
            <a:br>
              <a:rPr lang="ja-JP" altLang="ja-JP" sz="1200" b="1">
                <a:latin typeface="+mn-ea"/>
              </a:rPr>
            </a:br>
            <a:r>
              <a:rPr lang="ja-JP" altLang="en-US" sz="1200" b="1">
                <a:solidFill>
                  <a:schemeClr val="accent2"/>
                </a:solidFill>
                <a:latin typeface="+mn-ea"/>
              </a:rPr>
              <a:t>   ボタン</a:t>
            </a:r>
            <a:r>
              <a:rPr lang="ja-JP" altLang="en-US" sz="1200" b="1">
                <a:latin typeface="+mn-ea"/>
              </a:rPr>
              <a:t>を押すと、</a:t>
            </a:r>
            <a:br>
              <a:rPr lang="ja-JP" altLang="ja-JP" sz="1200" b="1">
                <a:latin typeface="+mn-ea"/>
              </a:rPr>
            </a:br>
            <a:r>
              <a:rPr lang="ja-JP" altLang="en-US" sz="1200" b="1">
                <a:latin typeface="+mn-ea"/>
              </a:rPr>
              <a:t>都市交通→鉄道・自動車・</a:t>
            </a:r>
            <a:br>
              <a:rPr lang="ja-JP" altLang="ja-JP" sz="1200" b="1">
                <a:latin typeface="+mn-ea"/>
              </a:rPr>
            </a:br>
            <a:r>
              <a:rPr lang="ja-JP" altLang="en-US" sz="1200" b="1">
                <a:latin typeface="+mn-ea"/>
              </a:rPr>
              <a:t>広告事業のように下の階層を深堀り可能</a:t>
            </a:r>
            <a:endParaRPr kumimoji="1" lang="ja-JP" altLang="ja-JP" sz="1200" b="1" i="0" u="sng" strike="noStrike" kern="1200" cap="none" spc="0" normalizeH="0" baseline="0" noProof="0">
              <a:ln>
                <a:noFill/>
              </a:ln>
              <a:effectLst/>
              <a:uLnTx/>
              <a:uFillTx/>
              <a:latin typeface="+mn-ea"/>
              <a:ea typeface="+mn-ea"/>
              <a:cs typeface="+mn-cs"/>
            </a:endParaRPr>
          </a:p>
        </p:txBody>
      </p:sp>
      <p:sp>
        <p:nvSpPr>
          <p:cNvPr id="19" name="正方形/長方形 18">
            <a:extLst>
              <a:ext uri="{FF2B5EF4-FFF2-40B4-BE49-F238E27FC236}">
                <a16:creationId xmlns:a16="http://schemas.microsoft.com/office/drawing/2014/main" id="{ECFB71E0-2F4C-BE4A-F665-19066848667A}"/>
              </a:ext>
            </a:extLst>
          </p:cNvPr>
          <p:cNvSpPr/>
          <p:nvPr/>
        </p:nvSpPr>
        <p:spPr bwMode="auto">
          <a:xfrm>
            <a:off x="621792" y="1883664"/>
            <a:ext cx="5468112" cy="4608576"/>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45" name="四角形: 角を丸くする 44">
            <a:extLst>
              <a:ext uri="{FF2B5EF4-FFF2-40B4-BE49-F238E27FC236}">
                <a16:creationId xmlns:a16="http://schemas.microsoft.com/office/drawing/2014/main" id="{9D401C82-FA5F-622A-0B3D-DF39624D8C37}"/>
              </a:ext>
            </a:extLst>
          </p:cNvPr>
          <p:cNvSpPr/>
          <p:nvPr/>
        </p:nvSpPr>
        <p:spPr bwMode="auto">
          <a:xfrm>
            <a:off x="700558" y="1765630"/>
            <a:ext cx="2293162" cy="221421"/>
          </a:xfrm>
          <a:prstGeom prst="roundRect">
            <a:avLst/>
          </a:prstGeom>
          <a:solidFill>
            <a:schemeClr val="accent4">
              <a:lumMod val="20000"/>
              <a:lumOff val="80000"/>
            </a:schemeClr>
          </a:solidFill>
          <a:ln w="9525">
            <a:noFill/>
            <a:miter lim="800000"/>
            <a:headEnd/>
            <a:tailEnd/>
          </a:ln>
          <a:effectLst/>
        </p:spPr>
        <p:txBody>
          <a:bodyPr wrap="square" lIns="0" tIns="0" rIns="0" bIns="0" rtlCol="0" anchor="ctr" anchorCtr="0">
            <a:noAutofit/>
          </a:bodyPr>
          <a:lstStyle/>
          <a:p>
            <a:pPr>
              <a:lnSpc>
                <a:spcPct val="110000"/>
              </a:lnSpc>
              <a:spcAft>
                <a:spcPts val="300"/>
              </a:spcAft>
              <a:buClr>
                <a:schemeClr val="accent2"/>
              </a:buClr>
              <a:buSzPct val="80000"/>
              <a:tabLst>
                <a:tab pos="2057400" algn="l"/>
              </a:tabLst>
            </a:pPr>
            <a:r>
              <a:rPr lang="ja-JP" altLang="en-US" sz="1200">
                <a:latin typeface="+mn-ea"/>
              </a:rPr>
              <a:t>詳細画面</a:t>
            </a:r>
          </a:p>
        </p:txBody>
      </p:sp>
      <p:sp>
        <p:nvSpPr>
          <p:cNvPr id="25" name="正方形/長方形 24">
            <a:extLst>
              <a:ext uri="{FF2B5EF4-FFF2-40B4-BE49-F238E27FC236}">
                <a16:creationId xmlns:a16="http://schemas.microsoft.com/office/drawing/2014/main" id="{FD348CCD-37AD-4789-5029-3224A54B7480}"/>
              </a:ext>
            </a:extLst>
          </p:cNvPr>
          <p:cNvSpPr/>
          <p:nvPr/>
        </p:nvSpPr>
        <p:spPr bwMode="auto">
          <a:xfrm>
            <a:off x="6339375" y="1009488"/>
            <a:ext cx="2076281" cy="231541"/>
          </a:xfrm>
          <a:prstGeom prst="rect">
            <a:avLst/>
          </a:prstGeom>
          <a:solidFill>
            <a:schemeClr val="accent2">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a:ln>
                  <a:noFill/>
                </a:ln>
                <a:solidFill>
                  <a:schemeClr val="bg1"/>
                </a:solidFill>
                <a:effectLst/>
                <a:uLnTx/>
                <a:uFillTx/>
                <a:latin typeface="+mn-ea"/>
                <a:ea typeface="+mn-ea"/>
                <a:cs typeface="+mn-cs"/>
              </a:rPr>
              <a:t>操作手順</a:t>
            </a:r>
          </a:p>
        </p:txBody>
      </p:sp>
      <p:sp>
        <p:nvSpPr>
          <p:cNvPr id="3" name="テキスト ボックス 2">
            <a:extLst>
              <a:ext uri="{FF2B5EF4-FFF2-40B4-BE49-F238E27FC236}">
                <a16:creationId xmlns:a16="http://schemas.microsoft.com/office/drawing/2014/main" id="{537DCF76-EA2F-9370-6103-1E5808EEB800}"/>
              </a:ext>
            </a:extLst>
          </p:cNvPr>
          <p:cNvSpPr txBox="1"/>
          <p:nvPr/>
        </p:nvSpPr>
        <p:spPr>
          <a:xfrm>
            <a:off x="1529247" y="946017"/>
            <a:ext cx="1130439" cy="261610"/>
          </a:xfrm>
          <a:prstGeom prst="rect">
            <a:avLst/>
          </a:prstGeom>
          <a:noFill/>
        </p:spPr>
        <p:txBody>
          <a:bodyPr wrap="none" anchor="ctr">
            <a:spAutoFit/>
          </a:bodyPr>
          <a:lstStyle/>
          <a:p>
            <a:pPr algn="ctr"/>
            <a:r>
              <a:rPr lang="ja-JP" altLang="en-US" sz="1100">
                <a:hlinkClick r:id="rId9"/>
              </a:rPr>
              <a:t>対象アプリ</a:t>
            </a:r>
            <a:r>
              <a:rPr lang="ja-JP" altLang="en-US" sz="1100" u="sng"/>
              <a:t>画面</a:t>
            </a:r>
          </a:p>
        </p:txBody>
      </p:sp>
      <p:pic>
        <p:nvPicPr>
          <p:cNvPr id="7" name="図 6">
            <a:extLst>
              <a:ext uri="{FF2B5EF4-FFF2-40B4-BE49-F238E27FC236}">
                <a16:creationId xmlns:a16="http://schemas.microsoft.com/office/drawing/2014/main" id="{65F64A16-A440-6F2D-8FDF-B1C15A779A6D}"/>
              </a:ext>
            </a:extLst>
          </p:cNvPr>
          <p:cNvPicPr>
            <a:picLocks noChangeAspect="1"/>
          </p:cNvPicPr>
          <p:nvPr/>
        </p:nvPicPr>
        <p:blipFill>
          <a:blip r:embed="rId10"/>
          <a:stretch>
            <a:fillRect/>
          </a:stretch>
        </p:blipFill>
        <p:spPr>
          <a:xfrm>
            <a:off x="2595276" y="957151"/>
            <a:ext cx="213662" cy="213662"/>
          </a:xfrm>
          <a:prstGeom prst="rect">
            <a:avLst/>
          </a:prstGeom>
        </p:spPr>
      </p:pic>
      <p:sp>
        <p:nvSpPr>
          <p:cNvPr id="8" name="テキスト ボックス 7">
            <a:extLst>
              <a:ext uri="{FF2B5EF4-FFF2-40B4-BE49-F238E27FC236}">
                <a16:creationId xmlns:a16="http://schemas.microsoft.com/office/drawing/2014/main" id="{423B293F-1815-AF67-9F81-7E6D0A391392}"/>
              </a:ext>
            </a:extLst>
          </p:cNvPr>
          <p:cNvSpPr txBox="1"/>
          <p:nvPr/>
        </p:nvSpPr>
        <p:spPr>
          <a:xfrm>
            <a:off x="1529247" y="1734043"/>
            <a:ext cx="1130439" cy="261610"/>
          </a:xfrm>
          <a:prstGeom prst="rect">
            <a:avLst/>
          </a:prstGeom>
          <a:noFill/>
        </p:spPr>
        <p:txBody>
          <a:bodyPr wrap="none" anchor="ctr">
            <a:spAutoFit/>
          </a:bodyPr>
          <a:lstStyle/>
          <a:p>
            <a:pPr algn="ctr"/>
            <a:r>
              <a:rPr lang="ja-JP" altLang="en-US" sz="1100">
                <a:hlinkClick r:id="rId11"/>
              </a:rPr>
              <a:t>対象アプリ</a:t>
            </a:r>
            <a:r>
              <a:rPr lang="ja-JP" altLang="en-US" sz="1100" u="sng"/>
              <a:t>画面</a:t>
            </a:r>
          </a:p>
        </p:txBody>
      </p:sp>
      <p:pic>
        <p:nvPicPr>
          <p:cNvPr id="9" name="図 8">
            <a:extLst>
              <a:ext uri="{FF2B5EF4-FFF2-40B4-BE49-F238E27FC236}">
                <a16:creationId xmlns:a16="http://schemas.microsoft.com/office/drawing/2014/main" id="{2CCCE553-A01E-615E-18ED-F775B885903A}"/>
              </a:ext>
            </a:extLst>
          </p:cNvPr>
          <p:cNvPicPr>
            <a:picLocks noChangeAspect="1"/>
          </p:cNvPicPr>
          <p:nvPr/>
        </p:nvPicPr>
        <p:blipFill>
          <a:blip r:embed="rId10"/>
          <a:stretch>
            <a:fillRect/>
          </a:stretch>
        </p:blipFill>
        <p:spPr>
          <a:xfrm>
            <a:off x="2595276" y="1745177"/>
            <a:ext cx="213662" cy="213662"/>
          </a:xfrm>
          <a:prstGeom prst="rect">
            <a:avLst/>
          </a:prstGeom>
        </p:spPr>
      </p:pic>
      <p:pic>
        <p:nvPicPr>
          <p:cNvPr id="26" name="図 25">
            <a:extLst>
              <a:ext uri="{FF2B5EF4-FFF2-40B4-BE49-F238E27FC236}">
                <a16:creationId xmlns:a16="http://schemas.microsoft.com/office/drawing/2014/main" id="{5DB5F927-BDF7-034F-DFA4-FF83C0D6912D}"/>
              </a:ext>
            </a:extLst>
          </p:cNvPr>
          <p:cNvPicPr>
            <a:picLocks noChangeAspect="1"/>
          </p:cNvPicPr>
          <p:nvPr/>
        </p:nvPicPr>
        <p:blipFill>
          <a:blip r:embed="rId12"/>
          <a:stretch>
            <a:fillRect/>
          </a:stretch>
        </p:blipFill>
        <p:spPr>
          <a:xfrm>
            <a:off x="2313432" y="5504688"/>
            <a:ext cx="173736" cy="182880"/>
          </a:xfrm>
          <a:prstGeom prst="rect">
            <a:avLst/>
          </a:prstGeom>
        </p:spPr>
      </p:pic>
      <p:sp>
        <p:nvSpPr>
          <p:cNvPr id="4" name="四角形: 角を丸くする 3">
            <a:extLst>
              <a:ext uri="{FF2B5EF4-FFF2-40B4-BE49-F238E27FC236}">
                <a16:creationId xmlns:a16="http://schemas.microsoft.com/office/drawing/2014/main" id="{3292D335-5345-DC4D-D728-4FEF4C3D96A4}"/>
              </a:ext>
            </a:extLst>
          </p:cNvPr>
          <p:cNvSpPr/>
          <p:nvPr/>
        </p:nvSpPr>
        <p:spPr bwMode="auto">
          <a:xfrm>
            <a:off x="6373368" y="1316736"/>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1-1</a:t>
            </a:r>
            <a:endParaRPr lang="ja-JP" altLang="en-US" sz="1100" b="1">
              <a:solidFill>
                <a:schemeClr val="bg1"/>
              </a:solidFill>
              <a:latin typeface="+mn-ea"/>
            </a:endParaRPr>
          </a:p>
        </p:txBody>
      </p:sp>
      <p:sp>
        <p:nvSpPr>
          <p:cNvPr id="11" name="四角形: 角を丸くする 10">
            <a:extLst>
              <a:ext uri="{FF2B5EF4-FFF2-40B4-BE49-F238E27FC236}">
                <a16:creationId xmlns:a16="http://schemas.microsoft.com/office/drawing/2014/main" id="{C6C2341F-07D2-B8FD-491D-CF6376C7B792}"/>
              </a:ext>
            </a:extLst>
          </p:cNvPr>
          <p:cNvSpPr/>
          <p:nvPr/>
        </p:nvSpPr>
        <p:spPr bwMode="auto">
          <a:xfrm>
            <a:off x="6373368" y="1842515"/>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1-2</a:t>
            </a:r>
          </a:p>
        </p:txBody>
      </p:sp>
      <p:sp>
        <p:nvSpPr>
          <p:cNvPr id="12" name="四角形: 角を丸くする 11">
            <a:extLst>
              <a:ext uri="{FF2B5EF4-FFF2-40B4-BE49-F238E27FC236}">
                <a16:creationId xmlns:a16="http://schemas.microsoft.com/office/drawing/2014/main" id="{CE981FA2-B590-7AF7-CD18-D0B60AE96295}"/>
              </a:ext>
            </a:extLst>
          </p:cNvPr>
          <p:cNvSpPr/>
          <p:nvPr/>
        </p:nvSpPr>
        <p:spPr bwMode="auto">
          <a:xfrm>
            <a:off x="5669280" y="2103120"/>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1-2</a:t>
            </a:r>
          </a:p>
        </p:txBody>
      </p:sp>
      <p:sp>
        <p:nvSpPr>
          <p:cNvPr id="15" name="四角形: 角を丸くする 14">
            <a:extLst>
              <a:ext uri="{FF2B5EF4-FFF2-40B4-BE49-F238E27FC236}">
                <a16:creationId xmlns:a16="http://schemas.microsoft.com/office/drawing/2014/main" id="{BF1344CC-43EA-010A-A315-687F75A796F0}"/>
              </a:ext>
            </a:extLst>
          </p:cNvPr>
          <p:cNvSpPr/>
          <p:nvPr/>
        </p:nvSpPr>
        <p:spPr bwMode="auto">
          <a:xfrm>
            <a:off x="5687568" y="102412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1-1</a:t>
            </a:r>
            <a:endParaRPr lang="ja-JP" altLang="en-US" sz="1100" b="1">
              <a:solidFill>
                <a:schemeClr val="bg1"/>
              </a:solidFill>
              <a:latin typeface="+mn-ea"/>
            </a:endParaRPr>
          </a:p>
        </p:txBody>
      </p:sp>
      <p:sp>
        <p:nvSpPr>
          <p:cNvPr id="16" name="四角形: 角を丸くする 15">
            <a:extLst>
              <a:ext uri="{FF2B5EF4-FFF2-40B4-BE49-F238E27FC236}">
                <a16:creationId xmlns:a16="http://schemas.microsoft.com/office/drawing/2014/main" id="{BBC1D828-9DA2-61BC-CAEF-56972442C644}"/>
              </a:ext>
            </a:extLst>
          </p:cNvPr>
          <p:cNvSpPr/>
          <p:nvPr/>
        </p:nvSpPr>
        <p:spPr bwMode="auto">
          <a:xfrm>
            <a:off x="6373368" y="3282696"/>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1-3</a:t>
            </a:r>
            <a:endParaRPr lang="ja-JP" altLang="en-US" sz="1100" b="1">
              <a:solidFill>
                <a:schemeClr val="bg1"/>
              </a:solidFill>
              <a:latin typeface="+mn-ea"/>
            </a:endParaRPr>
          </a:p>
        </p:txBody>
      </p:sp>
      <p:sp>
        <p:nvSpPr>
          <p:cNvPr id="29" name="四角形: 角を丸くする 28">
            <a:extLst>
              <a:ext uri="{FF2B5EF4-FFF2-40B4-BE49-F238E27FC236}">
                <a16:creationId xmlns:a16="http://schemas.microsoft.com/office/drawing/2014/main" id="{CE6A3149-873F-6982-56A4-442690D026F3}"/>
              </a:ext>
            </a:extLst>
          </p:cNvPr>
          <p:cNvSpPr/>
          <p:nvPr/>
        </p:nvSpPr>
        <p:spPr bwMode="auto">
          <a:xfrm>
            <a:off x="5669280" y="3749039"/>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1-3</a:t>
            </a:r>
            <a:endParaRPr lang="ja-JP" altLang="en-US" sz="1100" b="1">
              <a:solidFill>
                <a:schemeClr val="bg1"/>
              </a:solidFill>
              <a:latin typeface="+mn-ea"/>
            </a:endParaRPr>
          </a:p>
        </p:txBody>
      </p:sp>
      <p:sp>
        <p:nvSpPr>
          <p:cNvPr id="2" name="正方形/長方形 1">
            <a:extLst>
              <a:ext uri="{FF2B5EF4-FFF2-40B4-BE49-F238E27FC236}">
                <a16:creationId xmlns:a16="http://schemas.microsoft.com/office/drawing/2014/main" id="{A874478C-4682-7E16-7D80-671F87E58E5E}"/>
              </a:ext>
            </a:extLst>
          </p:cNvPr>
          <p:cNvSpPr/>
          <p:nvPr/>
        </p:nvSpPr>
        <p:spPr bwMode="auto">
          <a:xfrm>
            <a:off x="3489226" y="661561"/>
            <a:ext cx="8702774" cy="293726"/>
          </a:xfrm>
          <a:prstGeom prst="rect">
            <a:avLst/>
          </a:prstGeom>
          <a:solidFill>
            <a:srgbClr val="FFFF00">
              <a:alpha val="80000"/>
            </a:srgbClr>
          </a:solidFill>
          <a:ln w="9525">
            <a:noFill/>
            <a:miter lim="800000"/>
            <a:headEnd/>
            <a:tailEnd/>
          </a:ln>
          <a:effectLst/>
        </p:spPr>
        <p:txBody>
          <a:bodyPr wrap="square" lIns="0" tIns="0" rIns="0" bIns="0" rtlCol="0" anchor="ctr" anchorCtr="0">
            <a:noAutofit/>
          </a:bodyPr>
          <a:lstStyle/>
          <a:p>
            <a:pPr marR="0"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a:ln>
                  <a:noFill/>
                </a:ln>
                <a:effectLst/>
                <a:uLnTx/>
                <a:uFillTx/>
                <a:latin typeface="+mn-ea"/>
                <a:ea typeface="+mn-ea"/>
                <a:cs typeface="+mn-cs"/>
              </a:rPr>
              <a:t>画面</a:t>
            </a:r>
            <a:r>
              <a:rPr lang="ja-JP" altLang="en-US" sz="1200">
                <a:latin typeface="+mn-ea"/>
              </a:rPr>
              <a:t>のアプリ</a:t>
            </a:r>
            <a:r>
              <a:rPr kumimoji="1" lang="ja-JP" altLang="en-US" sz="1200" b="0" i="0" u="none" strike="noStrike" kern="1200" cap="none" spc="0" normalizeH="0" baseline="0" noProof="0">
                <a:ln>
                  <a:noFill/>
                </a:ln>
                <a:effectLst/>
                <a:uLnTx/>
                <a:uFillTx/>
                <a:latin typeface="+mn-ea"/>
                <a:ea typeface="+mn-ea"/>
                <a:cs typeface="+mn-cs"/>
              </a:rPr>
              <a:t>リンクの付与はメンテナンス性と効果の兼ね合いからステイの判断である認識。→対応が必要な場合ご連絡下さい</a:t>
            </a:r>
          </a:p>
        </p:txBody>
      </p:sp>
      <p:cxnSp>
        <p:nvCxnSpPr>
          <p:cNvPr id="20" name="直線コネクタ 19">
            <a:extLst>
              <a:ext uri="{FF2B5EF4-FFF2-40B4-BE49-F238E27FC236}">
                <a16:creationId xmlns:a16="http://schemas.microsoft.com/office/drawing/2014/main" id="{0A584127-D4CC-AF66-45F2-F82026FE12F9}"/>
              </a:ext>
            </a:extLst>
          </p:cNvPr>
          <p:cNvCxnSpPr>
            <a:cxnSpLocks/>
            <a:stCxn id="5" idx="3"/>
            <a:endCxn id="2" idx="1"/>
          </p:cNvCxnSpPr>
          <p:nvPr/>
        </p:nvCxnSpPr>
        <p:spPr>
          <a:xfrm flipV="1">
            <a:off x="2993720" y="808424"/>
            <a:ext cx="495506" cy="26701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0D84CD9B-A712-EC08-D430-129245045F21}"/>
              </a:ext>
            </a:extLst>
          </p:cNvPr>
          <p:cNvCxnSpPr>
            <a:cxnSpLocks/>
            <a:stCxn id="45" idx="3"/>
            <a:endCxn id="2" idx="1"/>
          </p:cNvCxnSpPr>
          <p:nvPr/>
        </p:nvCxnSpPr>
        <p:spPr>
          <a:xfrm flipV="1">
            <a:off x="2993720" y="808424"/>
            <a:ext cx="495506" cy="10679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正方形/長方形 12 c69">
            <a:extLst>
              <a:ext uri="{FF2B5EF4-FFF2-40B4-BE49-F238E27FC236}">
                <a16:creationId xmlns:a16="http://schemas.microsoft.com/office/drawing/2014/main" id="{66DB135F-F32A-2959-D438-079CFAE240FB}"/>
              </a:ext>
            </a:extLst>
          </p:cNvPr>
          <p:cNvSpPr/>
          <p:nvPr/>
        </p:nvSpPr>
        <p:spPr bwMode="auto">
          <a:xfrm>
            <a:off x="6343779" y="1298448"/>
            <a:ext cx="5224334" cy="25146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ホーム画面上部の「センシングボードへ」をクリック</a:t>
            </a:r>
            <a:endParaRPr lang="ja-JP" altLang="ja-JP" sz="1200" b="1">
              <a:latin typeface="+mn-ea"/>
            </a:endParaRPr>
          </a:p>
        </p:txBody>
      </p:sp>
      <p:sp>
        <p:nvSpPr>
          <p:cNvPr id="70" name="正方形/長方形 12 c69 c70">
            <a:extLst>
              <a:ext uri="{FF2B5EF4-FFF2-40B4-BE49-F238E27FC236}">
                <a16:creationId xmlns:a16="http://schemas.microsoft.com/office/drawing/2014/main" id="{66DB135F-F32A-2959-D438-079CFAE240FB}"/>
              </a:ext>
            </a:extLst>
          </p:cNvPr>
          <p:cNvSpPr/>
          <p:nvPr/>
        </p:nvSpPr>
        <p:spPr bwMode="auto">
          <a:xfrm>
            <a:off x="6343779" y="1824228"/>
            <a:ext cx="5224334" cy="116586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全体状況を把握</a:t>
            </a:r>
            <a:br>
              <a:rPr lang="ja-JP" altLang="ja-JP" sz="1200" b="1">
                <a:latin typeface="+mn-ea"/>
              </a:rPr>
            </a:br>
            <a:r>
              <a:rPr lang="ja-JP" altLang="en-US" sz="1200" b="1">
                <a:latin typeface="+mn-ea"/>
              </a:rPr>
              <a:t>上部の「ピックアップ」(AIが選んだ変化点)と</a:t>
            </a:r>
            <a:br>
              <a:rPr lang="ja-JP" altLang="ja-JP" sz="1200" b="1">
                <a:latin typeface="+mn-ea"/>
              </a:rPr>
            </a:br>
            <a:r>
              <a:rPr lang="ja-JP" altLang="en-US" sz="1200" b="1">
                <a:latin typeface="+mn-ea"/>
              </a:rPr>
              <a:t>状態の札(要対応/注視/正常)で、事業別に</a:t>
            </a:r>
            <a:br>
              <a:rPr lang="ja-JP" altLang="ja-JP" sz="1200" b="1">
                <a:latin typeface="+mn-ea"/>
              </a:rPr>
            </a:br>
            <a:r>
              <a:rPr lang="ja-JP" altLang="en-US" sz="1200" b="1">
                <a:latin typeface="+mn-ea"/>
              </a:rPr>
              <a:t>環境変化のポイントを確認</a:t>
            </a:r>
            <a:br>
              <a:rPr lang="ja-JP" altLang="ja-JP" sz="1200" b="1">
                <a:latin typeface="+mn-ea"/>
              </a:rPr>
            </a:br>
            <a:r>
              <a:rPr lang="ja-JP" altLang="en-US" sz="1200" b="1">
                <a:latin typeface="+mn-ea"/>
              </a:rPr>
              <a:t>例）為替が156円/ドルになった</a:t>
            </a:r>
            <a:br>
              <a:rPr lang="ja-JP" altLang="ja-JP" sz="1200" b="1">
                <a:latin typeface="+mn-ea"/>
              </a:rPr>
            </a:br>
            <a:r>
              <a:rPr lang="ja-JP" altLang="en-US" sz="1200" b="1">
                <a:latin typeface="+mn-ea"/>
              </a:rPr>
              <a:t>　　→旅行事業に影響を与える可能性がある</a:t>
            </a:r>
            <a:endParaRPr lang="ja-JP" altLang="ja-JP" sz="1200" b="1">
              <a:latin typeface="+mn-ea"/>
            </a:endParaRPr>
          </a:p>
        </p:txBody>
      </p:sp>
      <p:sp>
        <p:nvSpPr>
          <p:cNvPr id="71" name="正方形/長方形 12 c69 c71">
            <a:extLst>
              <a:ext uri="{FF2B5EF4-FFF2-40B4-BE49-F238E27FC236}">
                <a16:creationId xmlns:a16="http://schemas.microsoft.com/office/drawing/2014/main" id="{66DB135F-F32A-2959-D438-079CFAE240FB}"/>
              </a:ext>
            </a:extLst>
          </p:cNvPr>
          <p:cNvSpPr/>
          <p:nvPr/>
        </p:nvSpPr>
        <p:spPr bwMode="auto">
          <a:xfrm>
            <a:off x="6343779" y="3264408"/>
            <a:ext cx="5224334" cy="80010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事業別の変化を確認</a:t>
            </a:r>
            <a:br>
              <a:rPr lang="ja-JP" altLang="ja-JP" sz="1200" b="1">
                <a:latin typeface="+mn-ea"/>
              </a:rPr>
            </a:br>
            <a:r>
              <a:rPr lang="ja-JP" altLang="en-US" sz="1200" b="1">
                <a:latin typeface="+mn-ea"/>
              </a:rPr>
              <a:t>7事業領域＋グループ開発室のカードをクリックし、</a:t>
            </a:r>
            <a:br>
              <a:rPr lang="ja-JP" altLang="ja-JP" sz="1200" b="1">
                <a:latin typeface="+mn-ea"/>
              </a:rPr>
            </a:br>
            <a:r>
              <a:rPr lang="ja-JP" altLang="en-US" sz="1200" b="1">
                <a:latin typeface="+mn-ea"/>
              </a:rPr>
              <a:t>右側の詳細パネルで外部指標/内部KPIを確認</a:t>
            </a:r>
            <a:br>
              <a:rPr lang="ja-JP" altLang="ja-JP" sz="1200" b="1">
                <a:latin typeface="+mn-ea"/>
              </a:rPr>
            </a:br>
            <a:r>
              <a:rPr lang="ja-JP" altLang="en-US" sz="1200" b="1">
                <a:latin typeface="+mn-ea"/>
              </a:rPr>
              <a:t>【各事業の表示区分】</a:t>
            </a:r>
            <a:endParaRPr lang="ja-JP" altLang="ja-JP" sz="1200" b="1">
              <a:latin typeface="+mn-ea"/>
            </a:endParaRPr>
          </a:p>
        </p:txBody>
      </p:sp>
    </p:spTree>
    <p:extLst>
      <p:ext uri="{BB962C8B-B14F-4D97-AF65-F5344CB8AC3E}">
        <p14:creationId xmlns:p14="http://schemas.microsoft.com/office/powerpoint/2010/main" val="1037660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90FD6-E787-3AAF-FF89-F330C524CCE6}"/>
            </a:ext>
          </a:extLst>
        </p:cNvPr>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C75F0A95-BAC0-FDF3-6272-E422C521F5DB}"/>
              </a:ext>
            </a:extLst>
          </p:cNvPr>
          <p:cNvGraphicFramePr>
            <a:graphicFrameLocks/>
          </p:cNvGraphicFramePr>
          <p:nvPr>
            <p:custDataLst>
              <p:tags r:id="rId1"/>
            </p:custDataLst>
            <p:extLst>
              <p:ext uri="{D42A27DB-BD31-4B8C-83A1-F6EECF244321}">
                <p14:modId xmlns:p14="http://schemas.microsoft.com/office/powerpoint/2010/main" val="4223856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42" progId="TCLayout.ActiveDocument.1">
                  <p:embed/>
                </p:oleObj>
              </mc:Choice>
              <mc:Fallback>
                <p:oleObj name="thinkcellスライド" r:id="rId4" imgW="639" imgH="642" progId="TCLayout.ActiveDocument.1">
                  <p:embed/>
                  <p:pic>
                    <p:nvPicPr>
                      <p:cNvPr id="54" name="think-cell data - do not delete" hidden="1">
                        <a:extLst>
                          <a:ext uri="{FF2B5EF4-FFF2-40B4-BE49-F238E27FC236}">
                            <a16:creationId xmlns:a16="http://schemas.microsoft.com/office/drawing/2014/main" id="{C75F0A95-BAC0-FDF3-6272-E422C521F5D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34" name="図 33">
            <a:extLst>
              <a:ext uri="{FF2B5EF4-FFF2-40B4-BE49-F238E27FC236}">
                <a16:creationId xmlns:a16="http://schemas.microsoft.com/office/drawing/2014/main" id="{D4902858-656E-676C-FB3D-2206078987B8}"/>
              </a:ext>
            </a:extLst>
          </p:cNvPr>
          <p:cNvPicPr>
            <a:picLocks noChangeAspect="1"/>
          </p:cNvPicPr>
          <p:nvPr/>
        </p:nvPicPr>
        <p:blipFill>
          <a:blip r:embed="rId15"/>
          <a:stretch>
            <a:fillRect/>
          </a:stretch>
        </p:blipFill>
        <p:spPr>
          <a:xfrm>
            <a:off x="822960" y="4576057"/>
            <a:ext cx="3017520" cy="1603864"/>
          </a:xfrm>
          <a:prstGeom prst="rect">
            <a:avLst/>
          </a:prstGeom>
        </p:spPr>
      </p:pic>
      <p:pic>
        <p:nvPicPr>
          <p:cNvPr id="22" name="図 21">
            <a:extLst>
              <a:ext uri="{FF2B5EF4-FFF2-40B4-BE49-F238E27FC236}">
                <a16:creationId xmlns:a16="http://schemas.microsoft.com/office/drawing/2014/main" id="{05CF25F5-F928-5DD0-7987-751B3BD9ADEB}"/>
              </a:ext>
            </a:extLst>
          </p:cNvPr>
          <p:cNvPicPr>
            <a:picLocks noChangeAspect="1"/>
          </p:cNvPicPr>
          <p:nvPr/>
        </p:nvPicPr>
        <p:blipFill>
          <a:blip r:embed="rId13"/>
          <a:stretch>
            <a:fillRect/>
          </a:stretch>
        </p:blipFill>
        <p:spPr>
          <a:xfrm>
            <a:off x="3154680" y="1280160"/>
            <a:ext cx="2788920" cy="1508404"/>
          </a:xfrm>
          <a:prstGeom prst="rect">
            <a:avLst/>
          </a:prstGeom>
        </p:spPr>
      </p:pic>
      <p:pic>
        <p:nvPicPr>
          <p:cNvPr id="10" name="図 9">
            <a:extLst>
              <a:ext uri="{FF2B5EF4-FFF2-40B4-BE49-F238E27FC236}">
                <a16:creationId xmlns:a16="http://schemas.microsoft.com/office/drawing/2014/main" id="{4F2AE4C6-DA10-7846-4480-AC5FF5694E5F}"/>
              </a:ext>
            </a:extLst>
          </p:cNvPr>
          <p:cNvPicPr>
            <a:picLocks noChangeAspect="1"/>
          </p:cNvPicPr>
          <p:nvPr/>
        </p:nvPicPr>
        <p:blipFill>
          <a:blip r:embed="rId12"/>
          <a:stretch>
            <a:fillRect/>
          </a:stretch>
        </p:blipFill>
        <p:spPr>
          <a:xfrm>
            <a:off x="768096" y="1298448"/>
            <a:ext cx="1645920" cy="1140697"/>
          </a:xfrm>
          <a:prstGeom prst="rect">
            <a:avLst/>
          </a:prstGeom>
        </p:spPr>
      </p:pic>
      <p:sp>
        <p:nvSpPr>
          <p:cNvPr id="18" name="正方形/長方形 17">
            <a:extLst>
              <a:ext uri="{FF2B5EF4-FFF2-40B4-BE49-F238E27FC236}">
                <a16:creationId xmlns:a16="http://schemas.microsoft.com/office/drawing/2014/main" id="{F21EF977-3057-A9CF-0B4D-D8CEC3CAC37E}"/>
              </a:ext>
            </a:extLst>
          </p:cNvPr>
          <p:cNvSpPr/>
          <p:nvPr/>
        </p:nvSpPr>
        <p:spPr bwMode="auto">
          <a:xfrm>
            <a:off x="621792" y="3025754"/>
            <a:ext cx="5468112" cy="3458567"/>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9" name="正方形/長方形 8">
            <a:extLst>
              <a:ext uri="{FF2B5EF4-FFF2-40B4-BE49-F238E27FC236}">
                <a16:creationId xmlns:a16="http://schemas.microsoft.com/office/drawing/2014/main" id="{ABB16B68-E98D-4A23-E8A4-80D3653D7A74}"/>
              </a:ext>
            </a:extLst>
          </p:cNvPr>
          <p:cNvSpPr/>
          <p:nvPr/>
        </p:nvSpPr>
        <p:spPr bwMode="auto">
          <a:xfrm>
            <a:off x="621792" y="1124712"/>
            <a:ext cx="1956816" cy="1415491"/>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27" name="テキスト プレースホルダー 26">
            <a:extLst>
              <a:ext uri="{FF2B5EF4-FFF2-40B4-BE49-F238E27FC236}">
                <a16:creationId xmlns:a16="http://schemas.microsoft.com/office/drawing/2014/main" id="{7139F537-3D0D-1E94-218B-40E18F490113}"/>
              </a:ext>
            </a:extLst>
          </p:cNvPr>
          <p:cNvSpPr>
            <a:spLocks noGrp="1"/>
          </p:cNvSpPr>
          <p:nvPr>
            <p:ph type="body" sz="quarter" idx="11"/>
          </p:nvPr>
        </p:nvSpPr>
        <p:spPr>
          <a:xfrm>
            <a:off x="623888" y="300199"/>
            <a:ext cx="10944112" cy="216000"/>
          </a:xfrm>
        </p:spPr>
        <p:txBody>
          <a:bodyPr/>
          <a:lstStyle/>
          <a:p>
            <a:r>
              <a:rPr lang="ja-JP" altLang="ja-JP"/>
              <a:t>SNS</a:t>
            </a:r>
            <a:r>
              <a:rPr lang="ja-JP" altLang="en-US"/>
              <a:t>分析の利用方法</a:t>
            </a:r>
          </a:p>
        </p:txBody>
      </p:sp>
      <p:sp>
        <p:nvSpPr>
          <p:cNvPr id="13" name="正方形/長方形 12">
            <a:extLst>
              <a:ext uri="{FF2B5EF4-FFF2-40B4-BE49-F238E27FC236}">
                <a16:creationId xmlns:a16="http://schemas.microsoft.com/office/drawing/2014/main" id="{A89CC184-07A7-FEE0-9237-AD189BAAAF2D}"/>
              </a:ext>
            </a:extLst>
          </p:cNvPr>
          <p:cNvSpPr/>
          <p:nvPr/>
        </p:nvSpPr>
        <p:spPr bwMode="auto">
          <a:xfrm>
            <a:off x="6352405" y="1023883"/>
            <a:ext cx="5215595" cy="5429305"/>
          </a:xfrm>
          <a:prstGeom prst="rect">
            <a:avLst/>
          </a:prstGeom>
          <a:solidFill>
            <a:srgbClr val="F0F2F6">
              <a:alpha val="80000"/>
            </a:srgbClr>
          </a:solidFill>
          <a:ln w="9525">
            <a:noFill/>
            <a:miter lim="800000"/>
            <a:headEnd/>
            <a:tailEnd/>
          </a:ln>
          <a:effectLst/>
        </p:spPr>
        <p:txBody>
          <a:bodyPr wrap="none" lIns="0" tIns="0" rIns="0" bIns="0" rtlCol="0" anchor="t" anchorCtr="0">
            <a:noAutofit/>
          </a:bodyPr>
          <a:lstStyle/>
          <a:p>
            <a:pPr marL="0">
              <a:lnSpc>
                <a:spcPct val="110000"/>
              </a:lnSpc>
              <a:spcAft>
                <a:spcPts val="300"/>
              </a:spcAft>
              <a:buClr>
                <a:schemeClr val="accent2"/>
              </a:buClr>
              <a:buSzPct val="80000"/>
              <a:buNone/>
            </a:pPr>
            <a:endParaRPr lang="ja-JP" altLang="ja-JP" sz="1400" b="1">
              <a:latin typeface="+mn-ea"/>
            </a:endParaRPr>
          </a:p>
        </p:txBody>
      </p:sp>
      <p:sp>
        <p:nvSpPr>
          <p:cNvPr id="55" name="四角形: 角を丸くする 54">
            <a:extLst>
              <a:ext uri="{FF2B5EF4-FFF2-40B4-BE49-F238E27FC236}">
                <a16:creationId xmlns:a16="http://schemas.microsoft.com/office/drawing/2014/main" id="{17C8717D-226D-D261-7F5B-E26C53193FE6}"/>
              </a:ext>
            </a:extLst>
          </p:cNvPr>
          <p:cNvSpPr/>
          <p:nvPr/>
        </p:nvSpPr>
        <p:spPr bwMode="auto">
          <a:xfrm>
            <a:off x="6665976" y="5248656"/>
            <a:ext cx="4663440" cy="777240"/>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ctr" anchorCtr="0">
            <a:noAutofit/>
          </a:bodyPr>
          <a:lstStyle/>
          <a:p>
            <a:pPr marR="0"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en-US" sz="1200" b="1" u="sng">
                <a:latin typeface="+mn-ea"/>
              </a:rPr>
              <a:t>★ 補足事項</a:t>
            </a:r>
            <a:endParaRPr kumimoji="1" lang="ja-JP" altLang="ja-JP" sz="1200" b="1" i="0" u="sng" strike="noStrike" kern="1200" cap="none" spc="0" normalizeH="0" baseline="0" noProof="0">
              <a:ln>
                <a:noFill/>
              </a:ln>
              <a:effectLst/>
              <a:uLnTx/>
              <a:uFillTx/>
              <a:latin typeface="+mn-ea"/>
              <a:ea typeface="+mn-ea"/>
              <a:cs typeface="+mn-cs"/>
            </a:endParaRPr>
          </a:p>
          <a:p>
            <a:pPr marR="0"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en-US" sz="1200">
                <a:latin typeface="+mn-ea"/>
              </a:rPr>
              <a:t>ポジティブ/ネガティブの判定はAIが自動で行うため、生の顧客の声がそのまま反映(フィルターなし)。ネガティブ件数は推定値として表示</a:t>
            </a:r>
            <a:br>
              <a:rPr lang="ja-JP" altLang="ja-JP" sz="1200">
                <a:latin typeface="+mn-ea"/>
              </a:rPr>
            </a:br>
            <a:endParaRPr lang="ja-JP" altLang="ja-JP" sz="1200">
              <a:latin typeface="+mn-ea"/>
            </a:endParaRPr>
          </a:p>
        </p:txBody>
      </p:sp>
      <p:sp>
        <p:nvSpPr>
          <p:cNvPr id="6" name="正方形/長方形 5">
            <a:extLst>
              <a:ext uri="{FF2B5EF4-FFF2-40B4-BE49-F238E27FC236}">
                <a16:creationId xmlns:a16="http://schemas.microsoft.com/office/drawing/2014/main" id="{CB5C055E-A56B-81BC-D53A-BB550F7BAD16}"/>
              </a:ext>
            </a:extLst>
          </p:cNvPr>
          <p:cNvSpPr/>
          <p:nvPr/>
        </p:nvSpPr>
        <p:spPr bwMode="auto">
          <a:xfrm>
            <a:off x="1631655" y="1297350"/>
            <a:ext cx="783457" cy="208483"/>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15" name="四角形: 角を丸くする 14">
            <a:extLst>
              <a:ext uri="{FF2B5EF4-FFF2-40B4-BE49-F238E27FC236}">
                <a16:creationId xmlns:a16="http://schemas.microsoft.com/office/drawing/2014/main" id="{FE8FD0A7-6E16-9451-587F-382DA5593A86}"/>
              </a:ext>
            </a:extLst>
          </p:cNvPr>
          <p:cNvSpPr/>
          <p:nvPr/>
        </p:nvSpPr>
        <p:spPr bwMode="auto">
          <a:xfrm>
            <a:off x="685800" y="2916026"/>
            <a:ext cx="1271016" cy="219456"/>
          </a:xfrm>
          <a:prstGeom prst="roundRect">
            <a:avLst/>
          </a:prstGeom>
          <a:solidFill>
            <a:schemeClr val="accent4">
              <a:lumMod val="20000"/>
              <a:lumOff val="8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a:latin typeface="+mn-ea"/>
              </a:rPr>
              <a:t>詳細画面</a:t>
            </a:r>
          </a:p>
        </p:txBody>
      </p:sp>
      <p:sp>
        <p:nvSpPr>
          <p:cNvPr id="28" name="正方形/長方形 27">
            <a:extLst>
              <a:ext uri="{FF2B5EF4-FFF2-40B4-BE49-F238E27FC236}">
                <a16:creationId xmlns:a16="http://schemas.microsoft.com/office/drawing/2014/main" id="{50079499-0237-AA64-B274-1B67AD3BB1C6}"/>
              </a:ext>
            </a:extLst>
          </p:cNvPr>
          <p:cNvSpPr/>
          <p:nvPr/>
        </p:nvSpPr>
        <p:spPr bwMode="auto">
          <a:xfrm>
            <a:off x="768096" y="3153770"/>
            <a:ext cx="5138928" cy="1330847"/>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36" name="正方形/長方形 35">
            <a:extLst>
              <a:ext uri="{FF2B5EF4-FFF2-40B4-BE49-F238E27FC236}">
                <a16:creationId xmlns:a16="http://schemas.microsoft.com/office/drawing/2014/main" id="{292264EB-5EDC-9316-021B-071871845F84}"/>
              </a:ext>
            </a:extLst>
          </p:cNvPr>
          <p:cNvSpPr/>
          <p:nvPr/>
        </p:nvSpPr>
        <p:spPr bwMode="auto">
          <a:xfrm>
            <a:off x="768096" y="4539481"/>
            <a:ext cx="5138928" cy="1678493"/>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4" name="四角形: 角を丸くする 3">
            <a:extLst>
              <a:ext uri="{FF2B5EF4-FFF2-40B4-BE49-F238E27FC236}">
                <a16:creationId xmlns:a16="http://schemas.microsoft.com/office/drawing/2014/main" id="{EEB59C21-4DB0-DDB9-B353-9DBE2EBE9BF4}"/>
              </a:ext>
            </a:extLst>
          </p:cNvPr>
          <p:cNvSpPr/>
          <p:nvPr/>
        </p:nvSpPr>
        <p:spPr bwMode="auto">
          <a:xfrm>
            <a:off x="700558" y="1016000"/>
            <a:ext cx="1273780" cy="221421"/>
          </a:xfrm>
          <a:prstGeom prst="roundRect">
            <a:avLst/>
          </a:prstGeom>
          <a:solidFill>
            <a:schemeClr val="accent2">
              <a:lumMod val="40000"/>
              <a:lumOff val="6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a:latin typeface="+mn-ea"/>
              </a:rPr>
              <a:t>ホーム画面</a:t>
            </a:r>
          </a:p>
        </p:txBody>
      </p:sp>
      <p:sp>
        <p:nvSpPr>
          <p:cNvPr id="17" name="正方形/長方形 16">
            <a:extLst>
              <a:ext uri="{FF2B5EF4-FFF2-40B4-BE49-F238E27FC236}">
                <a16:creationId xmlns:a16="http://schemas.microsoft.com/office/drawing/2014/main" id="{07770F2B-27AA-5E66-F5FB-3ECE3A7B5016}"/>
              </a:ext>
            </a:extLst>
          </p:cNvPr>
          <p:cNvSpPr/>
          <p:nvPr/>
        </p:nvSpPr>
        <p:spPr bwMode="auto">
          <a:xfrm>
            <a:off x="6348002" y="1009488"/>
            <a:ext cx="2076281" cy="231541"/>
          </a:xfrm>
          <a:prstGeom prst="rect">
            <a:avLst/>
          </a:prstGeom>
          <a:solidFill>
            <a:schemeClr val="accent2">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a:ln>
                  <a:noFill/>
                </a:ln>
                <a:solidFill>
                  <a:schemeClr val="bg1"/>
                </a:solidFill>
                <a:effectLst/>
                <a:uLnTx/>
                <a:uFillTx/>
                <a:latin typeface="+mn-ea"/>
                <a:ea typeface="+mn-ea"/>
                <a:cs typeface="+mn-cs"/>
              </a:rPr>
              <a:t>操作手順</a:t>
            </a:r>
          </a:p>
        </p:txBody>
      </p:sp>
      <p:sp>
        <p:nvSpPr>
          <p:cNvPr id="7" name="正方形/長方形 6">
            <a:extLst>
              <a:ext uri="{FF2B5EF4-FFF2-40B4-BE49-F238E27FC236}">
                <a16:creationId xmlns:a16="http://schemas.microsoft.com/office/drawing/2014/main" id="{13D6FB86-A39A-F970-C8AD-3A3E9F849D18}"/>
              </a:ext>
            </a:extLst>
          </p:cNvPr>
          <p:cNvSpPr/>
          <p:nvPr/>
        </p:nvSpPr>
        <p:spPr bwMode="auto">
          <a:xfrm>
            <a:off x="3035808" y="1143000"/>
            <a:ext cx="3035808" cy="1727306"/>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8" name="四角形: 角を丸くする 7">
            <a:extLst>
              <a:ext uri="{FF2B5EF4-FFF2-40B4-BE49-F238E27FC236}">
                <a16:creationId xmlns:a16="http://schemas.microsoft.com/office/drawing/2014/main" id="{CE97915F-AD7C-1EB0-4434-B363027667A6}"/>
              </a:ext>
            </a:extLst>
          </p:cNvPr>
          <p:cNvSpPr/>
          <p:nvPr/>
        </p:nvSpPr>
        <p:spPr bwMode="auto">
          <a:xfrm>
            <a:off x="3200400" y="1033271"/>
            <a:ext cx="1271016" cy="219456"/>
          </a:xfrm>
          <a:prstGeom prst="roundRect">
            <a:avLst/>
          </a:prstGeom>
          <a:solidFill>
            <a:schemeClr val="accent4">
              <a:lumMod val="20000"/>
              <a:lumOff val="8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a:latin typeface="+mn-ea"/>
              </a:rPr>
              <a:t>詳細画面</a:t>
            </a:r>
          </a:p>
        </p:txBody>
      </p:sp>
      <p:sp>
        <p:nvSpPr>
          <p:cNvPr id="41" name="四角形: 角を丸くする 40">
            <a:extLst>
              <a:ext uri="{FF2B5EF4-FFF2-40B4-BE49-F238E27FC236}">
                <a16:creationId xmlns:a16="http://schemas.microsoft.com/office/drawing/2014/main" id="{A8E05C54-D31D-12F0-328B-AD63B6E0EF23}"/>
              </a:ext>
            </a:extLst>
          </p:cNvPr>
          <p:cNvSpPr/>
          <p:nvPr/>
        </p:nvSpPr>
        <p:spPr bwMode="auto">
          <a:xfrm>
            <a:off x="3193106" y="4727440"/>
            <a:ext cx="616065" cy="167091"/>
          </a:xfrm>
          <a:prstGeom prst="roundRect">
            <a:avLst/>
          </a:prstGeom>
          <a:noFill/>
          <a:ln w="1905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46" name="四角形: 角を丸くする 45">
            <a:extLst>
              <a:ext uri="{FF2B5EF4-FFF2-40B4-BE49-F238E27FC236}">
                <a16:creationId xmlns:a16="http://schemas.microsoft.com/office/drawing/2014/main" id="{25EF264B-4B98-829B-46AB-BAFB66DA760B}"/>
              </a:ext>
            </a:extLst>
          </p:cNvPr>
          <p:cNvSpPr/>
          <p:nvPr/>
        </p:nvSpPr>
        <p:spPr bwMode="auto">
          <a:xfrm>
            <a:off x="4069080" y="4896097"/>
            <a:ext cx="1737360" cy="868680"/>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ctr" anchorCtr="0">
            <a:noAutofit/>
          </a:bodyPr>
          <a:lstStyle/>
          <a:p>
            <a:pPr marR="0"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en-US" sz="1200" b="1" u="sng">
                <a:latin typeface="+mn-ea"/>
              </a:rPr>
              <a:t>★</a:t>
            </a:r>
            <a:r>
              <a:rPr lang="ja-JP" altLang="ja-JP" sz="1200" b="1" u="sng">
                <a:latin typeface="+mn-ea"/>
              </a:rPr>
              <a:t>Tips</a:t>
            </a:r>
            <a:r>
              <a:rPr lang="ja-JP" altLang="en-US" sz="1200" b="1" u="sng">
                <a:latin typeface="+mn-ea"/>
              </a:rPr>
              <a:t> </a:t>
            </a:r>
            <a:br>
              <a:rPr lang="ja-JP" altLang="ja-JP" sz="1200" b="1" u="sng">
                <a:latin typeface="+mn-ea"/>
              </a:rPr>
            </a:br>
            <a:r>
              <a:rPr lang="ja-JP" altLang="en-US" sz="1200">
                <a:latin typeface="+mn-ea"/>
              </a:rPr>
              <a:t>投稿の収集法や判定手順は「この数字の作り方」から確認可能</a:t>
            </a:r>
            <a:endParaRPr kumimoji="1" lang="ja-JP" altLang="ja-JP" sz="1200" i="0" strike="noStrike" kern="1200" cap="none" spc="0" normalizeH="0" baseline="0" noProof="0">
              <a:ln>
                <a:noFill/>
              </a:ln>
              <a:effectLst/>
              <a:uLnTx/>
              <a:uFillTx/>
              <a:latin typeface="+mn-ea"/>
              <a:ea typeface="+mn-ea"/>
              <a:cs typeface="+mn-cs"/>
            </a:endParaRPr>
          </a:p>
        </p:txBody>
      </p:sp>
      <p:pic>
        <p:nvPicPr>
          <p:cNvPr id="31" name="図 30">
            <a:extLst>
              <a:ext uri="{FF2B5EF4-FFF2-40B4-BE49-F238E27FC236}">
                <a16:creationId xmlns:a16="http://schemas.microsoft.com/office/drawing/2014/main" id="{0CABFB35-1D62-D5C1-EACE-92CF7873F4AA}"/>
              </a:ext>
            </a:extLst>
          </p:cNvPr>
          <p:cNvPicPr>
            <a:picLocks noChangeAspect="1"/>
          </p:cNvPicPr>
          <p:nvPr/>
        </p:nvPicPr>
        <p:blipFill>
          <a:blip r:embed="rId16"/>
          <a:stretch>
            <a:fillRect/>
          </a:stretch>
        </p:blipFill>
        <p:spPr>
          <a:xfrm>
            <a:off x="822960" y="6254551"/>
            <a:ext cx="3017520" cy="157333"/>
          </a:xfrm>
          <a:prstGeom prst="rect">
            <a:avLst/>
          </a:prstGeom>
        </p:spPr>
      </p:pic>
      <p:sp>
        <p:nvSpPr>
          <p:cNvPr id="47" name="四角形: 角を丸くする 46">
            <a:extLst>
              <a:ext uri="{FF2B5EF4-FFF2-40B4-BE49-F238E27FC236}">
                <a16:creationId xmlns:a16="http://schemas.microsoft.com/office/drawing/2014/main" id="{28CD75EA-8399-1D35-DBE0-3657DDA5C43A}"/>
              </a:ext>
            </a:extLst>
          </p:cNvPr>
          <p:cNvSpPr/>
          <p:nvPr/>
        </p:nvSpPr>
        <p:spPr bwMode="auto">
          <a:xfrm>
            <a:off x="863411" y="6261069"/>
            <a:ext cx="2936616" cy="143582"/>
          </a:xfrm>
          <a:prstGeom prst="roundRect">
            <a:avLst/>
          </a:prstGeom>
          <a:noFill/>
          <a:ln w="1905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pic>
        <p:nvPicPr>
          <p:cNvPr id="26" name="図 25">
            <a:extLst>
              <a:ext uri="{FF2B5EF4-FFF2-40B4-BE49-F238E27FC236}">
                <a16:creationId xmlns:a16="http://schemas.microsoft.com/office/drawing/2014/main" id="{DD48C8BF-2ED5-C5C6-1524-65C0AAF055F9}"/>
              </a:ext>
            </a:extLst>
          </p:cNvPr>
          <p:cNvPicPr>
            <a:picLocks noChangeAspect="1"/>
          </p:cNvPicPr>
          <p:nvPr/>
        </p:nvPicPr>
        <p:blipFill>
          <a:blip r:embed="rId14"/>
          <a:stretch>
            <a:fillRect/>
          </a:stretch>
        </p:blipFill>
        <p:spPr>
          <a:xfrm>
            <a:off x="822960" y="3190346"/>
            <a:ext cx="4846320" cy="1259666"/>
          </a:xfrm>
          <a:prstGeom prst="rect">
            <a:avLst/>
          </a:prstGeom>
        </p:spPr>
      </p:pic>
      <p:sp>
        <p:nvSpPr>
          <p:cNvPr id="5" name="四角形: 角を丸くする 4">
            <a:extLst>
              <a:ext uri="{FF2B5EF4-FFF2-40B4-BE49-F238E27FC236}">
                <a16:creationId xmlns:a16="http://schemas.microsoft.com/office/drawing/2014/main" id="{A5ADB859-FF49-7DBF-22B4-620CE077707C}"/>
              </a:ext>
            </a:extLst>
          </p:cNvPr>
          <p:cNvSpPr/>
          <p:nvPr/>
        </p:nvSpPr>
        <p:spPr bwMode="auto">
          <a:xfrm>
            <a:off x="6373368" y="1316736"/>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2-1</a:t>
            </a:r>
            <a:endParaRPr lang="ja-JP" altLang="en-US" sz="1100" b="1">
              <a:solidFill>
                <a:schemeClr val="bg1"/>
              </a:solidFill>
              <a:latin typeface="+mn-ea"/>
            </a:endParaRPr>
          </a:p>
        </p:txBody>
      </p:sp>
      <p:sp>
        <p:nvSpPr>
          <p:cNvPr id="19" name="四角形: 角を丸くする 18">
            <a:extLst>
              <a:ext uri="{FF2B5EF4-FFF2-40B4-BE49-F238E27FC236}">
                <a16:creationId xmlns:a16="http://schemas.microsoft.com/office/drawing/2014/main" id="{55C6B3BE-6045-AE71-172E-DC9A48C0A14C}"/>
              </a:ext>
            </a:extLst>
          </p:cNvPr>
          <p:cNvSpPr/>
          <p:nvPr/>
        </p:nvSpPr>
        <p:spPr bwMode="auto">
          <a:xfrm>
            <a:off x="6373368" y="1842515"/>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2-2</a:t>
            </a:r>
          </a:p>
        </p:txBody>
      </p:sp>
      <p:sp>
        <p:nvSpPr>
          <p:cNvPr id="37" name="四角形: 角を丸くする 36">
            <a:extLst>
              <a:ext uri="{FF2B5EF4-FFF2-40B4-BE49-F238E27FC236}">
                <a16:creationId xmlns:a16="http://schemas.microsoft.com/office/drawing/2014/main" id="{DE4657F0-D835-0274-1EEB-328F11E0A631}"/>
              </a:ext>
            </a:extLst>
          </p:cNvPr>
          <p:cNvSpPr/>
          <p:nvPr/>
        </p:nvSpPr>
        <p:spPr bwMode="auto">
          <a:xfrm>
            <a:off x="6373368" y="2916936"/>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2-3</a:t>
            </a:r>
            <a:endParaRPr lang="ja-JP" altLang="en-US" sz="1100" b="1">
              <a:solidFill>
                <a:schemeClr val="bg1"/>
              </a:solidFill>
              <a:latin typeface="+mn-ea"/>
            </a:endParaRPr>
          </a:p>
        </p:txBody>
      </p:sp>
      <p:sp>
        <p:nvSpPr>
          <p:cNvPr id="42" name="四角形: 角を丸くする 41">
            <a:extLst>
              <a:ext uri="{FF2B5EF4-FFF2-40B4-BE49-F238E27FC236}">
                <a16:creationId xmlns:a16="http://schemas.microsoft.com/office/drawing/2014/main" id="{862D1002-1C46-DBD3-1C5F-DA704A073BA9}"/>
              </a:ext>
            </a:extLst>
          </p:cNvPr>
          <p:cNvSpPr/>
          <p:nvPr/>
        </p:nvSpPr>
        <p:spPr bwMode="auto">
          <a:xfrm>
            <a:off x="6373368" y="3991355"/>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2-4</a:t>
            </a:r>
            <a:endParaRPr lang="ja-JP" altLang="en-US" sz="1100" b="1">
              <a:solidFill>
                <a:schemeClr val="bg1"/>
              </a:solidFill>
              <a:latin typeface="+mn-ea"/>
            </a:endParaRPr>
          </a:p>
        </p:txBody>
      </p:sp>
      <p:sp>
        <p:nvSpPr>
          <p:cNvPr id="43" name="四角形: 角を丸くする 42">
            <a:extLst>
              <a:ext uri="{FF2B5EF4-FFF2-40B4-BE49-F238E27FC236}">
                <a16:creationId xmlns:a16="http://schemas.microsoft.com/office/drawing/2014/main" id="{49F12CB8-F0A1-7042-3E77-96AF8CB2C320}"/>
              </a:ext>
            </a:extLst>
          </p:cNvPr>
          <p:cNvSpPr/>
          <p:nvPr/>
        </p:nvSpPr>
        <p:spPr bwMode="auto">
          <a:xfrm>
            <a:off x="2194560" y="1014984"/>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2-1</a:t>
            </a:r>
            <a:endParaRPr lang="ja-JP" altLang="en-US" sz="1100" b="1">
              <a:solidFill>
                <a:schemeClr val="bg1"/>
              </a:solidFill>
              <a:latin typeface="+mn-ea"/>
            </a:endParaRPr>
          </a:p>
        </p:txBody>
      </p:sp>
      <p:sp>
        <p:nvSpPr>
          <p:cNvPr id="44" name="四角形: 角を丸くする 43">
            <a:extLst>
              <a:ext uri="{FF2B5EF4-FFF2-40B4-BE49-F238E27FC236}">
                <a16:creationId xmlns:a16="http://schemas.microsoft.com/office/drawing/2014/main" id="{15921404-CB70-8129-F528-D480B43DA70A}"/>
              </a:ext>
            </a:extLst>
          </p:cNvPr>
          <p:cNvSpPr/>
          <p:nvPr/>
        </p:nvSpPr>
        <p:spPr bwMode="auto">
          <a:xfrm>
            <a:off x="5687568" y="1014984"/>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2-2</a:t>
            </a:r>
          </a:p>
        </p:txBody>
      </p:sp>
      <p:sp>
        <p:nvSpPr>
          <p:cNvPr id="45" name="四角形: 角を丸くする 44">
            <a:extLst>
              <a:ext uri="{FF2B5EF4-FFF2-40B4-BE49-F238E27FC236}">
                <a16:creationId xmlns:a16="http://schemas.microsoft.com/office/drawing/2014/main" id="{EF54C3CC-849B-E6AD-5D86-FAFADBC5EB2F}"/>
              </a:ext>
            </a:extLst>
          </p:cNvPr>
          <p:cNvSpPr/>
          <p:nvPr/>
        </p:nvSpPr>
        <p:spPr bwMode="auto">
          <a:xfrm>
            <a:off x="5687568" y="3153770"/>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2-3</a:t>
            </a:r>
            <a:endParaRPr lang="ja-JP" altLang="en-US" sz="1100" b="1">
              <a:solidFill>
                <a:schemeClr val="bg1"/>
              </a:solidFill>
              <a:latin typeface="+mn-ea"/>
            </a:endParaRPr>
          </a:p>
        </p:txBody>
      </p:sp>
      <p:sp>
        <p:nvSpPr>
          <p:cNvPr id="48" name="四角形: 角を丸くする 47">
            <a:extLst>
              <a:ext uri="{FF2B5EF4-FFF2-40B4-BE49-F238E27FC236}">
                <a16:creationId xmlns:a16="http://schemas.microsoft.com/office/drawing/2014/main" id="{D29FB20E-FC4B-07B3-2993-957916568FF9}"/>
              </a:ext>
            </a:extLst>
          </p:cNvPr>
          <p:cNvSpPr/>
          <p:nvPr/>
        </p:nvSpPr>
        <p:spPr bwMode="auto">
          <a:xfrm>
            <a:off x="5687568" y="4539481"/>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2-4</a:t>
            </a:r>
            <a:endParaRPr lang="ja-JP" altLang="en-US" sz="1100" b="1">
              <a:solidFill>
                <a:schemeClr val="bg1"/>
              </a:solidFill>
              <a:latin typeface="+mn-ea"/>
            </a:endParaRPr>
          </a:p>
        </p:txBody>
      </p:sp>
      <p:sp>
        <p:nvSpPr>
          <p:cNvPr id="56" name="正方形/長方形 12 c56">
            <a:extLst>
              <a:ext uri="{FF2B5EF4-FFF2-40B4-BE49-F238E27FC236}">
                <a16:creationId xmlns:a16="http://schemas.microsoft.com/office/drawing/2014/main" id="{A89CC184-07A7-FEE0-9237-AD189BAAAF2D}"/>
              </a:ext>
            </a:extLst>
          </p:cNvPr>
          <p:cNvSpPr/>
          <p:nvPr/>
        </p:nvSpPr>
        <p:spPr bwMode="auto">
          <a:xfrm>
            <a:off x="6352405" y="1298448"/>
            <a:ext cx="5215595" cy="25146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ホーム画面右上の「SNS分析の詳細へ」をクリック</a:t>
            </a:r>
            <a:endParaRPr lang="ja-JP" altLang="ja-JP" sz="1200" b="1">
              <a:latin typeface="+mn-ea"/>
            </a:endParaRPr>
          </a:p>
        </p:txBody>
      </p:sp>
      <p:sp>
        <p:nvSpPr>
          <p:cNvPr id="57" name="正方形/長方形 12 c56 c57">
            <a:extLst>
              <a:ext uri="{FF2B5EF4-FFF2-40B4-BE49-F238E27FC236}">
                <a16:creationId xmlns:a16="http://schemas.microsoft.com/office/drawing/2014/main" id="{A89CC184-07A7-FEE0-9237-AD189BAAAF2D}"/>
              </a:ext>
            </a:extLst>
          </p:cNvPr>
          <p:cNvSpPr/>
          <p:nvPr/>
        </p:nvSpPr>
        <p:spPr bwMode="auto">
          <a:xfrm>
            <a:off x="6352405" y="1824228"/>
            <a:ext cx="5215595" cy="80010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HHHD全体の投稿数の推移確認</a:t>
            </a:r>
            <a:br>
              <a:rPr lang="ja-JP" altLang="ja-JP" sz="1200" b="1">
                <a:latin typeface="+mn-ea"/>
              </a:rPr>
            </a:br>
            <a:r>
              <a:rPr lang="ja-JP" altLang="en-US" sz="1200" b="1">
                <a:latin typeface="+mn-ea"/>
              </a:rPr>
              <a:t>投稿数(線)・ネガティブ投稿数(棒)の15日分を確認</a:t>
            </a:r>
            <a:br>
              <a:rPr lang="ja-JP" altLang="ja-JP" sz="1200" b="1">
                <a:latin typeface="+mn-ea"/>
              </a:rPr>
            </a:br>
            <a:r>
              <a:rPr lang="ja-JP" altLang="en-US" sz="1200" b="1">
                <a:latin typeface="+mn-ea"/>
              </a:rPr>
              <a:t>「◀前の15日」で最大60日前まで遡れ、棒や点を</a:t>
            </a:r>
            <a:br>
              <a:rPr lang="ja-JP" altLang="ja-JP" sz="1200" b="1">
                <a:latin typeface="+mn-ea"/>
              </a:rPr>
            </a:br>
            <a:r>
              <a:rPr lang="ja-JP" altLang="en-US" sz="1200" b="1">
                <a:latin typeface="+mn-ea"/>
              </a:rPr>
              <a:t>押すとその日を基準日に②③が切り替わる</a:t>
            </a:r>
            <a:endParaRPr lang="ja-JP" altLang="ja-JP" sz="1200" b="1">
              <a:latin typeface="+mn-ea"/>
            </a:endParaRPr>
          </a:p>
        </p:txBody>
      </p:sp>
      <p:sp>
        <p:nvSpPr>
          <p:cNvPr id="58" name="正方形/長方形 12 c56 c58">
            <a:extLst>
              <a:ext uri="{FF2B5EF4-FFF2-40B4-BE49-F238E27FC236}">
                <a16:creationId xmlns:a16="http://schemas.microsoft.com/office/drawing/2014/main" id="{A89CC184-07A7-FEE0-9237-AD189BAAAF2D}"/>
              </a:ext>
            </a:extLst>
          </p:cNvPr>
          <p:cNvSpPr/>
          <p:nvPr/>
        </p:nvSpPr>
        <p:spPr bwMode="auto">
          <a:xfrm>
            <a:off x="6352405" y="2898648"/>
            <a:ext cx="5215595" cy="80010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盛り上がりと火種の確認</a:t>
            </a:r>
            <a:br>
              <a:rPr lang="ja-JP" altLang="ja-JP" sz="1200" b="1">
                <a:latin typeface="+mn-ea"/>
              </a:rPr>
            </a:br>
            <a:r>
              <a:rPr lang="ja-JP" altLang="en-US" sz="1200" b="1">
                <a:latin typeface="+mn-ea"/>
              </a:rPr>
              <a:t>「盛り上がり」(投稿数が増えた事業)と</a:t>
            </a:r>
            <a:br>
              <a:rPr lang="ja-JP" altLang="ja-JP" sz="1200" b="1">
                <a:latin typeface="+mn-ea"/>
              </a:rPr>
            </a:br>
            <a:r>
              <a:rPr lang="ja-JP" altLang="en-US" sz="1200" b="1">
                <a:latin typeface="+mn-ea"/>
              </a:rPr>
              <a:t>「火種」(ネガティブ投稿が増えた事業)を</a:t>
            </a:r>
            <a:br>
              <a:rPr lang="ja-JP" altLang="ja-JP" sz="1200" b="1">
                <a:latin typeface="+mn-ea"/>
              </a:rPr>
            </a:br>
            <a:r>
              <a:rPr lang="ja-JP" altLang="en-US" sz="1200" b="1">
                <a:latin typeface="+mn-ea"/>
              </a:rPr>
              <a:t>上位5事業ずつ表示し、直近のトレンドを把握</a:t>
            </a:r>
            <a:endParaRPr lang="ja-JP" altLang="ja-JP" sz="1200" b="1">
              <a:latin typeface="+mn-ea"/>
            </a:endParaRPr>
          </a:p>
        </p:txBody>
      </p:sp>
      <p:sp>
        <p:nvSpPr>
          <p:cNvPr id="59" name="正方形/長方形 12 c56 c59">
            <a:extLst>
              <a:ext uri="{FF2B5EF4-FFF2-40B4-BE49-F238E27FC236}">
                <a16:creationId xmlns:a16="http://schemas.microsoft.com/office/drawing/2014/main" id="{A89CC184-07A7-FEE0-9237-AD189BAAAF2D}"/>
              </a:ext>
            </a:extLst>
          </p:cNvPr>
          <p:cNvSpPr/>
          <p:nvPr/>
        </p:nvSpPr>
        <p:spPr bwMode="auto">
          <a:xfrm>
            <a:off x="6352405" y="3973068"/>
            <a:ext cx="5215595" cy="98298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推移と投稿例の確認</a:t>
            </a:r>
            <a:br>
              <a:rPr lang="ja-JP" altLang="ja-JP" sz="1200" b="1">
                <a:latin typeface="+mn-ea"/>
              </a:rPr>
            </a:br>
            <a:r>
              <a:rPr lang="ja-JP" altLang="en-US" sz="1200" b="1">
                <a:latin typeface="+mn-ea"/>
              </a:rPr>
              <a:t>「表示する話題」のプルダウンで事業を選択</a:t>
            </a:r>
            <a:br>
              <a:rPr lang="ja-JP" altLang="ja-JP" sz="1200" b="1">
                <a:latin typeface="+mn-ea"/>
              </a:rPr>
            </a:br>
            <a:r>
              <a:rPr lang="ja-JP" altLang="en-US" sz="1200" b="1">
                <a:latin typeface="+mn-ea"/>
              </a:rPr>
              <a:t>(例：阪神タイガース、宝塚歌劇 等)</a:t>
            </a:r>
            <a:br>
              <a:rPr lang="ja-JP" altLang="ja-JP" sz="1200" b="1">
                <a:latin typeface="+mn-ea"/>
              </a:rPr>
            </a:br>
            <a:r>
              <a:rPr lang="ja-JP" altLang="en-US" sz="1200" b="1">
                <a:latin typeface="+mn-ea"/>
              </a:rPr>
              <a:t>投稿数の推移と投稿例を確認し顧客動向を把握</a:t>
            </a:r>
            <a:br>
              <a:rPr lang="ja-JP" altLang="ja-JP" sz="1200" b="1">
                <a:latin typeface="+mn-ea"/>
              </a:rPr>
            </a:br>
            <a:r>
              <a:rPr lang="ja-JP" altLang="en-US" sz="1200" b="1">
                <a:latin typeface="+mn-ea"/>
              </a:rPr>
              <a:t>投稿例は</a:t>
            </a:r>
            <a:r>
              <a:rPr lang="ja-JP" altLang="en-US" sz="1200" b="1">
                <a:solidFill>
                  <a:srgbClr val="2E7D32"/>
                </a:solidFill>
                <a:latin typeface="+mn-ea"/>
              </a:rPr>
              <a:t>ポジティブ</a:t>
            </a:r>
            <a:r>
              <a:rPr lang="ja-JP" altLang="en-US" sz="1200" b="1">
                <a:latin typeface="+mn-ea"/>
              </a:rPr>
              <a:t>/</a:t>
            </a:r>
            <a:r>
              <a:rPr lang="ja-JP" altLang="en-US" sz="1200" b="1">
                <a:solidFill>
                  <a:srgbClr val="C00000"/>
                </a:solidFill>
                <a:latin typeface="+mn-ea"/>
              </a:rPr>
              <a:t>ネガティブ</a:t>
            </a:r>
            <a:r>
              <a:rPr lang="ja-JP" altLang="en-US" sz="1200" b="1">
                <a:latin typeface="+mn-ea"/>
              </a:rPr>
              <a:t>で切り替え可能</a:t>
            </a:r>
            <a:endParaRPr lang="ja-JP" altLang="ja-JP" sz="1200" b="1">
              <a:latin typeface="+mn-ea"/>
            </a:endParaRPr>
          </a:p>
        </p:txBody>
      </p:sp>
    </p:spTree>
    <p:extLst>
      <p:ext uri="{BB962C8B-B14F-4D97-AF65-F5344CB8AC3E}">
        <p14:creationId xmlns:p14="http://schemas.microsoft.com/office/powerpoint/2010/main" val="955569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7D433-640D-15A6-ECEC-09C16DF54461}"/>
            </a:ext>
          </a:extLst>
        </p:cNvPr>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A9956389-DEAA-1D6A-AB88-32B85A8B7EF6}"/>
              </a:ext>
            </a:extLst>
          </p:cNvPr>
          <p:cNvGraphicFramePr>
            <a:graphicFrameLocks/>
          </p:cNvGraphicFramePr>
          <p:nvPr>
            <p:custDataLst>
              <p:tags r:id="rId1"/>
            </p:custDataLst>
            <p:extLst>
              <p:ext uri="{D42A27DB-BD31-4B8C-83A1-F6EECF244321}">
                <p14:modId xmlns:p14="http://schemas.microsoft.com/office/powerpoint/2010/main" val="1589460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42" progId="TCLayout.ActiveDocument.1">
                  <p:embed/>
                </p:oleObj>
              </mc:Choice>
              <mc:Fallback>
                <p:oleObj name="thinkcellスライド" r:id="rId4" imgW="639" imgH="642" progId="TCLayout.ActiveDocument.1">
                  <p:embed/>
                  <p:pic>
                    <p:nvPicPr>
                      <p:cNvPr id="54" name="think-cell data - do not delete" hidden="1">
                        <a:extLst>
                          <a:ext uri="{FF2B5EF4-FFF2-40B4-BE49-F238E27FC236}">
                            <a16:creationId xmlns:a16="http://schemas.microsoft.com/office/drawing/2014/main" id="{A9956389-DEAA-1D6A-AB88-32B85A8B7E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2" name="図 11">
            <a:extLst>
              <a:ext uri="{FF2B5EF4-FFF2-40B4-BE49-F238E27FC236}">
                <a16:creationId xmlns:a16="http://schemas.microsoft.com/office/drawing/2014/main" id="{BFD622A7-E82B-554F-8A17-AAE87EB2C281}"/>
              </a:ext>
            </a:extLst>
          </p:cNvPr>
          <p:cNvPicPr>
            <a:picLocks noChangeAspect="1"/>
          </p:cNvPicPr>
          <p:nvPr/>
        </p:nvPicPr>
        <p:blipFill>
          <a:blip r:embed="rId12"/>
          <a:stretch>
            <a:fillRect/>
          </a:stretch>
        </p:blipFill>
        <p:spPr>
          <a:xfrm>
            <a:off x="2377440" y="5517776"/>
            <a:ext cx="3611880" cy="748670"/>
          </a:xfrm>
          <a:prstGeom prst="rect">
            <a:avLst/>
          </a:prstGeom>
        </p:spPr>
      </p:pic>
      <p:pic>
        <p:nvPicPr>
          <p:cNvPr id="9" name="図 8">
            <a:extLst>
              <a:ext uri="{FF2B5EF4-FFF2-40B4-BE49-F238E27FC236}">
                <a16:creationId xmlns:a16="http://schemas.microsoft.com/office/drawing/2014/main" id="{E02FC13B-FC0E-1988-49A4-2331FEC16A79}"/>
              </a:ext>
            </a:extLst>
          </p:cNvPr>
          <p:cNvPicPr>
            <a:picLocks noChangeAspect="1"/>
          </p:cNvPicPr>
          <p:nvPr/>
        </p:nvPicPr>
        <p:blipFill>
          <a:blip r:embed="rId10"/>
          <a:stretch>
            <a:fillRect/>
          </a:stretch>
        </p:blipFill>
        <p:spPr>
          <a:xfrm>
            <a:off x="786384" y="1325880"/>
            <a:ext cx="5175504" cy="1155929"/>
          </a:xfrm>
          <a:prstGeom prst="rect">
            <a:avLst/>
          </a:prstGeom>
        </p:spPr>
      </p:pic>
      <p:sp>
        <p:nvSpPr>
          <p:cNvPr id="7" name="正方形/長方形 6">
            <a:extLst>
              <a:ext uri="{FF2B5EF4-FFF2-40B4-BE49-F238E27FC236}">
                <a16:creationId xmlns:a16="http://schemas.microsoft.com/office/drawing/2014/main" id="{4FC7BB59-365B-D701-638D-5068C274E5D5}"/>
              </a:ext>
            </a:extLst>
          </p:cNvPr>
          <p:cNvSpPr/>
          <p:nvPr/>
        </p:nvSpPr>
        <p:spPr bwMode="auto">
          <a:xfrm>
            <a:off x="621792" y="1124712"/>
            <a:ext cx="5468112" cy="1484270"/>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27" name="テキスト プレースホルダー 26">
            <a:extLst>
              <a:ext uri="{FF2B5EF4-FFF2-40B4-BE49-F238E27FC236}">
                <a16:creationId xmlns:a16="http://schemas.microsoft.com/office/drawing/2014/main" id="{162FC5A9-D362-E990-370A-885DA2D25492}"/>
              </a:ext>
            </a:extLst>
          </p:cNvPr>
          <p:cNvSpPr>
            <a:spLocks noGrp="1"/>
          </p:cNvSpPr>
          <p:nvPr>
            <p:ph type="body" sz="quarter" idx="11"/>
          </p:nvPr>
        </p:nvSpPr>
        <p:spPr>
          <a:xfrm>
            <a:off x="623888" y="300199"/>
            <a:ext cx="10944112" cy="216000"/>
          </a:xfrm>
        </p:spPr>
        <p:txBody>
          <a:bodyPr/>
          <a:lstStyle/>
          <a:p>
            <a:r>
              <a:rPr lang="ja-JP" altLang="en-US"/>
              <a:t>ＡＩとの壁打ちの利用方法</a:t>
            </a:r>
          </a:p>
        </p:txBody>
      </p:sp>
      <p:sp>
        <p:nvSpPr>
          <p:cNvPr id="13" name="正方形/長方形 12">
            <a:extLst>
              <a:ext uri="{FF2B5EF4-FFF2-40B4-BE49-F238E27FC236}">
                <a16:creationId xmlns:a16="http://schemas.microsoft.com/office/drawing/2014/main" id="{15975B33-B0F0-78EF-112F-AA553752D535}"/>
              </a:ext>
            </a:extLst>
          </p:cNvPr>
          <p:cNvSpPr/>
          <p:nvPr/>
        </p:nvSpPr>
        <p:spPr bwMode="auto">
          <a:xfrm>
            <a:off x="6352405" y="1016000"/>
            <a:ext cx="5215708" cy="5437188"/>
          </a:xfrm>
          <a:prstGeom prst="rect">
            <a:avLst/>
          </a:prstGeom>
          <a:solidFill>
            <a:srgbClr val="F0F2F6">
              <a:alpha val="80000"/>
            </a:srgbClr>
          </a:solidFill>
          <a:ln w="9525">
            <a:noFill/>
            <a:miter lim="800000"/>
            <a:headEnd/>
            <a:tailEnd/>
          </a:ln>
          <a:effectLst/>
        </p:spPr>
        <p:txBody>
          <a:bodyPr wrap="none" lIns="0" tIns="0" rIns="0" bIns="0" rtlCol="0" anchor="t" anchorCtr="0">
            <a:noAutofit/>
          </a:bodyPr>
          <a:lstStyle/>
          <a:p>
            <a:pPr marL="0">
              <a:lnSpc>
                <a:spcPct val="110000"/>
              </a:lnSpc>
              <a:spcAft>
                <a:spcPts val="300"/>
              </a:spcAft>
              <a:buClr>
                <a:schemeClr val="accent2"/>
              </a:buClr>
              <a:buSzPct val="80000"/>
              <a:buNone/>
            </a:pPr>
            <a:endParaRPr lang="ja-JP" altLang="ja-JP" sz="1400" b="1">
              <a:latin typeface="+mn-ea"/>
            </a:endParaRPr>
          </a:p>
        </p:txBody>
      </p:sp>
      <p:sp>
        <p:nvSpPr>
          <p:cNvPr id="5" name="四角形: 角を丸くする 4">
            <a:extLst>
              <a:ext uri="{FF2B5EF4-FFF2-40B4-BE49-F238E27FC236}">
                <a16:creationId xmlns:a16="http://schemas.microsoft.com/office/drawing/2014/main" id="{4D8428B1-2171-5DC8-2F37-7E7AE6EB7091}"/>
              </a:ext>
            </a:extLst>
          </p:cNvPr>
          <p:cNvSpPr/>
          <p:nvPr/>
        </p:nvSpPr>
        <p:spPr bwMode="auto">
          <a:xfrm>
            <a:off x="684068" y="1016000"/>
            <a:ext cx="1273780" cy="221421"/>
          </a:xfrm>
          <a:prstGeom prst="roundRect">
            <a:avLst/>
          </a:prstGeom>
          <a:solidFill>
            <a:schemeClr val="accent2">
              <a:lumMod val="40000"/>
              <a:lumOff val="6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a:latin typeface="+mn-ea"/>
              </a:rPr>
              <a:t>ホーム画面</a:t>
            </a:r>
          </a:p>
        </p:txBody>
      </p:sp>
      <p:sp>
        <p:nvSpPr>
          <p:cNvPr id="41" name="正方形/長方形 40">
            <a:extLst>
              <a:ext uri="{FF2B5EF4-FFF2-40B4-BE49-F238E27FC236}">
                <a16:creationId xmlns:a16="http://schemas.microsoft.com/office/drawing/2014/main" id="{C4AFF337-1FFE-E978-119D-0C825A09AD2A}"/>
              </a:ext>
            </a:extLst>
          </p:cNvPr>
          <p:cNvSpPr/>
          <p:nvPr/>
        </p:nvSpPr>
        <p:spPr bwMode="auto">
          <a:xfrm>
            <a:off x="3033688" y="2306170"/>
            <a:ext cx="689849" cy="170508"/>
          </a:xfrm>
          <a:prstGeom prst="rect">
            <a:avLst/>
          </a:prstGeom>
          <a:noFill/>
          <a:ln w="1905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57" name="正方形/長方形 56">
            <a:extLst>
              <a:ext uri="{FF2B5EF4-FFF2-40B4-BE49-F238E27FC236}">
                <a16:creationId xmlns:a16="http://schemas.microsoft.com/office/drawing/2014/main" id="{C0094046-6896-5D99-CE5D-D4DA01BDE5F8}"/>
              </a:ext>
            </a:extLst>
          </p:cNvPr>
          <p:cNvSpPr/>
          <p:nvPr/>
        </p:nvSpPr>
        <p:spPr bwMode="auto">
          <a:xfrm>
            <a:off x="817343" y="1862749"/>
            <a:ext cx="206705" cy="206705"/>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70" name="正方形/長方形 69">
            <a:extLst>
              <a:ext uri="{FF2B5EF4-FFF2-40B4-BE49-F238E27FC236}">
                <a16:creationId xmlns:a16="http://schemas.microsoft.com/office/drawing/2014/main" id="{60511D64-32A6-6BAC-EFA9-FA3EBEB23F33}"/>
              </a:ext>
            </a:extLst>
          </p:cNvPr>
          <p:cNvSpPr/>
          <p:nvPr/>
        </p:nvSpPr>
        <p:spPr bwMode="auto">
          <a:xfrm>
            <a:off x="5719746" y="1858272"/>
            <a:ext cx="206705" cy="206705"/>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graphicFrame>
        <p:nvGraphicFramePr>
          <p:cNvPr id="72" name="表 71">
            <a:extLst>
              <a:ext uri="{FF2B5EF4-FFF2-40B4-BE49-F238E27FC236}">
                <a16:creationId xmlns:a16="http://schemas.microsoft.com/office/drawing/2014/main" id="{79E4C193-6DB5-4849-7780-7234C3A310BB}"/>
              </a:ext>
            </a:extLst>
          </p:cNvPr>
          <p:cNvGraphicFramePr>
            <a:graphicFrameLocks noGrp="1"/>
          </p:cNvGraphicFramePr>
          <p:nvPr>
            <p:extLst>
              <p:ext uri="{D42A27DB-BD31-4B8C-83A1-F6EECF244321}">
                <p14:modId xmlns:p14="http://schemas.microsoft.com/office/powerpoint/2010/main" val="626718848"/>
              </p:ext>
            </p:extLst>
          </p:nvPr>
        </p:nvGraphicFramePr>
        <p:xfrm>
          <a:off x="6693193" y="4119372"/>
          <a:ext cx="4650209" cy="603504"/>
        </p:xfrm>
        <a:graphic>
          <a:graphicData uri="http://schemas.openxmlformats.org/drawingml/2006/table">
            <a:tbl>
              <a:tblPr firstRow="1" bandRow="1">
                <a:tableStyleId>{21E4AEA4-8DFA-4A89-87EB-49C32662AFE0}</a:tableStyleId>
              </a:tblPr>
              <a:tblGrid>
                <a:gridCol w="976937">
                  <a:extLst>
                    <a:ext uri="{9D8B030D-6E8A-4147-A177-3AD203B41FA5}">
                      <a16:colId xmlns:a16="http://schemas.microsoft.com/office/drawing/2014/main" val="3309756768"/>
                    </a:ext>
                  </a:extLst>
                </a:gridCol>
                <a:gridCol w="3673272">
                  <a:extLst>
                    <a:ext uri="{9D8B030D-6E8A-4147-A177-3AD203B41FA5}">
                      <a16:colId xmlns:a16="http://schemas.microsoft.com/office/drawing/2014/main" val="2736220435"/>
                    </a:ext>
                  </a:extLst>
                </a:gridCol>
              </a:tblGrid>
              <a:tr h="201168">
                <a:tc>
                  <a:txBody>
                    <a:bodyPr/>
                    <a:lstStyle/>
                    <a:p>
                      <a:pPr algn="l"/>
                      <a:r>
                        <a:rPr kumimoji="1" lang="ja-JP" altLang="ja-JP" sz="1000"/>
                        <a:t>AI利用情報</a:t>
                      </a:r>
                    </a:p>
                  </a:txBody>
                  <a:tcPr marL="51615" marR="5161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kumimoji="1" lang="ja-JP" altLang="en-US" sz="1000"/>
                        <a:t>概要</a:t>
                      </a:r>
                    </a:p>
                  </a:txBody>
                  <a:tcPr marL="51615" marR="5161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6243815"/>
                  </a:ext>
                </a:extLst>
              </a:tr>
              <a:tr h="201168">
                <a:tc>
                  <a:txBody>
                    <a:bodyPr/>
                    <a:lstStyle/>
                    <a:p>
                      <a:pPr algn="l"/>
                      <a:r>
                        <a:rPr kumimoji="1" lang="ja-JP" altLang="en-US" sz="1000"/>
                        <a:t>社内資料</a:t>
                      </a:r>
                    </a:p>
                  </a:txBody>
                  <a:tcPr marL="51615" marR="5161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r>
                        <a:rPr kumimoji="1" lang="ja-JP" altLang="ja-JP" sz="1000"/>
                      </a:br>
                      <a:r>
                        <a:rPr kumimoji="1" lang="ja-JP" altLang="en-US" sz="1000"/>
                        <a:t>アプリ内の社内資料・監視指標等を参考に回答</a:t>
                      </a:r>
                    </a:p>
                  </a:txBody>
                  <a:tcPr marL="51615" marR="5161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9939834"/>
                  </a:ext>
                </a:extLst>
              </a:tr>
              <a:tr h="201168">
                <a:tc>
                  <a:txBody>
                    <a:bodyPr/>
                    <a:lstStyle/>
                    <a:p>
                      <a:pPr algn="l"/>
                      <a:r>
                        <a:rPr kumimoji="1" lang="ja-JP" altLang="en-US" sz="1000"/>
                        <a:t>外部サイト</a:t>
                      </a:r>
                    </a:p>
                  </a:txBody>
                  <a:tcPr marL="51615" marR="5161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r>
                        <a:rPr kumimoji="1" lang="ja-JP" altLang="ja-JP" sz="1000"/>
                      </a:br>
                      <a:r>
                        <a:rPr kumimoji="1" lang="ja-JP" altLang="en-US" sz="1000"/>
                        <a:t>社内資料で不足する時のみ、登録済みの外部サイトを参照</a:t>
                      </a:r>
                    </a:p>
                  </a:txBody>
                  <a:tcPr marL="51615" marR="5161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9939834"/>
                  </a:ext>
                </a:extLst>
              </a:tr>
            </a:tbl>
          </a:graphicData>
        </a:graphic>
      </p:graphicFrame>
      <p:sp>
        <p:nvSpPr>
          <p:cNvPr id="74" name="正方形/長方形 73">
            <a:extLst>
              <a:ext uri="{FF2B5EF4-FFF2-40B4-BE49-F238E27FC236}">
                <a16:creationId xmlns:a16="http://schemas.microsoft.com/office/drawing/2014/main" id="{92CC26F7-4653-046D-8DE7-07EEE5A2EAA3}"/>
              </a:ext>
            </a:extLst>
          </p:cNvPr>
          <p:cNvSpPr/>
          <p:nvPr/>
        </p:nvSpPr>
        <p:spPr bwMode="auto">
          <a:xfrm>
            <a:off x="1651384" y="5047064"/>
            <a:ext cx="3071773" cy="340551"/>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75" name="四角形: 角を丸くする 74">
            <a:extLst>
              <a:ext uri="{FF2B5EF4-FFF2-40B4-BE49-F238E27FC236}">
                <a16:creationId xmlns:a16="http://schemas.microsoft.com/office/drawing/2014/main" id="{A67A7D21-93CD-5F11-6E5A-08D1DC90424D}"/>
              </a:ext>
            </a:extLst>
          </p:cNvPr>
          <p:cNvSpPr/>
          <p:nvPr/>
        </p:nvSpPr>
        <p:spPr bwMode="auto">
          <a:xfrm>
            <a:off x="6675120" y="5687567"/>
            <a:ext cx="4654296" cy="685800"/>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ctr" anchorCtr="0">
            <a:noAutofit/>
          </a:bodyPr>
          <a:lstStyle/>
          <a:p>
            <a:pPr marR="0"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en-US" sz="1100" b="1" u="sng">
                <a:solidFill>
                  <a:schemeClr val="accent6"/>
                </a:solidFill>
                <a:latin typeface="+mn-ea"/>
              </a:rPr>
              <a:t>★重要</a:t>
            </a:r>
            <a:r>
              <a:rPr kumimoji="1" lang="ja-JP" altLang="en-US" sz="1100" b="1" i="0" u="sng" strike="noStrike" kern="1200" cap="none" spc="0" normalizeH="0" baseline="0" noProof="0">
                <a:ln>
                  <a:noFill/>
                </a:ln>
                <a:solidFill>
                  <a:schemeClr val="accent6"/>
                </a:solidFill>
                <a:effectLst/>
                <a:uLnTx/>
                <a:uFillTx/>
                <a:latin typeface="+mn-ea"/>
                <a:ea typeface="+mn-ea"/>
                <a:cs typeface="+mn-cs"/>
              </a:rPr>
              <a:t>ポイント</a:t>
            </a:r>
          </a:p>
          <a:p>
            <a:pPr marR="0"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100">
                <a:latin typeface="+mn-ea"/>
              </a:rPr>
              <a:t>回答下の「根拠を見る」をクリックすると、AIが参照した社内資料・外部サイトが一覧で出るため、重要な数値や示唆は必ずファクトを要チェック</a:t>
            </a:r>
            <a:br>
              <a:rPr lang="ja-JP" altLang="ja-JP" sz="1100">
                <a:latin typeface="+mn-ea"/>
              </a:rPr>
            </a:br>
            <a:endParaRPr lang="ja-JP" altLang="ja-JP" sz="1100">
              <a:latin typeface="+mn-ea"/>
            </a:endParaRPr>
          </a:p>
        </p:txBody>
      </p:sp>
      <p:sp>
        <p:nvSpPr>
          <p:cNvPr id="3" name="正方形/長方形 2">
            <a:extLst>
              <a:ext uri="{FF2B5EF4-FFF2-40B4-BE49-F238E27FC236}">
                <a16:creationId xmlns:a16="http://schemas.microsoft.com/office/drawing/2014/main" id="{E2A09526-79AB-D407-9C09-BE5582479855}"/>
              </a:ext>
            </a:extLst>
          </p:cNvPr>
          <p:cNvSpPr/>
          <p:nvPr/>
        </p:nvSpPr>
        <p:spPr bwMode="auto">
          <a:xfrm>
            <a:off x="6348001" y="1009488"/>
            <a:ext cx="2076281" cy="231541"/>
          </a:xfrm>
          <a:prstGeom prst="rect">
            <a:avLst/>
          </a:prstGeom>
          <a:solidFill>
            <a:schemeClr val="accent2">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a:ln>
                  <a:noFill/>
                </a:ln>
                <a:solidFill>
                  <a:schemeClr val="bg1"/>
                </a:solidFill>
                <a:effectLst/>
                <a:uLnTx/>
                <a:uFillTx/>
                <a:latin typeface="+mn-ea"/>
                <a:ea typeface="+mn-ea"/>
                <a:cs typeface="+mn-cs"/>
              </a:rPr>
              <a:t>操作手順</a:t>
            </a:r>
          </a:p>
        </p:txBody>
      </p:sp>
      <p:sp>
        <p:nvSpPr>
          <p:cNvPr id="14" name="正方形/長方形 13">
            <a:extLst>
              <a:ext uri="{FF2B5EF4-FFF2-40B4-BE49-F238E27FC236}">
                <a16:creationId xmlns:a16="http://schemas.microsoft.com/office/drawing/2014/main" id="{18A447FF-5C67-DD7C-57C7-B64DF64A6534}"/>
              </a:ext>
            </a:extLst>
          </p:cNvPr>
          <p:cNvSpPr/>
          <p:nvPr/>
        </p:nvSpPr>
        <p:spPr bwMode="auto">
          <a:xfrm>
            <a:off x="1332397" y="2077839"/>
            <a:ext cx="4656542" cy="224233"/>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38" name="正方形/長方形 37">
            <a:extLst>
              <a:ext uri="{FF2B5EF4-FFF2-40B4-BE49-F238E27FC236}">
                <a16:creationId xmlns:a16="http://schemas.microsoft.com/office/drawing/2014/main" id="{1C7ADFD5-98A8-1BA2-6CB7-8901ADBDBD89}"/>
              </a:ext>
            </a:extLst>
          </p:cNvPr>
          <p:cNvSpPr/>
          <p:nvPr/>
        </p:nvSpPr>
        <p:spPr bwMode="auto">
          <a:xfrm>
            <a:off x="2603888" y="2104702"/>
            <a:ext cx="698804" cy="179462"/>
          </a:xfrm>
          <a:prstGeom prst="rect">
            <a:avLst/>
          </a:prstGeom>
          <a:noFill/>
          <a:ln w="1905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16" name="正方形/長方形 15">
            <a:extLst>
              <a:ext uri="{FF2B5EF4-FFF2-40B4-BE49-F238E27FC236}">
                <a16:creationId xmlns:a16="http://schemas.microsoft.com/office/drawing/2014/main" id="{63D979A5-2378-A0D8-81B8-23AC7DB12155}"/>
              </a:ext>
            </a:extLst>
          </p:cNvPr>
          <p:cNvSpPr/>
          <p:nvPr/>
        </p:nvSpPr>
        <p:spPr bwMode="auto">
          <a:xfrm>
            <a:off x="621792" y="2755286"/>
            <a:ext cx="5468112" cy="3700377"/>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59" name="四角形: 角を丸くする 58">
            <a:extLst>
              <a:ext uri="{FF2B5EF4-FFF2-40B4-BE49-F238E27FC236}">
                <a16:creationId xmlns:a16="http://schemas.microsoft.com/office/drawing/2014/main" id="{E58372D0-FEB2-1AED-ECCD-FA29EA347D53}"/>
              </a:ext>
            </a:extLst>
          </p:cNvPr>
          <p:cNvSpPr/>
          <p:nvPr/>
        </p:nvSpPr>
        <p:spPr bwMode="auto">
          <a:xfrm>
            <a:off x="685800" y="2645558"/>
            <a:ext cx="1271016" cy="219456"/>
          </a:xfrm>
          <a:prstGeom prst="roundRect">
            <a:avLst/>
          </a:prstGeom>
          <a:solidFill>
            <a:schemeClr val="accent4">
              <a:lumMod val="20000"/>
              <a:lumOff val="8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a:latin typeface="+mn-ea"/>
              </a:rPr>
              <a:t>詳細画面</a:t>
            </a:r>
          </a:p>
        </p:txBody>
      </p:sp>
      <p:pic>
        <p:nvPicPr>
          <p:cNvPr id="10" name="図 9">
            <a:extLst>
              <a:ext uri="{FF2B5EF4-FFF2-40B4-BE49-F238E27FC236}">
                <a16:creationId xmlns:a16="http://schemas.microsoft.com/office/drawing/2014/main" id="{29303B0B-4DFD-E53F-CAC3-FC100731AEDA}"/>
              </a:ext>
            </a:extLst>
          </p:cNvPr>
          <p:cNvPicPr>
            <a:picLocks noChangeAspect="1"/>
          </p:cNvPicPr>
          <p:nvPr/>
        </p:nvPicPr>
        <p:blipFill>
          <a:blip r:embed="rId11"/>
          <a:stretch>
            <a:fillRect/>
          </a:stretch>
        </p:blipFill>
        <p:spPr>
          <a:xfrm>
            <a:off x="786384" y="2901590"/>
            <a:ext cx="3977639" cy="2506709"/>
          </a:xfrm>
          <a:prstGeom prst="rect">
            <a:avLst/>
          </a:prstGeom>
        </p:spPr>
      </p:pic>
      <p:sp>
        <p:nvSpPr>
          <p:cNvPr id="15" name="四角形: 角を丸くする 14">
            <a:extLst>
              <a:ext uri="{FF2B5EF4-FFF2-40B4-BE49-F238E27FC236}">
                <a16:creationId xmlns:a16="http://schemas.microsoft.com/office/drawing/2014/main" id="{57F7B6A5-F889-E834-9AEA-AB8C982C518F}"/>
              </a:ext>
            </a:extLst>
          </p:cNvPr>
          <p:cNvSpPr/>
          <p:nvPr/>
        </p:nvSpPr>
        <p:spPr bwMode="auto">
          <a:xfrm>
            <a:off x="676656" y="5490344"/>
            <a:ext cx="1572768" cy="801589"/>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ctr" anchorCtr="0">
            <a:noAutofit/>
          </a:bodyPr>
          <a:lstStyle/>
          <a:p>
            <a:pPr marR="0"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en-US" sz="1200" b="1" u="sng">
                <a:latin typeface="+mn-ea"/>
              </a:rPr>
              <a:t>★</a:t>
            </a:r>
            <a:r>
              <a:rPr lang="ja-JP" altLang="ja-JP" sz="1200" b="1" u="sng">
                <a:latin typeface="+mn-ea"/>
              </a:rPr>
              <a:t>Tips</a:t>
            </a:r>
            <a:r>
              <a:rPr lang="ja-JP" altLang="en-US" sz="1200" b="1" u="sng">
                <a:latin typeface="+mn-ea"/>
              </a:rPr>
              <a:t> </a:t>
            </a:r>
            <a:br>
              <a:rPr lang="ja-JP" altLang="ja-JP" sz="1200" u="sng">
                <a:latin typeface="+mn-ea"/>
              </a:rPr>
            </a:br>
            <a:r>
              <a:rPr lang="ja-JP" altLang="ja-JP" sz="1200">
                <a:latin typeface="+mn-ea"/>
              </a:rPr>
              <a:t>「＋プロンプト例を見る」から相談別の例文を使うと簡単です</a:t>
            </a:r>
            <a:br>
              <a:rPr lang="ja-JP" altLang="ja-JP" sz="1200">
                <a:latin typeface="+mn-ea"/>
              </a:rPr>
            </a:br>
            <a:endParaRPr kumimoji="1" lang="ja-JP" altLang="ja-JP" sz="1200" i="0" strike="noStrike" kern="1200" cap="none" spc="0" normalizeH="0" baseline="0" noProof="0">
              <a:ln>
                <a:noFill/>
              </a:ln>
              <a:effectLst/>
              <a:uLnTx/>
              <a:uFillTx/>
              <a:latin typeface="+mn-ea"/>
              <a:ea typeface="+mn-ea"/>
              <a:cs typeface="+mn-cs"/>
            </a:endParaRPr>
          </a:p>
        </p:txBody>
      </p:sp>
      <p:cxnSp>
        <p:nvCxnSpPr>
          <p:cNvPr id="17" name="直線コネクタ 16">
            <a:extLst>
              <a:ext uri="{FF2B5EF4-FFF2-40B4-BE49-F238E27FC236}">
                <a16:creationId xmlns:a16="http://schemas.microsoft.com/office/drawing/2014/main" id="{D8E4A5DE-4D51-51AB-A4F4-8F948D5603A8}"/>
              </a:ext>
            </a:extLst>
          </p:cNvPr>
          <p:cNvCxnSpPr>
            <a:cxnSpLocks/>
            <a:stCxn id="15" idx="3"/>
            <a:endCxn id="37" idx="1"/>
          </p:cNvCxnSpPr>
          <p:nvPr/>
        </p:nvCxnSpPr>
        <p:spPr>
          <a:xfrm flipV="1">
            <a:off x="2249424" y="5891139"/>
            <a:ext cx="100584"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sp>
        <p:nvSpPr>
          <p:cNvPr id="37" name="正方形/長方形 36">
            <a:extLst>
              <a:ext uri="{FF2B5EF4-FFF2-40B4-BE49-F238E27FC236}">
                <a16:creationId xmlns:a16="http://schemas.microsoft.com/office/drawing/2014/main" id="{E904AFB9-3F10-5EB8-010D-89BA45CF7013}"/>
              </a:ext>
            </a:extLst>
          </p:cNvPr>
          <p:cNvSpPr/>
          <p:nvPr/>
        </p:nvSpPr>
        <p:spPr bwMode="auto">
          <a:xfrm>
            <a:off x="2350008" y="5490344"/>
            <a:ext cx="3666744" cy="801589"/>
          </a:xfrm>
          <a:prstGeom prst="rect">
            <a:avLst/>
          </a:prstGeom>
          <a:noFill/>
          <a:ln w="1905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4" name="四角形: 角を丸くする 3">
            <a:extLst>
              <a:ext uri="{FF2B5EF4-FFF2-40B4-BE49-F238E27FC236}">
                <a16:creationId xmlns:a16="http://schemas.microsoft.com/office/drawing/2014/main" id="{1821DCA5-9A87-BB96-0290-B3FC968F8643}"/>
              </a:ext>
            </a:extLst>
          </p:cNvPr>
          <p:cNvSpPr/>
          <p:nvPr/>
        </p:nvSpPr>
        <p:spPr bwMode="auto">
          <a:xfrm>
            <a:off x="6373368" y="129844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3-1</a:t>
            </a:r>
            <a:endParaRPr lang="ja-JP" altLang="en-US" sz="1100" b="1">
              <a:solidFill>
                <a:schemeClr val="bg1"/>
              </a:solidFill>
              <a:latin typeface="+mn-ea"/>
            </a:endParaRPr>
          </a:p>
        </p:txBody>
      </p:sp>
      <p:sp>
        <p:nvSpPr>
          <p:cNvPr id="8" name="四角形: 角を丸くする 7">
            <a:extLst>
              <a:ext uri="{FF2B5EF4-FFF2-40B4-BE49-F238E27FC236}">
                <a16:creationId xmlns:a16="http://schemas.microsoft.com/office/drawing/2014/main" id="{B4247F98-3DB7-7893-BEFC-8572AF65EE73}"/>
              </a:ext>
            </a:extLst>
          </p:cNvPr>
          <p:cNvSpPr/>
          <p:nvPr/>
        </p:nvSpPr>
        <p:spPr bwMode="auto">
          <a:xfrm>
            <a:off x="6373368" y="2446020"/>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3-2</a:t>
            </a:r>
          </a:p>
        </p:txBody>
      </p:sp>
      <p:sp>
        <p:nvSpPr>
          <p:cNvPr id="18" name="四角形: 角を丸くする 17">
            <a:extLst>
              <a:ext uri="{FF2B5EF4-FFF2-40B4-BE49-F238E27FC236}">
                <a16:creationId xmlns:a16="http://schemas.microsoft.com/office/drawing/2014/main" id="{CE81A39C-3CF9-94E2-F2C5-AE339388C183}"/>
              </a:ext>
            </a:extLst>
          </p:cNvPr>
          <p:cNvSpPr/>
          <p:nvPr/>
        </p:nvSpPr>
        <p:spPr bwMode="auto">
          <a:xfrm>
            <a:off x="6373368" y="3410712"/>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3-3</a:t>
            </a:r>
            <a:endParaRPr lang="ja-JP" altLang="en-US" sz="1100" b="1">
              <a:solidFill>
                <a:schemeClr val="bg1"/>
              </a:solidFill>
              <a:latin typeface="+mn-ea"/>
            </a:endParaRPr>
          </a:p>
        </p:txBody>
      </p:sp>
      <p:sp>
        <p:nvSpPr>
          <p:cNvPr id="21" name="四角形: 角を丸くする 20">
            <a:extLst>
              <a:ext uri="{FF2B5EF4-FFF2-40B4-BE49-F238E27FC236}">
                <a16:creationId xmlns:a16="http://schemas.microsoft.com/office/drawing/2014/main" id="{736C518B-F1F3-0E12-87EE-6683686AD31E}"/>
              </a:ext>
            </a:extLst>
          </p:cNvPr>
          <p:cNvSpPr/>
          <p:nvPr/>
        </p:nvSpPr>
        <p:spPr bwMode="auto">
          <a:xfrm>
            <a:off x="6373368" y="4960619"/>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3-4</a:t>
            </a:r>
          </a:p>
        </p:txBody>
      </p:sp>
      <p:sp>
        <p:nvSpPr>
          <p:cNvPr id="25" name="四角形: 角を丸くする 24">
            <a:extLst>
              <a:ext uri="{FF2B5EF4-FFF2-40B4-BE49-F238E27FC236}">
                <a16:creationId xmlns:a16="http://schemas.microsoft.com/office/drawing/2014/main" id="{7ADBC612-E638-8218-7C95-D403C0EED1EB}"/>
              </a:ext>
            </a:extLst>
          </p:cNvPr>
          <p:cNvSpPr/>
          <p:nvPr/>
        </p:nvSpPr>
        <p:spPr bwMode="auto">
          <a:xfrm>
            <a:off x="402336" y="2086983"/>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3-1</a:t>
            </a:r>
            <a:endParaRPr lang="ja-JP" altLang="en-US" sz="1100" b="1">
              <a:solidFill>
                <a:schemeClr val="bg1"/>
              </a:solidFill>
              <a:latin typeface="+mn-ea"/>
            </a:endParaRPr>
          </a:p>
        </p:txBody>
      </p:sp>
      <p:sp>
        <p:nvSpPr>
          <p:cNvPr id="32" name="四角形: 角を丸くする 31">
            <a:extLst>
              <a:ext uri="{FF2B5EF4-FFF2-40B4-BE49-F238E27FC236}">
                <a16:creationId xmlns:a16="http://schemas.microsoft.com/office/drawing/2014/main" id="{E2745F6B-5D45-A4C8-A76B-4A771496788F}"/>
              </a:ext>
            </a:extLst>
          </p:cNvPr>
          <p:cNvSpPr/>
          <p:nvPr/>
        </p:nvSpPr>
        <p:spPr bwMode="auto">
          <a:xfrm>
            <a:off x="402336" y="1807885"/>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3-2</a:t>
            </a:r>
          </a:p>
        </p:txBody>
      </p:sp>
      <p:sp>
        <p:nvSpPr>
          <p:cNvPr id="33" name="四角形: 角を丸くする 32">
            <a:extLst>
              <a:ext uri="{FF2B5EF4-FFF2-40B4-BE49-F238E27FC236}">
                <a16:creationId xmlns:a16="http://schemas.microsoft.com/office/drawing/2014/main" id="{CC4E6884-EBAD-8FD3-13B6-CF34E4CD0BAB}"/>
              </a:ext>
            </a:extLst>
          </p:cNvPr>
          <p:cNvSpPr/>
          <p:nvPr/>
        </p:nvSpPr>
        <p:spPr bwMode="auto">
          <a:xfrm>
            <a:off x="5317410" y="1876560"/>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3-3</a:t>
            </a:r>
            <a:endParaRPr lang="ja-JP" altLang="en-US" sz="1100" b="1">
              <a:solidFill>
                <a:schemeClr val="bg1"/>
              </a:solidFill>
              <a:latin typeface="+mn-ea"/>
            </a:endParaRPr>
          </a:p>
        </p:txBody>
      </p:sp>
      <p:sp>
        <p:nvSpPr>
          <p:cNvPr id="34" name="四角形: 角を丸くする 33">
            <a:extLst>
              <a:ext uri="{FF2B5EF4-FFF2-40B4-BE49-F238E27FC236}">
                <a16:creationId xmlns:a16="http://schemas.microsoft.com/office/drawing/2014/main" id="{58C1596B-3B05-1A06-E0B2-282F63372722}"/>
              </a:ext>
            </a:extLst>
          </p:cNvPr>
          <p:cNvSpPr/>
          <p:nvPr/>
        </p:nvSpPr>
        <p:spPr bwMode="auto">
          <a:xfrm>
            <a:off x="4778021" y="5083640"/>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3-4</a:t>
            </a:r>
          </a:p>
        </p:txBody>
      </p:sp>
      <p:sp>
        <p:nvSpPr>
          <p:cNvPr id="76" name="正方形/長方形 12 c76">
            <a:extLst>
              <a:ext uri="{FF2B5EF4-FFF2-40B4-BE49-F238E27FC236}">
                <a16:creationId xmlns:a16="http://schemas.microsoft.com/office/drawing/2014/main" id="{15975B33-B0F0-78EF-112F-AA553752D535}"/>
              </a:ext>
            </a:extLst>
          </p:cNvPr>
          <p:cNvSpPr/>
          <p:nvPr/>
        </p:nvSpPr>
        <p:spPr bwMode="auto">
          <a:xfrm>
            <a:off x="6352405" y="1280160"/>
            <a:ext cx="5215708" cy="98298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AIに相談する内容を選択</a:t>
            </a:r>
            <a:br>
              <a:rPr lang="ja-JP" altLang="ja-JP" sz="1200" b="1">
                <a:latin typeface="+mn-ea"/>
              </a:rPr>
            </a:br>
            <a:r>
              <a:rPr lang="ja-JP" altLang="en-US" sz="1200" b="1">
                <a:latin typeface="+mn-ea"/>
              </a:rPr>
              <a:t>相談したい内容を直接入力　もしくは、</a:t>
            </a:r>
            <a:br>
              <a:rPr lang="ja-JP" altLang="ja-JP" sz="1200" b="1">
                <a:latin typeface="+mn-ea"/>
              </a:rPr>
            </a:br>
            <a:r>
              <a:rPr lang="ja-JP" altLang="en-US" sz="1200" b="1">
                <a:latin typeface="+mn-ea"/>
              </a:rPr>
              <a:t>準備されている5パターンのプロンプト例を選択</a:t>
            </a:r>
            <a:br>
              <a:rPr lang="ja-JP" altLang="ja-JP" sz="1200" b="1">
                <a:latin typeface="+mn-ea"/>
              </a:rPr>
            </a:br>
            <a:r>
              <a:rPr lang="ja-JP" altLang="en-US" sz="1200" b="1">
                <a:latin typeface="+mn-ea"/>
              </a:rPr>
              <a:t>※既定はディープモード(2〜4分)。早く答えが</a:t>
            </a:r>
            <a:br>
              <a:rPr lang="ja-JP" altLang="ja-JP" sz="1200" b="1">
                <a:latin typeface="+mn-ea"/>
              </a:rPr>
            </a:br>
            <a:r>
              <a:rPr lang="ja-JP" altLang="en-US" sz="1200" b="1">
                <a:latin typeface="+mn-ea"/>
              </a:rPr>
              <a:t>　ほしい時は「⚡簡易モード」をオン(1分前後)</a:t>
            </a:r>
            <a:endParaRPr lang="ja-JP" altLang="ja-JP" sz="1200" b="1">
              <a:latin typeface="+mn-ea"/>
            </a:endParaRPr>
          </a:p>
        </p:txBody>
      </p:sp>
      <p:sp>
        <p:nvSpPr>
          <p:cNvPr id="77" name="正方形/長方形 12 c76 c77">
            <a:extLst>
              <a:ext uri="{FF2B5EF4-FFF2-40B4-BE49-F238E27FC236}">
                <a16:creationId xmlns:a16="http://schemas.microsoft.com/office/drawing/2014/main" id="{15975B33-B0F0-78EF-112F-AA553752D535}"/>
              </a:ext>
            </a:extLst>
          </p:cNvPr>
          <p:cNvSpPr/>
          <p:nvPr/>
        </p:nvSpPr>
        <p:spPr bwMode="auto">
          <a:xfrm>
            <a:off x="6352405" y="2427732"/>
            <a:ext cx="5215708" cy="80010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必要に応じて参考資料を添付</a:t>
            </a:r>
            <a:br>
              <a:rPr lang="ja-JP" altLang="ja-JP" sz="1200" b="1">
                <a:latin typeface="+mn-ea"/>
              </a:rPr>
            </a:br>
            <a:r>
              <a:rPr lang="ja-JP" altLang="en-US" sz="1200" b="1">
                <a:latin typeface="+mn-ea"/>
              </a:rPr>
              <a:t>「＋」から資料を添付(ドラッグ&amp;ドロップも可)</a:t>
            </a:r>
            <a:br>
              <a:rPr lang="ja-JP" altLang="ja-JP" sz="1200" b="1">
                <a:latin typeface="+mn-ea"/>
              </a:rPr>
            </a:br>
            <a:r>
              <a:rPr lang="ja-JP" altLang="en-US" sz="1200" b="1">
                <a:latin typeface="+mn-ea"/>
              </a:rPr>
              <a:t>※PDF/Word/PowerPoint/Excel/CSV/テキスト</a:t>
            </a:r>
            <a:br>
              <a:rPr lang="ja-JP" altLang="ja-JP" sz="1200" b="1">
                <a:latin typeface="+mn-ea"/>
              </a:rPr>
            </a:br>
            <a:r>
              <a:rPr lang="ja-JP" altLang="en-US" sz="1200" b="1">
                <a:latin typeface="+mn-ea"/>
              </a:rPr>
              <a:t>　(1ファイル25MBまで)</a:t>
            </a:r>
            <a:endParaRPr lang="ja-JP" altLang="ja-JP" sz="1200" b="1">
              <a:latin typeface="+mn-ea"/>
            </a:endParaRPr>
          </a:p>
        </p:txBody>
      </p:sp>
      <p:sp>
        <p:nvSpPr>
          <p:cNvPr id="78" name="正方形/長方形 12 c76 c78">
            <a:extLst>
              <a:ext uri="{FF2B5EF4-FFF2-40B4-BE49-F238E27FC236}">
                <a16:creationId xmlns:a16="http://schemas.microsoft.com/office/drawing/2014/main" id="{15975B33-B0F0-78EF-112F-AA553752D535}"/>
              </a:ext>
            </a:extLst>
          </p:cNvPr>
          <p:cNvSpPr/>
          <p:nvPr/>
        </p:nvSpPr>
        <p:spPr bwMode="auto">
          <a:xfrm>
            <a:off x="6352405" y="3392424"/>
            <a:ext cx="5215708" cy="61722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AＩへのチャット入力</a:t>
            </a:r>
            <a:br>
              <a:rPr lang="ja-JP" altLang="ja-JP" sz="1200" b="1">
                <a:latin typeface="+mn-ea"/>
              </a:rPr>
            </a:br>
            <a:r>
              <a:rPr lang="ja-JP" altLang="en-US" sz="1200" b="1">
                <a:latin typeface="+mn-ea"/>
              </a:rPr>
              <a:t>「↑」アイコンをクリックすると「AIとの壁打ち」</a:t>
            </a:r>
            <a:br>
              <a:rPr lang="ja-JP" altLang="ja-JP" sz="1200" b="1">
                <a:latin typeface="+mn-ea"/>
              </a:rPr>
            </a:br>
            <a:r>
              <a:rPr lang="ja-JP" altLang="en-US" sz="1200" b="1">
                <a:latin typeface="+mn-ea"/>
              </a:rPr>
              <a:t>画面へ移り、以下の情報を根拠に回答を生成</a:t>
            </a:r>
            <a:endParaRPr lang="ja-JP" altLang="ja-JP" sz="1200" b="1">
              <a:latin typeface="+mn-ea"/>
            </a:endParaRPr>
          </a:p>
        </p:txBody>
      </p:sp>
      <p:sp>
        <p:nvSpPr>
          <p:cNvPr id="79" name="正方形/長方形 12 c76 c79">
            <a:extLst>
              <a:ext uri="{FF2B5EF4-FFF2-40B4-BE49-F238E27FC236}">
                <a16:creationId xmlns:a16="http://schemas.microsoft.com/office/drawing/2014/main" id="{15975B33-B0F0-78EF-112F-AA553752D535}"/>
              </a:ext>
            </a:extLst>
          </p:cNvPr>
          <p:cNvSpPr/>
          <p:nvPr/>
        </p:nvSpPr>
        <p:spPr bwMode="auto">
          <a:xfrm>
            <a:off x="6352405" y="4942331"/>
            <a:ext cx="5215708" cy="61722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AIへの追加質問</a:t>
            </a:r>
            <a:br>
              <a:rPr lang="ja-JP" altLang="ja-JP" sz="1200" b="1">
                <a:latin typeface="+mn-ea"/>
              </a:rPr>
            </a:br>
            <a:r>
              <a:rPr lang="ja-JP" altLang="en-US" sz="1200" b="1">
                <a:latin typeface="+mn-ea"/>
              </a:rPr>
              <a:t>追加の質問を入力し「↑」アイコンをクリック</a:t>
            </a:r>
            <a:br>
              <a:rPr lang="ja-JP" altLang="ja-JP" sz="1200" b="1">
                <a:latin typeface="+mn-ea"/>
              </a:rPr>
            </a:br>
            <a:r>
              <a:rPr lang="ja-JP" altLang="en-US" sz="1200" b="1">
                <a:latin typeface="+mn-ea"/>
              </a:rPr>
              <a:t>「Wordで出力して」等と頼むと成果物を作成</a:t>
            </a:r>
            <a:endParaRPr lang="ja-JP" altLang="ja-JP" sz="1200" b="1">
              <a:latin typeface="+mn-ea"/>
            </a:endParaRPr>
          </a:p>
        </p:txBody>
      </p:sp>
    </p:spTree>
    <p:extLst>
      <p:ext uri="{BB962C8B-B14F-4D97-AF65-F5344CB8AC3E}">
        <p14:creationId xmlns:p14="http://schemas.microsoft.com/office/powerpoint/2010/main" val="2837974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0BE53-DDC8-6D34-2803-E0A63FF7C040}"/>
            </a:ext>
          </a:extLst>
        </p:cNvPr>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4BFCC3E6-5D7E-BB62-2AC3-999A9B47BD40}"/>
              </a:ext>
            </a:extLst>
          </p:cNvPr>
          <p:cNvGraphicFramePr>
            <a:graphicFrameLocks/>
          </p:cNvGraphicFramePr>
          <p:nvPr>
            <p:custDataLst>
              <p:tags r:id="rId1"/>
            </p:custDataLst>
            <p:extLst>
              <p:ext uri="{D42A27DB-BD31-4B8C-83A1-F6EECF244321}">
                <p14:modId xmlns:p14="http://schemas.microsoft.com/office/powerpoint/2010/main" val="39742244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42" progId="TCLayout.ActiveDocument.1">
                  <p:embed/>
                </p:oleObj>
              </mc:Choice>
              <mc:Fallback>
                <p:oleObj name="thinkcellスライド" r:id="rId4" imgW="639" imgH="642" progId="TCLayout.ActiveDocument.1">
                  <p:embed/>
                  <p:pic>
                    <p:nvPicPr>
                      <p:cNvPr id="54" name="think-cell data - do not delete" hidden="1">
                        <a:extLst>
                          <a:ext uri="{FF2B5EF4-FFF2-40B4-BE49-F238E27FC236}">
                            <a16:creationId xmlns:a16="http://schemas.microsoft.com/office/drawing/2014/main" id="{4BFCC3E6-5D7E-BB62-2AC3-999A9B47BD4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 name="図 3">
            <a:extLst>
              <a:ext uri="{FF2B5EF4-FFF2-40B4-BE49-F238E27FC236}">
                <a16:creationId xmlns:a16="http://schemas.microsoft.com/office/drawing/2014/main" id="{BD1ABACE-9BE8-2FAA-5D41-38D96ACD43A1}"/>
              </a:ext>
            </a:extLst>
          </p:cNvPr>
          <p:cNvPicPr>
            <a:picLocks noChangeAspect="1"/>
          </p:cNvPicPr>
          <p:nvPr/>
        </p:nvPicPr>
        <p:blipFill>
          <a:blip r:embed="rId11"/>
          <a:stretch>
            <a:fillRect/>
          </a:stretch>
        </p:blipFill>
        <p:spPr>
          <a:xfrm>
            <a:off x="786384" y="1481328"/>
            <a:ext cx="2304288" cy="479001"/>
          </a:xfrm>
          <a:prstGeom prst="rect">
            <a:avLst/>
          </a:prstGeom>
        </p:spPr>
      </p:pic>
      <p:sp>
        <p:nvSpPr>
          <p:cNvPr id="9" name="正方形/長方形 8">
            <a:extLst>
              <a:ext uri="{FF2B5EF4-FFF2-40B4-BE49-F238E27FC236}">
                <a16:creationId xmlns:a16="http://schemas.microsoft.com/office/drawing/2014/main" id="{1783EF4A-39D8-FF81-1C1B-65E468CA71C9}"/>
              </a:ext>
            </a:extLst>
          </p:cNvPr>
          <p:cNvSpPr/>
          <p:nvPr/>
        </p:nvSpPr>
        <p:spPr bwMode="auto">
          <a:xfrm>
            <a:off x="630936" y="2157984"/>
            <a:ext cx="5458968" cy="4297679"/>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6" name="正方形/長方形 5">
            <a:extLst>
              <a:ext uri="{FF2B5EF4-FFF2-40B4-BE49-F238E27FC236}">
                <a16:creationId xmlns:a16="http://schemas.microsoft.com/office/drawing/2014/main" id="{7C60E056-D26D-2976-9A51-E8AF32F61647}"/>
              </a:ext>
            </a:extLst>
          </p:cNvPr>
          <p:cNvSpPr/>
          <p:nvPr/>
        </p:nvSpPr>
        <p:spPr bwMode="auto">
          <a:xfrm>
            <a:off x="621792" y="1124712"/>
            <a:ext cx="2551176" cy="868680"/>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7" name="正方形/長方形 6">
            <a:extLst>
              <a:ext uri="{FF2B5EF4-FFF2-40B4-BE49-F238E27FC236}">
                <a16:creationId xmlns:a16="http://schemas.microsoft.com/office/drawing/2014/main" id="{CADDDBAB-37CA-875D-EF84-F0F9EA5580DF}"/>
              </a:ext>
            </a:extLst>
          </p:cNvPr>
          <p:cNvSpPr/>
          <p:nvPr/>
        </p:nvSpPr>
        <p:spPr bwMode="auto">
          <a:xfrm>
            <a:off x="3227832" y="1124712"/>
            <a:ext cx="2871216" cy="868680"/>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27" name="テキスト プレースホルダー 26">
            <a:extLst>
              <a:ext uri="{FF2B5EF4-FFF2-40B4-BE49-F238E27FC236}">
                <a16:creationId xmlns:a16="http://schemas.microsoft.com/office/drawing/2014/main" id="{3C68F960-5888-0738-46FD-663C4B292732}"/>
              </a:ext>
            </a:extLst>
          </p:cNvPr>
          <p:cNvSpPr>
            <a:spLocks noGrp="1"/>
          </p:cNvSpPr>
          <p:nvPr>
            <p:ph type="body" sz="quarter" idx="11"/>
          </p:nvPr>
        </p:nvSpPr>
        <p:spPr>
          <a:xfrm>
            <a:off x="623888" y="300199"/>
            <a:ext cx="10944112" cy="216000"/>
          </a:xfrm>
        </p:spPr>
        <p:txBody>
          <a:bodyPr/>
          <a:lstStyle/>
          <a:p>
            <a:r>
              <a:rPr lang="ja-JP" altLang="en-US"/>
              <a:t>計画の策定・確認サポートの利用方法</a:t>
            </a:r>
            <a:r>
              <a:rPr lang="ja-JP" altLang="ja-JP"/>
              <a:t>(1/3</a:t>
            </a:r>
            <a:r>
              <a:rPr lang="ja-JP" altLang="en-US"/>
              <a:t> 戦略・計画の前提の洗い直し</a:t>
            </a:r>
            <a:r>
              <a:rPr lang="ja-JP" altLang="ja-JP"/>
              <a:t>)</a:t>
            </a:r>
            <a:endParaRPr lang="ja-JP" altLang="en-US"/>
          </a:p>
        </p:txBody>
      </p:sp>
      <p:sp>
        <p:nvSpPr>
          <p:cNvPr id="13" name="正方形/長方形 12">
            <a:extLst>
              <a:ext uri="{FF2B5EF4-FFF2-40B4-BE49-F238E27FC236}">
                <a16:creationId xmlns:a16="http://schemas.microsoft.com/office/drawing/2014/main" id="{E3E51785-06C1-361F-9AF1-B2E59C27FB6D}"/>
              </a:ext>
            </a:extLst>
          </p:cNvPr>
          <p:cNvSpPr/>
          <p:nvPr/>
        </p:nvSpPr>
        <p:spPr bwMode="auto">
          <a:xfrm>
            <a:off x="6361033" y="1016000"/>
            <a:ext cx="5207079" cy="5437188"/>
          </a:xfrm>
          <a:prstGeom prst="rect">
            <a:avLst/>
          </a:prstGeom>
          <a:solidFill>
            <a:srgbClr val="F0F2F6">
              <a:alpha val="80000"/>
            </a:srgbClr>
          </a:solidFill>
          <a:ln w="9525">
            <a:noFill/>
            <a:miter lim="800000"/>
            <a:headEnd/>
            <a:tailEnd/>
          </a:ln>
          <a:effectLst/>
        </p:spPr>
        <p:txBody>
          <a:bodyPr wrap="none" lIns="0" tIns="0" rIns="0" bIns="0" rtlCol="0" anchor="t" anchorCtr="0">
            <a:noAutofit/>
          </a:bodyPr>
          <a:lstStyle/>
          <a:p>
            <a:pPr marL="0">
              <a:lnSpc>
                <a:spcPct val="110000"/>
              </a:lnSpc>
              <a:spcAft>
                <a:spcPts val="300"/>
              </a:spcAft>
              <a:buClr>
                <a:schemeClr val="accent2"/>
              </a:buClr>
              <a:buSzPct val="80000"/>
              <a:buNone/>
            </a:pPr>
            <a:endParaRPr lang="ja-JP" altLang="ja-JP" sz="1400" b="1">
              <a:latin typeface="+mn-ea"/>
            </a:endParaRPr>
          </a:p>
        </p:txBody>
      </p:sp>
      <p:sp>
        <p:nvSpPr>
          <p:cNvPr id="5" name="四角形: 角を丸くする 4">
            <a:extLst>
              <a:ext uri="{FF2B5EF4-FFF2-40B4-BE49-F238E27FC236}">
                <a16:creationId xmlns:a16="http://schemas.microsoft.com/office/drawing/2014/main" id="{F691C385-6186-B6D5-06A7-289CFD6E2441}"/>
              </a:ext>
            </a:extLst>
          </p:cNvPr>
          <p:cNvSpPr/>
          <p:nvPr/>
        </p:nvSpPr>
        <p:spPr bwMode="auto">
          <a:xfrm>
            <a:off x="687589" y="1016000"/>
            <a:ext cx="1273780" cy="221421"/>
          </a:xfrm>
          <a:prstGeom prst="roundRect">
            <a:avLst/>
          </a:prstGeom>
          <a:solidFill>
            <a:schemeClr val="accent2">
              <a:lumMod val="40000"/>
              <a:lumOff val="6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a:latin typeface="+mn-ea"/>
              </a:rPr>
              <a:t>ホーム画面</a:t>
            </a:r>
          </a:p>
        </p:txBody>
      </p:sp>
      <p:sp>
        <p:nvSpPr>
          <p:cNvPr id="80" name="正方形/長方形 79">
            <a:extLst>
              <a:ext uri="{FF2B5EF4-FFF2-40B4-BE49-F238E27FC236}">
                <a16:creationId xmlns:a16="http://schemas.microsoft.com/office/drawing/2014/main" id="{A2F43FAC-2CB0-5116-50F0-BA24420B42D5}"/>
              </a:ext>
            </a:extLst>
          </p:cNvPr>
          <p:cNvSpPr/>
          <p:nvPr/>
        </p:nvSpPr>
        <p:spPr bwMode="auto">
          <a:xfrm>
            <a:off x="768096" y="1463040"/>
            <a:ext cx="2340864" cy="516804"/>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84" name="四角形: 角を丸くする 83">
            <a:extLst>
              <a:ext uri="{FF2B5EF4-FFF2-40B4-BE49-F238E27FC236}">
                <a16:creationId xmlns:a16="http://schemas.microsoft.com/office/drawing/2014/main" id="{E6EE598F-CDBB-02AF-2F14-AD4FE7131A3A}"/>
              </a:ext>
            </a:extLst>
          </p:cNvPr>
          <p:cNvSpPr/>
          <p:nvPr/>
        </p:nvSpPr>
        <p:spPr bwMode="auto">
          <a:xfrm>
            <a:off x="3310556" y="1059140"/>
            <a:ext cx="1273780" cy="221421"/>
          </a:xfrm>
          <a:prstGeom prst="roundRect">
            <a:avLst/>
          </a:prstGeom>
          <a:solidFill>
            <a:schemeClr val="accent4">
              <a:lumMod val="20000"/>
              <a:lumOff val="8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a:latin typeface="+mn-ea"/>
              </a:rPr>
              <a:t>詳細画面</a:t>
            </a:r>
          </a:p>
        </p:txBody>
      </p:sp>
      <p:pic>
        <p:nvPicPr>
          <p:cNvPr id="10" name="図 9">
            <a:extLst>
              <a:ext uri="{FF2B5EF4-FFF2-40B4-BE49-F238E27FC236}">
                <a16:creationId xmlns:a16="http://schemas.microsoft.com/office/drawing/2014/main" id="{B3FDEA93-D43E-D277-5469-B74745EA8FB8}"/>
              </a:ext>
            </a:extLst>
          </p:cNvPr>
          <p:cNvPicPr>
            <a:picLocks noChangeAspect="1"/>
          </p:cNvPicPr>
          <p:nvPr/>
        </p:nvPicPr>
        <p:blipFill>
          <a:blip r:embed="rId12"/>
          <a:stretch>
            <a:fillRect/>
          </a:stretch>
        </p:blipFill>
        <p:spPr>
          <a:xfrm>
            <a:off x="3310128" y="1389888"/>
            <a:ext cx="2697480" cy="442932"/>
          </a:xfrm>
          <a:prstGeom prst="rect">
            <a:avLst/>
          </a:prstGeom>
        </p:spPr>
      </p:pic>
      <p:sp>
        <p:nvSpPr>
          <p:cNvPr id="105" name="正方形/長方形 104">
            <a:extLst>
              <a:ext uri="{FF2B5EF4-FFF2-40B4-BE49-F238E27FC236}">
                <a16:creationId xmlns:a16="http://schemas.microsoft.com/office/drawing/2014/main" id="{746E28C6-E924-CACF-0335-5E1B206B752C}"/>
              </a:ext>
            </a:extLst>
          </p:cNvPr>
          <p:cNvSpPr/>
          <p:nvPr/>
        </p:nvSpPr>
        <p:spPr bwMode="auto">
          <a:xfrm>
            <a:off x="3291840" y="1378600"/>
            <a:ext cx="911623" cy="479933"/>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109" name="四角形: 角を丸くする 108">
            <a:extLst>
              <a:ext uri="{FF2B5EF4-FFF2-40B4-BE49-F238E27FC236}">
                <a16:creationId xmlns:a16="http://schemas.microsoft.com/office/drawing/2014/main" id="{7F49A5CD-A17B-BC95-7860-A8424FCF2A57}"/>
              </a:ext>
            </a:extLst>
          </p:cNvPr>
          <p:cNvSpPr/>
          <p:nvPr/>
        </p:nvSpPr>
        <p:spPr bwMode="auto">
          <a:xfrm>
            <a:off x="685800" y="2048255"/>
            <a:ext cx="1271016" cy="219456"/>
          </a:xfrm>
          <a:prstGeom prst="roundRect">
            <a:avLst/>
          </a:prstGeom>
          <a:solidFill>
            <a:schemeClr val="accent4">
              <a:lumMod val="20000"/>
              <a:lumOff val="8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a:latin typeface="+mn-ea"/>
              </a:rPr>
              <a:t>詳細画面</a:t>
            </a:r>
          </a:p>
        </p:txBody>
      </p:sp>
      <p:graphicFrame>
        <p:nvGraphicFramePr>
          <p:cNvPr id="120" name="表 119">
            <a:extLst>
              <a:ext uri="{FF2B5EF4-FFF2-40B4-BE49-F238E27FC236}">
                <a16:creationId xmlns:a16="http://schemas.microsoft.com/office/drawing/2014/main" id="{B003E1A3-1E30-9D0D-0514-4A2F3A00164F}"/>
              </a:ext>
            </a:extLst>
          </p:cNvPr>
          <p:cNvGraphicFramePr>
            <a:graphicFrameLocks noGrp="1"/>
          </p:cNvGraphicFramePr>
          <p:nvPr>
            <p:extLst>
              <p:ext uri="{D42A27DB-BD31-4B8C-83A1-F6EECF244321}">
                <p14:modId xmlns:p14="http://schemas.microsoft.com/office/powerpoint/2010/main" val="2926332042"/>
              </p:ext>
            </p:extLst>
          </p:nvPr>
        </p:nvGraphicFramePr>
        <p:xfrm>
          <a:off x="6748272" y="4530851"/>
          <a:ext cx="4572000" cy="995262"/>
        </p:xfrm>
        <a:graphic>
          <a:graphicData uri="http://schemas.openxmlformats.org/drawingml/2006/table">
            <a:tbl>
              <a:tblPr firstRow="1" bandRow="1">
                <a:tableStyleId>{21E4AEA4-8DFA-4A89-87EB-49C32662AFE0}</a:tableStyleId>
              </a:tblPr>
              <a:tblGrid>
                <a:gridCol w="1600200">
                  <a:extLst>
                    <a:ext uri="{9D8B030D-6E8A-4147-A177-3AD203B41FA5}">
                      <a16:colId xmlns:a16="http://schemas.microsoft.com/office/drawing/2014/main" val="3309756768"/>
                    </a:ext>
                  </a:extLst>
                </a:gridCol>
                <a:gridCol w="2971800">
                  <a:extLst>
                    <a:ext uri="{9D8B030D-6E8A-4147-A177-3AD203B41FA5}">
                      <a16:colId xmlns:a16="http://schemas.microsoft.com/office/drawing/2014/main" val="2736220435"/>
                    </a:ext>
                  </a:extLst>
                </a:gridCol>
              </a:tblGrid>
              <a:tr h="181202">
                <a:tc>
                  <a:txBody>
                    <a:bodyPr/>
                    <a:lstStyle/>
                    <a:p>
                      <a:pPr algn="l"/>
                      <a:r>
                        <a:rPr kumimoji="1" lang="ja-JP" altLang="en-US" sz="900"/>
                        <a:t>出力項目</a:t>
                      </a:r>
                    </a:p>
                  </a:txBody>
                  <a:tcPr marL="42479" marR="42479" marT="21328" marB="21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kumimoji="1" lang="ja-JP" altLang="en-US" sz="900"/>
                        <a:t>出力内容</a:t>
                      </a:r>
                    </a:p>
                  </a:txBody>
                  <a:tcPr marL="42479" marR="42479" marT="21328" marB="21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6243815"/>
                  </a:ext>
                </a:extLst>
              </a:tr>
              <a:tr h="203515">
                <a:tc>
                  <a:txBody>
                    <a:bodyPr/>
                    <a:lstStyle/>
                    <a:p>
                      <a:pPr algn="l"/>
                      <a:r>
                        <a:rPr kumimoji="1" lang="ja-JP" altLang="en-US" sz="900"/>
                        <a:t>①総括</a:t>
                      </a:r>
                    </a:p>
                  </a:txBody>
                  <a:tcPr marL="42479" marR="42479" marT="21328" marB="21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900"/>
                        <a:t>置き直しが必要な前提の件数と、影響の大きい前提</a:t>
                      </a:r>
                    </a:p>
                  </a:txBody>
                  <a:tcPr marL="42479" marR="42479" marT="21328" marB="21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9939834"/>
                  </a:ext>
                </a:extLst>
              </a:tr>
              <a:tr h="203515">
                <a:tc>
                  <a:txBody>
                    <a:bodyPr/>
                    <a:lstStyle/>
                    <a:p>
                      <a:pPr algn="l"/>
                      <a:r>
                        <a:rPr kumimoji="1" lang="ja-JP" altLang="en-US" sz="900"/>
                        <a:t>②指標の選び方</a:t>
                      </a:r>
                    </a:p>
                  </a:txBody>
                  <a:tcPr marL="42479" marR="42479" marT="21328" marB="21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900"/>
                        <a:t>計画書の行ごとに、数字を動かす外部要因を整理</a:t>
                      </a:r>
                    </a:p>
                  </a:txBody>
                  <a:tcPr marL="42479" marR="42479" marT="21328" marB="21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6180195"/>
                  </a:ext>
                </a:extLst>
              </a:tr>
              <a:tr h="203515">
                <a:tc>
                  <a:txBody>
                    <a:bodyPr/>
                    <a:lstStyle/>
                    <a:p>
                      <a:pPr algn="l"/>
                      <a:r>
                        <a:rPr kumimoji="1" lang="ja-JP" altLang="en-US" sz="900"/>
                        <a:t>③置き直すべき前提</a:t>
                      </a:r>
                    </a:p>
                  </a:txBody>
                  <a:tcPr marL="42479" marR="42479" marT="21328" marB="21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900"/>
                        <a:t>前回の置き/現在の実態/推奨値/効く先/動く金額</a:t>
                      </a:r>
                    </a:p>
                  </a:txBody>
                  <a:tcPr marL="42479" marR="42479" marT="21328" marB="21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2132733"/>
                  </a:ext>
                </a:extLst>
              </a:tr>
              <a:tr h="203515">
                <a:tc>
                  <a:txBody>
                    <a:bodyPr/>
                    <a:lstStyle/>
                    <a:p>
                      <a:pPr algn="l"/>
                      <a:r>
                        <a:rPr kumimoji="1" lang="ja-JP" altLang="en-US" sz="900"/>
                        <a:t>④据置でよい前提</a:t>
                      </a:r>
                    </a:p>
                  </a:txBody>
                  <a:tcPr marL="42479" marR="42479" marT="21328" marB="21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900"/>
                        <a:t>据置と判定した指標と理由</a:t>
                      </a:r>
                    </a:p>
                  </a:txBody>
                  <a:tcPr marL="42479" marR="42479" marT="21328" marB="21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94003030"/>
                  </a:ext>
                </a:extLst>
              </a:tr>
              <a:tr h="203515">
                <a:tc>
                  <a:txBody>
                    <a:bodyPr/>
                    <a:lstStyle/>
                    <a:p>
                      <a:pPr algn="l"/>
                      <a:r>
                        <a:rPr kumimoji="1" lang="ja-JP" altLang="en-US" sz="900"/>
                        <a:t>⑤追加で追う指標・事象</a:t>
                      </a:r>
                    </a:p>
                  </a:txBody>
                  <a:tcPr marL="42479" marR="42479" marT="21328" marB="21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900"/>
                        <a:t>新たに追うべき指標と事象</a:t>
                      </a:r>
                    </a:p>
                  </a:txBody>
                  <a:tcPr marL="42479" marR="42479" marT="21328" marB="21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94003030"/>
                  </a:ext>
                </a:extLst>
              </a:tr>
              <a:tr h="203515">
                <a:tc>
                  <a:txBody>
                    <a:bodyPr/>
                    <a:lstStyle/>
                    <a:p>
                      <a:pPr algn="l"/>
                      <a:r>
                        <a:rPr kumimoji="1" lang="ja-JP" altLang="en-US" sz="900"/>
                        <a:t>⑥自社の前提の確認</a:t>
                      </a:r>
                    </a:p>
                  </a:txBody>
                  <a:tcPr marL="42479" marR="42479" marT="21328" marB="21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900"/>
                        <a:t>運賃改定・投資額など自社で決める前提の確認事項</a:t>
                      </a:r>
                    </a:p>
                  </a:txBody>
                  <a:tcPr marL="42479" marR="42479" marT="21328" marB="21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94003030"/>
                  </a:ext>
                </a:extLst>
              </a:tr>
              <a:tr h="203515">
                <a:tc>
                  <a:txBody>
                    <a:bodyPr/>
                    <a:lstStyle/>
                    <a:p>
                      <a:pPr algn="l"/>
                      <a:r>
                        <a:rPr kumimoji="1" lang="ja-JP" altLang="en-US" sz="900"/>
                        <a:t>⑦留意点</a:t>
                      </a:r>
                    </a:p>
                  </a:txBody>
                  <a:tcPr marL="42479" marR="42479" marT="21328" marB="21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900"/>
                        <a:t>予算編成方針との食い違い等、前提を置く際の留意点</a:t>
                      </a:r>
                    </a:p>
                  </a:txBody>
                  <a:tcPr marL="42479" marR="42479" marT="21328" marB="21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94003030"/>
                  </a:ext>
                </a:extLst>
              </a:tr>
              <a:tr h="203515">
                <a:tc>
                  <a:txBody>
                    <a:bodyPr/>
                    <a:lstStyle/>
                    <a:p>
                      <a:pPr algn="l"/>
                      <a:r>
                        <a:rPr kumimoji="1" lang="ja-JP" altLang="en-US" sz="900"/>
                        <a:t>⑧根拠</a:t>
                      </a:r>
                    </a:p>
                  </a:txBody>
                  <a:tcPr marL="42479" marR="42479" marT="21328" marB="21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900"/>
                        <a:t>読んだ資料・使った外部データ・突合の方法</a:t>
                      </a:r>
                    </a:p>
                  </a:txBody>
                  <a:tcPr marL="42479" marR="42479" marT="21328" marB="213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94003030"/>
                  </a:ext>
                </a:extLst>
              </a:tr>
            </a:tbl>
          </a:graphicData>
        </a:graphic>
      </p:graphicFrame>
      <p:sp>
        <p:nvSpPr>
          <p:cNvPr id="3" name="正方形/長方形 2">
            <a:extLst>
              <a:ext uri="{FF2B5EF4-FFF2-40B4-BE49-F238E27FC236}">
                <a16:creationId xmlns:a16="http://schemas.microsoft.com/office/drawing/2014/main" id="{0A7420A3-AD2A-552E-BB6D-7DB42DA0B6E8}"/>
              </a:ext>
            </a:extLst>
          </p:cNvPr>
          <p:cNvSpPr/>
          <p:nvPr/>
        </p:nvSpPr>
        <p:spPr bwMode="auto">
          <a:xfrm>
            <a:off x="6356630" y="1009488"/>
            <a:ext cx="2076281" cy="231541"/>
          </a:xfrm>
          <a:prstGeom prst="rect">
            <a:avLst/>
          </a:prstGeom>
          <a:solidFill>
            <a:schemeClr val="accent2">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a:ln>
                  <a:noFill/>
                </a:ln>
                <a:solidFill>
                  <a:schemeClr val="bg1"/>
                </a:solidFill>
                <a:effectLst/>
                <a:uLnTx/>
                <a:uFillTx/>
                <a:latin typeface="+mn-ea"/>
                <a:ea typeface="+mn-ea"/>
                <a:cs typeface="+mn-cs"/>
              </a:rPr>
              <a:t>操作手順</a:t>
            </a:r>
          </a:p>
        </p:txBody>
      </p:sp>
      <p:sp>
        <p:nvSpPr>
          <p:cNvPr id="34" name="四角形: 角を丸くする 33">
            <a:extLst>
              <a:ext uri="{FF2B5EF4-FFF2-40B4-BE49-F238E27FC236}">
                <a16:creationId xmlns:a16="http://schemas.microsoft.com/office/drawing/2014/main" id="{7F95F564-1DFF-86C0-6620-6F22F80900C9}"/>
              </a:ext>
            </a:extLst>
          </p:cNvPr>
          <p:cNvSpPr/>
          <p:nvPr/>
        </p:nvSpPr>
        <p:spPr bwMode="auto">
          <a:xfrm>
            <a:off x="4572000" y="4589386"/>
            <a:ext cx="1463040" cy="1793125"/>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t" anchorCtr="0">
            <a:noAutofit/>
          </a:bodyPr>
          <a:lstStyle/>
          <a:p>
            <a:pPr marR="0" defTabSz="914400" rtl="0" eaLnBrk="1" fontAlgn="auto" latinLnBrk="0" hangingPunct="1">
              <a:lnSpc>
                <a:spcPct val="110000"/>
              </a:lnSpc>
              <a:buClr>
                <a:schemeClr val="accent2"/>
              </a:buClr>
              <a:buSzPct val="80000"/>
              <a:tabLst>
                <a:tab pos="2057400" algn="l"/>
              </a:tabLst>
            </a:pPr>
            <a:r>
              <a:rPr kumimoji="1" lang="ja-JP" altLang="en-US" sz="1050" b="1" i="0" strike="noStrike" kern="1200" cap="none" spc="0" normalizeH="0" baseline="0" noProof="0" u="sng">
                <a:ln>
                  <a:noFill/>
                </a:ln>
                <a:effectLst/>
                <a:uLnTx/>
                <a:uFillTx/>
                <a:latin typeface="+mn-ea"/>
                <a:ea typeface="+mn-ea"/>
                <a:cs typeface="+mn-cs"/>
              </a:rPr>
              <a:t>★Tips(計画系共通)</a:t>
            </a:r>
          </a:p>
          <a:p>
            <a:pPr marR="0" defTabSz="914400" rtl="0" eaLnBrk="1" fontAlgn="auto" latinLnBrk="0" hangingPunct="1">
              <a:lnSpc>
                <a:spcPct val="110000"/>
              </a:lnSpc>
              <a:buClr>
                <a:schemeClr val="accent2"/>
              </a:buClr>
              <a:buSzPct val="80000"/>
              <a:tabLst>
                <a:tab pos="2057400" algn="l"/>
              </a:tabLst>
            </a:pPr>
            <a:r>
              <a:rPr lang="ja-JP" altLang="en-US" sz="1050" b="0">
                <a:latin typeface="+mn-ea"/>
              </a:rPr>
              <a:t>・結果は自動保存され「保存した結果を見る」で呼び戻し可</a:t>
            </a:r>
          </a:p>
          <a:p>
            <a:pPr marR="0" defTabSz="914400" rtl="0" eaLnBrk="1" fontAlgn="auto" latinLnBrk="0" hangingPunct="1">
              <a:lnSpc>
                <a:spcPct val="110000"/>
              </a:lnSpc>
              <a:buClr>
                <a:schemeClr val="accent2"/>
              </a:buClr>
              <a:buSzPct val="80000"/>
              <a:tabLst>
                <a:tab pos="2057400" algn="l"/>
              </a:tabLst>
            </a:pPr>
            <a:r>
              <a:rPr lang="ja-JP" altLang="en-US" sz="1050" b="0">
                <a:latin typeface="+mn-ea"/>
              </a:rPr>
              <a:t>・右下の「この結果についてAIに深掘りする」で壁打ちへ</a:t>
            </a:r>
          </a:p>
          <a:p>
            <a:pPr marR="0" defTabSz="914400" rtl="0" eaLnBrk="1" fontAlgn="auto" latinLnBrk="0" hangingPunct="1">
              <a:lnSpc>
                <a:spcPct val="110000"/>
              </a:lnSpc>
              <a:buClr>
                <a:schemeClr val="accent2"/>
              </a:buClr>
              <a:buSzPct val="80000"/>
              <a:tabLst>
                <a:tab pos="2057400" algn="l"/>
              </a:tabLst>
            </a:pPr>
            <a:r>
              <a:rPr lang="ja-JP" altLang="en-US" sz="1050" b="0">
                <a:latin typeface="+mn-ea"/>
              </a:rPr>
              <a:t>・「印刷・PDF」でレポートを出力</a:t>
            </a:r>
          </a:p>
        </p:txBody>
      </p:sp>
      <p:pic>
        <p:nvPicPr>
          <p:cNvPr id="8" name="図 7">
            <a:extLst>
              <a:ext uri="{FF2B5EF4-FFF2-40B4-BE49-F238E27FC236}">
                <a16:creationId xmlns:a16="http://schemas.microsoft.com/office/drawing/2014/main" id="{A32247F6-B3EC-0A32-943D-D1C9F7BF6AF9}"/>
              </a:ext>
            </a:extLst>
          </p:cNvPr>
          <p:cNvPicPr>
            <a:picLocks noChangeAspect="1"/>
          </p:cNvPicPr>
          <p:nvPr/>
        </p:nvPicPr>
        <p:blipFill>
          <a:blip r:embed="rId13"/>
          <a:stretch>
            <a:fillRect/>
          </a:stretch>
        </p:blipFill>
        <p:spPr>
          <a:xfrm>
            <a:off x="786384" y="2340864"/>
            <a:ext cx="3703320" cy="1864628"/>
          </a:xfrm>
          <a:prstGeom prst="rect">
            <a:avLst/>
          </a:prstGeom>
        </p:spPr>
      </p:pic>
      <p:sp>
        <p:nvSpPr>
          <p:cNvPr id="111" name="正方形/長方形 110">
            <a:extLst>
              <a:ext uri="{FF2B5EF4-FFF2-40B4-BE49-F238E27FC236}">
                <a16:creationId xmlns:a16="http://schemas.microsoft.com/office/drawing/2014/main" id="{05FAF37A-E3D5-9855-A5BD-049EAD150C60}"/>
              </a:ext>
            </a:extLst>
          </p:cNvPr>
          <p:cNvSpPr/>
          <p:nvPr/>
        </p:nvSpPr>
        <p:spPr bwMode="auto">
          <a:xfrm>
            <a:off x="786384" y="3462111"/>
            <a:ext cx="3703320" cy="743226"/>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114" name="正方形/長方形 113">
            <a:extLst>
              <a:ext uri="{FF2B5EF4-FFF2-40B4-BE49-F238E27FC236}">
                <a16:creationId xmlns:a16="http://schemas.microsoft.com/office/drawing/2014/main" id="{03F487F3-1A89-5D1F-9B81-A6B80C73CB27}"/>
              </a:ext>
            </a:extLst>
          </p:cNvPr>
          <p:cNvSpPr/>
          <p:nvPr/>
        </p:nvSpPr>
        <p:spPr bwMode="auto">
          <a:xfrm>
            <a:off x="786384" y="2340864"/>
            <a:ext cx="3703320" cy="1105229"/>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pic>
        <p:nvPicPr>
          <p:cNvPr id="20" name="図 19">
            <a:extLst>
              <a:ext uri="{FF2B5EF4-FFF2-40B4-BE49-F238E27FC236}">
                <a16:creationId xmlns:a16="http://schemas.microsoft.com/office/drawing/2014/main" id="{FFBB3C87-4760-E8D9-E9CB-D1F4C4A115AE}"/>
              </a:ext>
            </a:extLst>
          </p:cNvPr>
          <p:cNvPicPr>
            <a:picLocks noChangeAspect="1"/>
          </p:cNvPicPr>
          <p:nvPr/>
        </p:nvPicPr>
        <p:blipFill>
          <a:blip r:embed="rId14"/>
          <a:stretch>
            <a:fillRect/>
          </a:stretch>
        </p:blipFill>
        <p:spPr>
          <a:xfrm>
            <a:off x="786384" y="4333354"/>
            <a:ext cx="3703320" cy="1665773"/>
          </a:xfrm>
          <a:prstGeom prst="rect">
            <a:avLst/>
          </a:prstGeom>
        </p:spPr>
      </p:pic>
      <p:sp>
        <p:nvSpPr>
          <p:cNvPr id="28" name="正方形/長方形 27">
            <a:extLst>
              <a:ext uri="{FF2B5EF4-FFF2-40B4-BE49-F238E27FC236}">
                <a16:creationId xmlns:a16="http://schemas.microsoft.com/office/drawing/2014/main" id="{6C1BFC67-EFD0-1BCD-AB41-2B8FD99D252C}"/>
              </a:ext>
            </a:extLst>
          </p:cNvPr>
          <p:cNvSpPr/>
          <p:nvPr/>
        </p:nvSpPr>
        <p:spPr bwMode="auto">
          <a:xfrm>
            <a:off x="777240" y="4324210"/>
            <a:ext cx="3721607" cy="1684141"/>
          </a:xfrm>
          <a:prstGeom prst="rect">
            <a:avLst/>
          </a:prstGeom>
          <a:noFill/>
          <a:ln w="1905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17" name="四角形: 角を丸くする 16">
            <a:extLst>
              <a:ext uri="{FF2B5EF4-FFF2-40B4-BE49-F238E27FC236}">
                <a16:creationId xmlns:a16="http://schemas.microsoft.com/office/drawing/2014/main" id="{A5AEAD0F-0E13-FFB7-7EB7-7AA736E3412B}"/>
              </a:ext>
            </a:extLst>
          </p:cNvPr>
          <p:cNvSpPr/>
          <p:nvPr/>
        </p:nvSpPr>
        <p:spPr bwMode="auto">
          <a:xfrm>
            <a:off x="6309360" y="1298448"/>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4-A1</a:t>
            </a:r>
            <a:endParaRPr lang="ja-JP" altLang="en-US" sz="1100" b="1">
              <a:solidFill>
                <a:schemeClr val="bg1"/>
              </a:solidFill>
              <a:latin typeface="+mn-ea"/>
            </a:endParaRPr>
          </a:p>
        </p:txBody>
      </p:sp>
      <p:sp>
        <p:nvSpPr>
          <p:cNvPr id="25" name="四角形: 角を丸くする 24">
            <a:extLst>
              <a:ext uri="{FF2B5EF4-FFF2-40B4-BE49-F238E27FC236}">
                <a16:creationId xmlns:a16="http://schemas.microsoft.com/office/drawing/2014/main" id="{37704A54-7629-D5B0-11C0-A333D4B6EA6C}"/>
              </a:ext>
            </a:extLst>
          </p:cNvPr>
          <p:cNvSpPr/>
          <p:nvPr/>
        </p:nvSpPr>
        <p:spPr bwMode="auto">
          <a:xfrm>
            <a:off x="6309360" y="1714500"/>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4-A2</a:t>
            </a:r>
            <a:endParaRPr lang="ja-JP" altLang="en-US" sz="1100" b="1">
              <a:solidFill>
                <a:schemeClr val="bg1"/>
              </a:solidFill>
              <a:latin typeface="+mn-ea"/>
            </a:endParaRPr>
          </a:p>
        </p:txBody>
      </p:sp>
      <p:sp>
        <p:nvSpPr>
          <p:cNvPr id="33" name="四角形: 角を丸くする 32">
            <a:extLst>
              <a:ext uri="{FF2B5EF4-FFF2-40B4-BE49-F238E27FC236}">
                <a16:creationId xmlns:a16="http://schemas.microsoft.com/office/drawing/2014/main" id="{DF7CC1F0-546B-014E-DD14-881AEA390E07}"/>
              </a:ext>
            </a:extLst>
          </p:cNvPr>
          <p:cNvSpPr/>
          <p:nvPr/>
        </p:nvSpPr>
        <p:spPr bwMode="auto">
          <a:xfrm>
            <a:off x="6309360" y="2912364"/>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4-A4</a:t>
            </a:r>
            <a:endParaRPr lang="ja-JP" altLang="en-US" sz="1100" b="1">
              <a:solidFill>
                <a:schemeClr val="bg1"/>
              </a:solidFill>
              <a:latin typeface="+mn-ea"/>
            </a:endParaRPr>
          </a:p>
        </p:txBody>
      </p:sp>
      <p:sp>
        <p:nvSpPr>
          <p:cNvPr id="37" name="四角形: 角を丸くする 36">
            <a:extLst>
              <a:ext uri="{FF2B5EF4-FFF2-40B4-BE49-F238E27FC236}">
                <a16:creationId xmlns:a16="http://schemas.microsoft.com/office/drawing/2014/main" id="{A7D6C7D3-FD4A-338C-29AE-BCBCE8CAA25F}"/>
              </a:ext>
            </a:extLst>
          </p:cNvPr>
          <p:cNvSpPr/>
          <p:nvPr/>
        </p:nvSpPr>
        <p:spPr bwMode="auto">
          <a:xfrm>
            <a:off x="6309360" y="3877055"/>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4-A5</a:t>
            </a:r>
            <a:endParaRPr lang="ja-JP" altLang="en-US" sz="1100" b="1">
              <a:solidFill>
                <a:schemeClr val="bg1"/>
              </a:solidFill>
              <a:latin typeface="+mn-ea"/>
            </a:endParaRPr>
          </a:p>
        </p:txBody>
      </p:sp>
      <p:sp>
        <p:nvSpPr>
          <p:cNvPr id="38" name="四角形: 角を丸くする 37">
            <a:extLst>
              <a:ext uri="{FF2B5EF4-FFF2-40B4-BE49-F238E27FC236}">
                <a16:creationId xmlns:a16="http://schemas.microsoft.com/office/drawing/2014/main" id="{892D721E-D130-6E48-C566-98956DB6F663}"/>
              </a:ext>
            </a:extLst>
          </p:cNvPr>
          <p:cNvSpPr/>
          <p:nvPr/>
        </p:nvSpPr>
        <p:spPr bwMode="auto">
          <a:xfrm>
            <a:off x="6309360" y="2130552"/>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4-A3</a:t>
            </a:r>
            <a:endParaRPr lang="ja-JP" altLang="en-US" sz="1100" b="1">
              <a:solidFill>
                <a:schemeClr val="bg1"/>
              </a:solidFill>
              <a:latin typeface="+mn-ea"/>
            </a:endParaRPr>
          </a:p>
        </p:txBody>
      </p:sp>
      <p:sp>
        <p:nvSpPr>
          <p:cNvPr id="45" name="四角形: 角を丸くする 44">
            <a:extLst>
              <a:ext uri="{FF2B5EF4-FFF2-40B4-BE49-F238E27FC236}">
                <a16:creationId xmlns:a16="http://schemas.microsoft.com/office/drawing/2014/main" id="{16D34450-E50E-CB26-1B1D-D02BDBA51C72}"/>
              </a:ext>
            </a:extLst>
          </p:cNvPr>
          <p:cNvSpPr/>
          <p:nvPr/>
        </p:nvSpPr>
        <p:spPr bwMode="auto">
          <a:xfrm>
            <a:off x="676656" y="1316736"/>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4-A1</a:t>
            </a:r>
            <a:endParaRPr lang="ja-JP" altLang="en-US" sz="1100" b="1">
              <a:solidFill>
                <a:schemeClr val="bg1"/>
              </a:solidFill>
              <a:latin typeface="+mn-ea"/>
            </a:endParaRPr>
          </a:p>
        </p:txBody>
      </p:sp>
      <p:sp>
        <p:nvSpPr>
          <p:cNvPr id="46" name="四角形: 角を丸くする 45">
            <a:extLst>
              <a:ext uri="{FF2B5EF4-FFF2-40B4-BE49-F238E27FC236}">
                <a16:creationId xmlns:a16="http://schemas.microsoft.com/office/drawing/2014/main" id="{60CAB325-2271-87E1-0349-DE4332C15EF3}"/>
              </a:ext>
            </a:extLst>
          </p:cNvPr>
          <p:cNvSpPr/>
          <p:nvPr/>
        </p:nvSpPr>
        <p:spPr bwMode="auto">
          <a:xfrm>
            <a:off x="3910855" y="1767093"/>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4-A2</a:t>
            </a:r>
            <a:endParaRPr lang="ja-JP" altLang="en-US" sz="1100" b="1">
              <a:solidFill>
                <a:schemeClr val="bg1"/>
              </a:solidFill>
              <a:latin typeface="+mn-ea"/>
            </a:endParaRPr>
          </a:p>
        </p:txBody>
      </p:sp>
      <p:sp>
        <p:nvSpPr>
          <p:cNvPr id="47" name="四角形: 角を丸くする 46">
            <a:extLst>
              <a:ext uri="{FF2B5EF4-FFF2-40B4-BE49-F238E27FC236}">
                <a16:creationId xmlns:a16="http://schemas.microsoft.com/office/drawing/2014/main" id="{2876E742-D203-B83F-FD13-E656E5130CC7}"/>
              </a:ext>
            </a:extLst>
          </p:cNvPr>
          <p:cNvSpPr/>
          <p:nvPr/>
        </p:nvSpPr>
        <p:spPr bwMode="auto">
          <a:xfrm>
            <a:off x="4526280" y="3498687"/>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4-A4</a:t>
            </a:r>
            <a:endParaRPr lang="ja-JP" altLang="en-US" sz="1100" b="1">
              <a:solidFill>
                <a:schemeClr val="bg1"/>
              </a:solidFill>
              <a:latin typeface="+mn-ea"/>
            </a:endParaRPr>
          </a:p>
        </p:txBody>
      </p:sp>
      <p:sp>
        <p:nvSpPr>
          <p:cNvPr id="48" name="四角形: 角を丸くする 47">
            <a:extLst>
              <a:ext uri="{FF2B5EF4-FFF2-40B4-BE49-F238E27FC236}">
                <a16:creationId xmlns:a16="http://schemas.microsoft.com/office/drawing/2014/main" id="{59536101-C698-D1D2-058E-09A9486C14FD}"/>
              </a:ext>
            </a:extLst>
          </p:cNvPr>
          <p:cNvSpPr/>
          <p:nvPr/>
        </p:nvSpPr>
        <p:spPr bwMode="auto">
          <a:xfrm>
            <a:off x="4526280" y="4369930"/>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4-A5</a:t>
            </a:r>
            <a:endParaRPr lang="ja-JP" altLang="en-US" sz="1100" b="1">
              <a:solidFill>
                <a:schemeClr val="bg1"/>
              </a:solidFill>
              <a:latin typeface="+mn-ea"/>
            </a:endParaRPr>
          </a:p>
        </p:txBody>
      </p:sp>
      <p:sp>
        <p:nvSpPr>
          <p:cNvPr id="49" name="四角形: 角を丸くする 48">
            <a:extLst>
              <a:ext uri="{FF2B5EF4-FFF2-40B4-BE49-F238E27FC236}">
                <a16:creationId xmlns:a16="http://schemas.microsoft.com/office/drawing/2014/main" id="{F9E855EC-4520-0FD9-F263-9DDECD151D49}"/>
              </a:ext>
            </a:extLst>
          </p:cNvPr>
          <p:cNvSpPr/>
          <p:nvPr/>
        </p:nvSpPr>
        <p:spPr bwMode="auto">
          <a:xfrm>
            <a:off x="4526280" y="2377440"/>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4-A3</a:t>
            </a:r>
            <a:endParaRPr lang="ja-JP" altLang="en-US" sz="1100" b="1">
              <a:solidFill>
                <a:schemeClr val="bg1"/>
              </a:solidFill>
              <a:latin typeface="+mn-ea"/>
            </a:endParaRPr>
          </a:p>
        </p:txBody>
      </p:sp>
      <p:sp>
        <p:nvSpPr>
          <p:cNvPr id="121" name="正方形/長方形 12 c121">
            <a:extLst>
              <a:ext uri="{FF2B5EF4-FFF2-40B4-BE49-F238E27FC236}">
                <a16:creationId xmlns:a16="http://schemas.microsoft.com/office/drawing/2014/main" id="{E3E51785-06C1-361F-9AF1-B2E59C27FB6D}"/>
              </a:ext>
            </a:extLst>
          </p:cNvPr>
          <p:cNvSpPr/>
          <p:nvPr/>
        </p:nvSpPr>
        <p:spPr bwMode="auto">
          <a:xfrm>
            <a:off x="6361033" y="1280160"/>
            <a:ext cx="5207079" cy="25146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ホーム画面左下の「計画の策定・確認サポート」をクリック</a:t>
            </a:r>
            <a:endParaRPr lang="ja-JP" altLang="ja-JP" sz="1200" b="1">
              <a:latin typeface="+mn-ea"/>
            </a:endParaRPr>
          </a:p>
        </p:txBody>
      </p:sp>
      <p:sp>
        <p:nvSpPr>
          <p:cNvPr id="122" name="正方形/長方形 12 c121 c122">
            <a:extLst>
              <a:ext uri="{FF2B5EF4-FFF2-40B4-BE49-F238E27FC236}">
                <a16:creationId xmlns:a16="http://schemas.microsoft.com/office/drawing/2014/main" id="{E3E51785-06C1-361F-9AF1-B2E59C27FB6D}"/>
              </a:ext>
            </a:extLst>
          </p:cNvPr>
          <p:cNvSpPr/>
          <p:nvPr/>
        </p:nvSpPr>
        <p:spPr bwMode="auto">
          <a:xfrm>
            <a:off x="6361033" y="1696212"/>
            <a:ext cx="5207079" cy="25146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遷移先の画面の「前提を洗い直す」を選択</a:t>
            </a:r>
            <a:endParaRPr lang="ja-JP" altLang="ja-JP" sz="1200" b="1">
              <a:latin typeface="+mn-ea"/>
            </a:endParaRPr>
          </a:p>
        </p:txBody>
      </p:sp>
      <p:sp>
        <p:nvSpPr>
          <p:cNvPr id="123" name="正方形/長方形 12 c121 c123">
            <a:extLst>
              <a:ext uri="{FF2B5EF4-FFF2-40B4-BE49-F238E27FC236}">
                <a16:creationId xmlns:a16="http://schemas.microsoft.com/office/drawing/2014/main" id="{E3E51785-06C1-361F-9AF1-B2E59C27FB6D}"/>
              </a:ext>
            </a:extLst>
          </p:cNvPr>
          <p:cNvSpPr/>
          <p:nvPr/>
        </p:nvSpPr>
        <p:spPr bwMode="auto">
          <a:xfrm>
            <a:off x="6361033" y="2112264"/>
            <a:ext cx="5207079" cy="61722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対象事業と計画期間を選択</a:t>
            </a:r>
            <a:br>
              <a:rPr lang="ja-JP" altLang="ja-JP" sz="1200" b="1">
                <a:latin typeface="+mn-ea"/>
              </a:rPr>
            </a:br>
            <a:r>
              <a:rPr lang="ja-JP" altLang="en-US" sz="1200" b="1">
                <a:latin typeface="+mn-ea"/>
              </a:rPr>
              <a:t>対象事業は1つ選択(既定は都市交通)</a:t>
            </a:r>
            <a:br>
              <a:rPr lang="ja-JP" altLang="ja-JP" sz="1200" b="1">
                <a:latin typeface="+mn-ea"/>
              </a:rPr>
            </a:br>
            <a:r>
              <a:rPr lang="ja-JP" altLang="en-US" sz="1200" b="1">
                <a:latin typeface="+mn-ea"/>
              </a:rPr>
              <a:t>計画期間は単年度・中長期の両方が既定</a:t>
            </a:r>
            <a:endParaRPr lang="ja-JP" altLang="ja-JP" sz="1200" b="1">
              <a:latin typeface="+mn-ea"/>
            </a:endParaRPr>
          </a:p>
        </p:txBody>
      </p:sp>
      <p:sp>
        <p:nvSpPr>
          <p:cNvPr id="124" name="正方形/長方形 12 c121 c124">
            <a:extLst>
              <a:ext uri="{FF2B5EF4-FFF2-40B4-BE49-F238E27FC236}">
                <a16:creationId xmlns:a16="http://schemas.microsoft.com/office/drawing/2014/main" id="{E3E51785-06C1-361F-9AF1-B2E59C27FB6D}"/>
              </a:ext>
            </a:extLst>
          </p:cNvPr>
          <p:cNvSpPr/>
          <p:nvPr/>
        </p:nvSpPr>
        <p:spPr bwMode="auto">
          <a:xfrm>
            <a:off x="6361033" y="2894076"/>
            <a:ext cx="5207079" cy="80010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参照する資料を確認</a:t>
            </a:r>
            <a:br>
              <a:rPr lang="ja-JP" altLang="ja-JP" sz="1200" b="1">
                <a:latin typeface="+mn-ea"/>
              </a:rPr>
            </a:br>
            <a:r>
              <a:rPr lang="ja-JP" altLang="en-US" sz="1200" b="1">
                <a:latin typeface="+mn-ea"/>
              </a:rPr>
              <a:t>前回承認された計画書(必須)は最新版が自動セット</a:t>
            </a:r>
            <a:br>
              <a:rPr lang="ja-JP" altLang="ja-JP" sz="1200" b="1">
                <a:latin typeface="+mn-ea"/>
              </a:rPr>
            </a:br>
            <a:r>
              <a:rPr lang="ja-JP" altLang="en-US" sz="1200" b="1">
                <a:latin typeface="+mn-ea"/>
              </a:rPr>
              <a:t>過去版への差替えや手元ファイルの投入も可能</a:t>
            </a:r>
            <a:br>
              <a:rPr lang="ja-JP" altLang="ja-JP" sz="1200" b="1">
                <a:latin typeface="+mn-ea"/>
              </a:rPr>
            </a:br>
            <a:r>
              <a:rPr lang="ja-JP" altLang="en-US" sz="1200" b="1">
                <a:latin typeface="+mn-ea"/>
              </a:rPr>
              <a:t>個別事業では予算編成方針・着地見込みも自動セット</a:t>
            </a:r>
            <a:endParaRPr lang="ja-JP" altLang="ja-JP" sz="1200" b="1">
              <a:latin typeface="+mn-ea"/>
            </a:endParaRPr>
          </a:p>
        </p:txBody>
      </p:sp>
      <p:sp>
        <p:nvSpPr>
          <p:cNvPr id="125" name="正方形/長方形 12 c121 c125">
            <a:extLst>
              <a:ext uri="{FF2B5EF4-FFF2-40B4-BE49-F238E27FC236}">
                <a16:creationId xmlns:a16="http://schemas.microsoft.com/office/drawing/2014/main" id="{E3E51785-06C1-361F-9AF1-B2E59C27FB6D}"/>
              </a:ext>
            </a:extLst>
          </p:cNvPr>
          <p:cNvSpPr/>
          <p:nvPr/>
        </p:nvSpPr>
        <p:spPr bwMode="auto">
          <a:xfrm>
            <a:off x="6361033" y="3858768"/>
            <a:ext cx="5207079" cy="61722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「前提の洗い直しレポートを作成」を押し、結果を確認</a:t>
            </a:r>
            <a:br>
              <a:rPr lang="ja-JP" altLang="ja-JP" sz="1200" b="1">
                <a:latin typeface="+mn-ea"/>
              </a:rPr>
            </a:br>
            <a:r>
              <a:rPr lang="ja-JP" altLang="en-US" sz="1200" b="1">
                <a:latin typeface="+mn-ea"/>
              </a:rPr>
              <a:t>前回計画の前提を外部データ・着地見込みで</a:t>
            </a:r>
            <a:br>
              <a:rPr lang="ja-JP" altLang="ja-JP" sz="1200" b="1">
                <a:latin typeface="+mn-ea"/>
              </a:rPr>
            </a:br>
            <a:r>
              <a:rPr lang="ja-JP" altLang="en-US" sz="1200" b="1">
                <a:latin typeface="+mn-ea"/>
              </a:rPr>
              <a:t>洗い直し、以下の8項目で整理(所要2〜4分)</a:t>
            </a:r>
            <a:endParaRPr lang="ja-JP" altLang="ja-JP" sz="1200" b="1">
              <a:latin typeface="+mn-ea"/>
            </a:endParaRPr>
          </a:p>
        </p:txBody>
      </p:sp>
    </p:spTree>
    <p:extLst>
      <p:ext uri="{BB962C8B-B14F-4D97-AF65-F5344CB8AC3E}">
        <p14:creationId xmlns:p14="http://schemas.microsoft.com/office/powerpoint/2010/main" val="726953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CD907-1DD9-6626-43A0-ABC1D8E04438}"/>
            </a:ext>
          </a:extLst>
        </p:cNvPr>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DD6E0E61-D6C8-1E90-29C8-A2B89CE33648}"/>
              </a:ext>
            </a:extLst>
          </p:cNvPr>
          <p:cNvGraphicFramePr>
            <a:graphicFrameLocks/>
          </p:cNvGraphicFramePr>
          <p:nvPr>
            <p:custDataLst>
              <p:tags r:id="rId1"/>
            </p:custDataLst>
            <p:extLst>
              <p:ext uri="{D42A27DB-BD31-4B8C-83A1-F6EECF244321}">
                <p14:modId xmlns:p14="http://schemas.microsoft.com/office/powerpoint/2010/main" val="27750705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42" progId="TCLayout.ActiveDocument.1">
                  <p:embed/>
                </p:oleObj>
              </mc:Choice>
              <mc:Fallback>
                <p:oleObj name="thinkcellスライド" r:id="rId4" imgW="639" imgH="642" progId="TCLayout.ActiveDocument.1">
                  <p:embed/>
                  <p:pic>
                    <p:nvPicPr>
                      <p:cNvPr id="54" name="think-cell data - do not delete" hidden="1">
                        <a:extLst>
                          <a:ext uri="{FF2B5EF4-FFF2-40B4-BE49-F238E27FC236}">
                            <a16:creationId xmlns:a16="http://schemas.microsoft.com/office/drawing/2014/main" id="{DD6E0E61-D6C8-1E90-29C8-A2B89CE3364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52" name="図 51">
            <a:extLst>
              <a:ext uri="{FF2B5EF4-FFF2-40B4-BE49-F238E27FC236}">
                <a16:creationId xmlns:a16="http://schemas.microsoft.com/office/drawing/2014/main" id="{D72A6C0F-4C00-49DE-1F44-96571852F7B3}"/>
              </a:ext>
            </a:extLst>
          </p:cNvPr>
          <p:cNvPicPr>
            <a:picLocks noChangeAspect="1"/>
          </p:cNvPicPr>
          <p:nvPr/>
        </p:nvPicPr>
        <p:blipFill>
          <a:blip r:embed="rId14"/>
          <a:stretch>
            <a:fillRect/>
          </a:stretch>
        </p:blipFill>
        <p:spPr>
          <a:xfrm>
            <a:off x="3310128" y="1389888"/>
            <a:ext cx="2697480" cy="442932"/>
          </a:xfrm>
          <a:prstGeom prst="rect">
            <a:avLst/>
          </a:prstGeom>
        </p:spPr>
      </p:pic>
      <p:sp>
        <p:nvSpPr>
          <p:cNvPr id="27" name="テキスト プレースホルダー 26">
            <a:extLst>
              <a:ext uri="{FF2B5EF4-FFF2-40B4-BE49-F238E27FC236}">
                <a16:creationId xmlns:a16="http://schemas.microsoft.com/office/drawing/2014/main" id="{AF86C7EA-3705-0AE3-C2C8-8E5754C34BF7}"/>
              </a:ext>
            </a:extLst>
          </p:cNvPr>
          <p:cNvSpPr>
            <a:spLocks noGrp="1"/>
          </p:cNvSpPr>
          <p:nvPr>
            <p:ph type="body" sz="quarter" idx="11"/>
          </p:nvPr>
        </p:nvSpPr>
        <p:spPr>
          <a:xfrm>
            <a:off x="623888" y="300199"/>
            <a:ext cx="10944112" cy="216000"/>
          </a:xfrm>
        </p:spPr>
        <p:txBody>
          <a:bodyPr/>
          <a:lstStyle/>
          <a:p>
            <a:r>
              <a:rPr lang="ja-JP" altLang="en-US"/>
              <a:t>計画の策定・確認サポートの利用方法</a:t>
            </a:r>
            <a:r>
              <a:rPr lang="ja-JP" altLang="ja-JP"/>
              <a:t>(</a:t>
            </a:r>
            <a:r>
              <a:rPr lang="ja-JP" altLang="en-US"/>
              <a:t>２</a:t>
            </a:r>
            <a:r>
              <a:rPr lang="ja-JP" altLang="ja-JP"/>
              <a:t>/3</a:t>
            </a:r>
            <a:r>
              <a:rPr lang="ja-JP" altLang="en-US"/>
              <a:t> 戦略・計画を点検する</a:t>
            </a:r>
            <a:r>
              <a:rPr lang="ja-JP" altLang="ja-JP"/>
              <a:t>)</a:t>
            </a:r>
            <a:endParaRPr lang="ja-JP" altLang="en-US"/>
          </a:p>
        </p:txBody>
      </p:sp>
      <p:sp>
        <p:nvSpPr>
          <p:cNvPr id="13" name="正方形/長方形 12">
            <a:extLst>
              <a:ext uri="{FF2B5EF4-FFF2-40B4-BE49-F238E27FC236}">
                <a16:creationId xmlns:a16="http://schemas.microsoft.com/office/drawing/2014/main" id="{0D3C10CF-418A-0AA8-EA2C-7DFD7D547590}"/>
              </a:ext>
            </a:extLst>
          </p:cNvPr>
          <p:cNvSpPr/>
          <p:nvPr/>
        </p:nvSpPr>
        <p:spPr bwMode="auto">
          <a:xfrm>
            <a:off x="6361031" y="1017038"/>
            <a:ext cx="5207082" cy="5436149"/>
          </a:xfrm>
          <a:prstGeom prst="rect">
            <a:avLst/>
          </a:prstGeom>
          <a:solidFill>
            <a:srgbClr val="F0F2F6">
              <a:alpha val="80000"/>
            </a:srgbClr>
          </a:solidFill>
          <a:ln w="9525">
            <a:noFill/>
            <a:miter lim="800000"/>
            <a:headEnd/>
            <a:tailEnd/>
          </a:ln>
          <a:effectLst/>
        </p:spPr>
        <p:txBody>
          <a:bodyPr wrap="none" lIns="0" tIns="0" rIns="0" bIns="0" rtlCol="0" anchor="t" anchorCtr="0">
            <a:noAutofit/>
          </a:bodyPr>
          <a:lstStyle/>
          <a:p>
            <a:pPr marL="0">
              <a:lnSpc>
                <a:spcPct val="110000"/>
              </a:lnSpc>
              <a:spcAft>
                <a:spcPts val="300"/>
              </a:spcAft>
              <a:buClr>
                <a:schemeClr val="accent2"/>
              </a:buClr>
              <a:buSzPct val="80000"/>
              <a:buNone/>
            </a:pPr>
            <a:endParaRPr lang="ja-JP" altLang="ja-JP" sz="1400" b="1">
              <a:latin typeface="+mn-ea"/>
            </a:endParaRPr>
          </a:p>
        </p:txBody>
      </p:sp>
      <p:graphicFrame>
        <p:nvGraphicFramePr>
          <p:cNvPr id="120" name="表 119">
            <a:extLst>
              <a:ext uri="{FF2B5EF4-FFF2-40B4-BE49-F238E27FC236}">
                <a16:creationId xmlns:a16="http://schemas.microsoft.com/office/drawing/2014/main" id="{581F312F-CC7A-4358-9FA7-3361D8DAF5EF}"/>
              </a:ext>
            </a:extLst>
          </p:cNvPr>
          <p:cNvGraphicFramePr>
            <a:graphicFrameLocks noGrp="1"/>
          </p:cNvGraphicFramePr>
          <p:nvPr>
            <p:extLst>
              <p:ext uri="{D42A27DB-BD31-4B8C-83A1-F6EECF244321}">
                <p14:modId xmlns:p14="http://schemas.microsoft.com/office/powerpoint/2010/main" val="1801230667"/>
              </p:ext>
            </p:extLst>
          </p:nvPr>
        </p:nvGraphicFramePr>
        <p:xfrm>
          <a:off x="6748272" y="4713732"/>
          <a:ext cx="4617719" cy="1094884"/>
        </p:xfrm>
        <a:graphic>
          <a:graphicData uri="http://schemas.openxmlformats.org/drawingml/2006/table">
            <a:tbl>
              <a:tblPr firstRow="1" bandRow="1">
                <a:tableStyleId>{21E4AEA4-8DFA-4A89-87EB-49C32662AFE0}</a:tableStyleId>
              </a:tblPr>
              <a:tblGrid>
                <a:gridCol w="1874519">
                  <a:extLst>
                    <a:ext uri="{9D8B030D-6E8A-4147-A177-3AD203B41FA5}">
                      <a16:colId xmlns:a16="http://schemas.microsoft.com/office/drawing/2014/main" val="3309756768"/>
                    </a:ext>
                  </a:extLst>
                </a:gridCol>
                <a:gridCol w="2743200">
                  <a:extLst>
                    <a:ext uri="{9D8B030D-6E8A-4147-A177-3AD203B41FA5}">
                      <a16:colId xmlns:a16="http://schemas.microsoft.com/office/drawing/2014/main" val="2736220435"/>
                    </a:ext>
                  </a:extLst>
                </a:gridCol>
              </a:tblGrid>
              <a:tr h="182029">
                <a:tc>
                  <a:txBody>
                    <a:bodyPr/>
                    <a:lstStyle/>
                    <a:p>
                      <a:r>
                        <a:rPr kumimoji="1" lang="ja-JP" altLang="en-US" sz="900"/>
                        <a:t>出力項目</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900"/>
                        <a:t>出力内容</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6243815"/>
                  </a:ext>
                </a:extLst>
              </a:tr>
              <a:tr h="227102">
                <a:tc>
                  <a:txBody>
                    <a:bodyPr/>
                    <a:lstStyle/>
                    <a:p>
                      <a:r>
                        <a:rPr kumimoji="1" lang="ja-JP" altLang="en-US" sz="900"/>
                        <a:t>①総括</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a:t>点検結果の要約(3文以内)</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9939834"/>
                  </a:ext>
                </a:extLst>
              </a:tr>
              <a:tr h="227102">
                <a:tc>
                  <a:txBody>
                    <a:bodyPr/>
                    <a:lstStyle/>
                    <a:p>
                      <a:r>
                        <a:rPr kumimoji="1" lang="ja-JP" altLang="en-US" sz="900"/>
                        <a:t>②修正すべきポイント</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a:t>記載の矛盾や方針からの逸脱(修正の方向付)</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6180195"/>
                  </a:ext>
                </a:extLst>
              </a:tr>
              <a:tr h="227102">
                <a:tc>
                  <a:txBody>
                    <a:bodyPr/>
                    <a:lstStyle/>
                    <a:p>
                      <a:r>
                        <a:rPr kumimoji="1" lang="ja-JP" altLang="en-US" sz="900"/>
                        <a:t>③修正の検討が必要なポイント</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a:t>提出前に検討したい点</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2132733"/>
                  </a:ext>
                </a:extLst>
              </a:tr>
              <a:tr h="227102">
                <a:tc>
                  <a:txBody>
                    <a:bodyPr/>
                    <a:lstStyle/>
                    <a:p>
                      <a:r>
                        <a:rPr kumimoji="1" lang="ja-JP" altLang="en-US" sz="900"/>
                        <a:t>④経営陣から問われそうなポイント</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a:t>議事録にある同種の過去指摘と共に整理</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94003030"/>
                  </a:ext>
                </a:extLst>
              </a:tr>
              <a:tr h="227102">
                <a:tc>
                  <a:txBody>
                    <a:bodyPr/>
                    <a:lstStyle/>
                    <a:p>
                      <a:r>
                        <a:rPr kumimoji="1" lang="ja-JP" altLang="en-US" sz="900"/>
                        <a:t>⑤確認できなかったこと</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a:t>資料が無く確認できなかった点</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94003030"/>
                  </a:ext>
                </a:extLst>
              </a:tr>
              <a:tr h="227102">
                <a:tc>
                  <a:txBody>
                    <a:bodyPr/>
                    <a:lstStyle/>
                    <a:p>
                      <a:r>
                        <a:rPr kumimoji="1" lang="ja-JP" altLang="en-US" sz="900"/>
                        <a:t>⑥根拠</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a:t>突合の方法と一致を確認できた主要数値</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94003030"/>
                  </a:ext>
                </a:extLst>
              </a:tr>
            </a:tbl>
          </a:graphicData>
        </a:graphic>
      </p:graphicFrame>
      <p:sp>
        <p:nvSpPr>
          <p:cNvPr id="10" name="四角形: 角を丸くする 9">
            <a:extLst>
              <a:ext uri="{FF2B5EF4-FFF2-40B4-BE49-F238E27FC236}">
                <a16:creationId xmlns:a16="http://schemas.microsoft.com/office/drawing/2014/main" id="{2FBD347E-DBC5-A6E8-D6F2-90B4313ADF9C}"/>
              </a:ext>
            </a:extLst>
          </p:cNvPr>
          <p:cNvSpPr/>
          <p:nvPr/>
        </p:nvSpPr>
        <p:spPr bwMode="auto">
          <a:xfrm>
            <a:off x="4224528" y="5003001"/>
            <a:ext cx="1783080" cy="1379510"/>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t" anchorCtr="0">
            <a:noAutofit/>
          </a:bodyPr>
          <a:lstStyle/>
          <a:p>
            <a:pPr marR="0" defTabSz="914400" rtl="0" eaLnBrk="1" fontAlgn="auto" latinLnBrk="0" hangingPunct="1">
              <a:lnSpc>
                <a:spcPct val="110000"/>
              </a:lnSpc>
              <a:buClr>
                <a:schemeClr val="accent2"/>
              </a:buClr>
              <a:buSzPct val="80000"/>
              <a:tabLst>
                <a:tab pos="2057400" algn="l"/>
              </a:tabLst>
            </a:pPr>
            <a:r>
              <a:rPr kumimoji="1" lang="ja-JP" altLang="en-US" sz="1050" b="1" i="0" strike="noStrike" kern="1200" cap="none" spc="0" normalizeH="0" baseline="0" noProof="0" u="sng">
                <a:ln>
                  <a:noFill/>
                </a:ln>
                <a:effectLst/>
                <a:uLnTx/>
                <a:uFillTx/>
                <a:latin typeface="+mn-ea"/>
                <a:ea typeface="+mn-ea"/>
                <a:cs typeface="+mn-cs"/>
              </a:rPr>
              <a:t>★Tips</a:t>
            </a:r>
          </a:p>
          <a:p>
            <a:pPr marR="0" defTabSz="914400" rtl="0" eaLnBrk="1" fontAlgn="auto" latinLnBrk="0" hangingPunct="1">
              <a:lnSpc>
                <a:spcPct val="110000"/>
              </a:lnSpc>
              <a:buClr>
                <a:schemeClr val="accent2"/>
              </a:buClr>
              <a:buSzPct val="80000"/>
              <a:tabLst>
                <a:tab pos="2057400" algn="l"/>
              </a:tabLst>
            </a:pPr>
            <a:r>
              <a:rPr lang="ja-JP" altLang="en-US" sz="1050" b="0">
                <a:latin typeface="+mn-ea"/>
              </a:rPr>
              <a:t>・「②修正すべきポイント」が0件になれば点検完了</a:t>
            </a:r>
          </a:p>
          <a:p>
            <a:pPr marR="0" defTabSz="914400" rtl="0" eaLnBrk="1" fontAlgn="auto" latinLnBrk="0" hangingPunct="1">
              <a:lnSpc>
                <a:spcPct val="110000"/>
              </a:lnSpc>
              <a:buClr>
                <a:schemeClr val="accent2"/>
              </a:buClr>
              <a:buSzPct val="80000"/>
              <a:tabLst>
                <a:tab pos="2057400" algn="l"/>
              </a:tabLst>
            </a:pPr>
            <a:r>
              <a:rPr lang="ja-JP" altLang="en-US" sz="1050" b="0">
                <a:latin typeface="+mn-ea"/>
              </a:rPr>
              <a:t>・論点の選択やプロンプト入力は不要(資料の種別・比較の要否はAIが自動判別)</a:t>
            </a:r>
          </a:p>
        </p:txBody>
      </p:sp>
      <p:sp>
        <p:nvSpPr>
          <p:cNvPr id="4" name="正方形/長方形 3">
            <a:extLst>
              <a:ext uri="{FF2B5EF4-FFF2-40B4-BE49-F238E27FC236}">
                <a16:creationId xmlns:a16="http://schemas.microsoft.com/office/drawing/2014/main" id="{070E9FDD-A032-C59A-D863-7E37DE81DC52}"/>
              </a:ext>
            </a:extLst>
          </p:cNvPr>
          <p:cNvSpPr/>
          <p:nvPr/>
        </p:nvSpPr>
        <p:spPr bwMode="auto">
          <a:xfrm>
            <a:off x="6356627" y="1009488"/>
            <a:ext cx="2076281" cy="231541"/>
          </a:xfrm>
          <a:prstGeom prst="rect">
            <a:avLst/>
          </a:prstGeom>
          <a:solidFill>
            <a:schemeClr val="accent2">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a:ln>
                  <a:noFill/>
                </a:ln>
                <a:solidFill>
                  <a:schemeClr val="bg1"/>
                </a:solidFill>
                <a:effectLst/>
                <a:uLnTx/>
                <a:uFillTx/>
                <a:latin typeface="+mn-ea"/>
                <a:ea typeface="+mn-ea"/>
                <a:cs typeface="+mn-cs"/>
              </a:rPr>
              <a:t>操作手順</a:t>
            </a:r>
          </a:p>
        </p:txBody>
      </p:sp>
      <p:sp>
        <p:nvSpPr>
          <p:cNvPr id="35" name="正方形/長方形 34">
            <a:extLst>
              <a:ext uri="{FF2B5EF4-FFF2-40B4-BE49-F238E27FC236}">
                <a16:creationId xmlns:a16="http://schemas.microsoft.com/office/drawing/2014/main" id="{801F1948-C606-5C44-5E5A-A442CFAA154C}"/>
              </a:ext>
            </a:extLst>
          </p:cNvPr>
          <p:cNvSpPr/>
          <p:nvPr/>
        </p:nvSpPr>
        <p:spPr bwMode="auto">
          <a:xfrm>
            <a:off x="630936" y="2157984"/>
            <a:ext cx="5458968" cy="4297679"/>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109" name="四角形: 角を丸くする 108">
            <a:extLst>
              <a:ext uri="{FF2B5EF4-FFF2-40B4-BE49-F238E27FC236}">
                <a16:creationId xmlns:a16="http://schemas.microsoft.com/office/drawing/2014/main" id="{6BE22AAE-DF68-4589-AA88-D3634A3F1A67}"/>
              </a:ext>
            </a:extLst>
          </p:cNvPr>
          <p:cNvSpPr/>
          <p:nvPr/>
        </p:nvSpPr>
        <p:spPr bwMode="auto">
          <a:xfrm>
            <a:off x="685800" y="2048255"/>
            <a:ext cx="1271016" cy="219456"/>
          </a:xfrm>
          <a:prstGeom prst="roundRect">
            <a:avLst/>
          </a:prstGeom>
          <a:solidFill>
            <a:schemeClr val="accent4">
              <a:lumMod val="20000"/>
              <a:lumOff val="8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a:latin typeface="+mn-ea"/>
              </a:rPr>
              <a:t>詳細画面</a:t>
            </a:r>
          </a:p>
        </p:txBody>
      </p:sp>
      <p:pic>
        <p:nvPicPr>
          <p:cNvPr id="8" name="図 7">
            <a:extLst>
              <a:ext uri="{FF2B5EF4-FFF2-40B4-BE49-F238E27FC236}">
                <a16:creationId xmlns:a16="http://schemas.microsoft.com/office/drawing/2014/main" id="{5FD03ED9-3A23-481A-1547-3CBD8F84DE08}"/>
              </a:ext>
            </a:extLst>
          </p:cNvPr>
          <p:cNvPicPr>
            <a:picLocks noChangeAspect="1"/>
          </p:cNvPicPr>
          <p:nvPr/>
        </p:nvPicPr>
        <p:blipFill>
          <a:blip r:embed="rId13"/>
          <a:stretch>
            <a:fillRect/>
          </a:stretch>
        </p:blipFill>
        <p:spPr>
          <a:xfrm>
            <a:off x="786384" y="1481328"/>
            <a:ext cx="2304288" cy="479001"/>
          </a:xfrm>
          <a:prstGeom prst="rect">
            <a:avLst/>
          </a:prstGeom>
        </p:spPr>
      </p:pic>
      <p:sp>
        <p:nvSpPr>
          <p:cNvPr id="14" name="正方形/長方形 13">
            <a:extLst>
              <a:ext uri="{FF2B5EF4-FFF2-40B4-BE49-F238E27FC236}">
                <a16:creationId xmlns:a16="http://schemas.microsoft.com/office/drawing/2014/main" id="{A27DF5CF-D35D-52DF-DA54-E880A7B54423}"/>
              </a:ext>
            </a:extLst>
          </p:cNvPr>
          <p:cNvSpPr/>
          <p:nvPr/>
        </p:nvSpPr>
        <p:spPr bwMode="auto">
          <a:xfrm>
            <a:off x="621792" y="1124712"/>
            <a:ext cx="2551176" cy="868680"/>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18" name="正方形/長方形 17">
            <a:extLst>
              <a:ext uri="{FF2B5EF4-FFF2-40B4-BE49-F238E27FC236}">
                <a16:creationId xmlns:a16="http://schemas.microsoft.com/office/drawing/2014/main" id="{DDC2514E-CBF4-3F6A-CFD3-08F582B1EB95}"/>
              </a:ext>
            </a:extLst>
          </p:cNvPr>
          <p:cNvSpPr/>
          <p:nvPr/>
        </p:nvSpPr>
        <p:spPr bwMode="auto">
          <a:xfrm>
            <a:off x="3227832" y="1124712"/>
            <a:ext cx="2871216" cy="868680"/>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22" name="四角形: 角を丸くする 21">
            <a:extLst>
              <a:ext uri="{FF2B5EF4-FFF2-40B4-BE49-F238E27FC236}">
                <a16:creationId xmlns:a16="http://schemas.microsoft.com/office/drawing/2014/main" id="{40D8EDA9-C2F2-6036-3DD1-1AEDC0854681}"/>
              </a:ext>
            </a:extLst>
          </p:cNvPr>
          <p:cNvSpPr/>
          <p:nvPr/>
        </p:nvSpPr>
        <p:spPr bwMode="auto">
          <a:xfrm>
            <a:off x="687589" y="1016000"/>
            <a:ext cx="1273780" cy="221421"/>
          </a:xfrm>
          <a:prstGeom prst="roundRect">
            <a:avLst/>
          </a:prstGeom>
          <a:solidFill>
            <a:schemeClr val="accent2">
              <a:lumMod val="40000"/>
              <a:lumOff val="6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a:latin typeface="+mn-ea"/>
              </a:rPr>
              <a:t>ホーム画面</a:t>
            </a:r>
          </a:p>
        </p:txBody>
      </p:sp>
      <p:sp>
        <p:nvSpPr>
          <p:cNvPr id="26" name="正方形/長方形 25">
            <a:extLst>
              <a:ext uri="{FF2B5EF4-FFF2-40B4-BE49-F238E27FC236}">
                <a16:creationId xmlns:a16="http://schemas.microsoft.com/office/drawing/2014/main" id="{FADC4189-B69D-BABB-D663-73904807B9FF}"/>
              </a:ext>
            </a:extLst>
          </p:cNvPr>
          <p:cNvSpPr/>
          <p:nvPr/>
        </p:nvSpPr>
        <p:spPr bwMode="auto">
          <a:xfrm>
            <a:off x="768096" y="1463040"/>
            <a:ext cx="2340864" cy="516804"/>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31" name="四角形: 角を丸くする 30">
            <a:extLst>
              <a:ext uri="{FF2B5EF4-FFF2-40B4-BE49-F238E27FC236}">
                <a16:creationId xmlns:a16="http://schemas.microsoft.com/office/drawing/2014/main" id="{1B29D6B0-5776-B50B-C7F3-47A0E86B4BF2}"/>
              </a:ext>
            </a:extLst>
          </p:cNvPr>
          <p:cNvSpPr/>
          <p:nvPr/>
        </p:nvSpPr>
        <p:spPr bwMode="auto">
          <a:xfrm>
            <a:off x="3310556" y="1059140"/>
            <a:ext cx="1273780" cy="221421"/>
          </a:xfrm>
          <a:prstGeom prst="roundRect">
            <a:avLst/>
          </a:prstGeom>
          <a:solidFill>
            <a:schemeClr val="accent4">
              <a:lumMod val="20000"/>
              <a:lumOff val="8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a:latin typeface="+mn-ea"/>
              </a:rPr>
              <a:t>詳細画面</a:t>
            </a:r>
          </a:p>
        </p:txBody>
      </p:sp>
      <p:sp>
        <p:nvSpPr>
          <p:cNvPr id="39" name="正方形/長方形 38">
            <a:extLst>
              <a:ext uri="{FF2B5EF4-FFF2-40B4-BE49-F238E27FC236}">
                <a16:creationId xmlns:a16="http://schemas.microsoft.com/office/drawing/2014/main" id="{70BA3557-EA1B-92F1-59B1-4E5DACFB290C}"/>
              </a:ext>
            </a:extLst>
          </p:cNvPr>
          <p:cNvSpPr/>
          <p:nvPr/>
        </p:nvSpPr>
        <p:spPr bwMode="auto">
          <a:xfrm>
            <a:off x="4199556" y="1378600"/>
            <a:ext cx="918623" cy="479933"/>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pic>
        <p:nvPicPr>
          <p:cNvPr id="5" name="図 4">
            <a:extLst>
              <a:ext uri="{FF2B5EF4-FFF2-40B4-BE49-F238E27FC236}">
                <a16:creationId xmlns:a16="http://schemas.microsoft.com/office/drawing/2014/main" id="{F862851A-C9EC-B8B8-6215-7E7FECEF0A02}"/>
              </a:ext>
            </a:extLst>
          </p:cNvPr>
          <p:cNvPicPr>
            <a:picLocks noChangeAspect="1"/>
          </p:cNvPicPr>
          <p:nvPr/>
        </p:nvPicPr>
        <p:blipFill>
          <a:blip r:embed="rId15"/>
          <a:stretch>
            <a:fillRect/>
          </a:stretch>
        </p:blipFill>
        <p:spPr>
          <a:xfrm>
            <a:off x="786384" y="2340864"/>
            <a:ext cx="3291840" cy="2277389"/>
          </a:xfrm>
          <a:prstGeom prst="rect">
            <a:avLst/>
          </a:prstGeom>
        </p:spPr>
      </p:pic>
      <p:sp>
        <p:nvSpPr>
          <p:cNvPr id="6" name="正方形/長方形 5">
            <a:extLst>
              <a:ext uri="{FF2B5EF4-FFF2-40B4-BE49-F238E27FC236}">
                <a16:creationId xmlns:a16="http://schemas.microsoft.com/office/drawing/2014/main" id="{AD4898F3-ECB0-2E3A-8C6A-2AF3037F7792}"/>
              </a:ext>
            </a:extLst>
          </p:cNvPr>
          <p:cNvSpPr/>
          <p:nvPr/>
        </p:nvSpPr>
        <p:spPr bwMode="auto">
          <a:xfrm>
            <a:off x="786384" y="2340864"/>
            <a:ext cx="3291840" cy="968188"/>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11" name="正方形/長方形 10">
            <a:extLst>
              <a:ext uri="{FF2B5EF4-FFF2-40B4-BE49-F238E27FC236}">
                <a16:creationId xmlns:a16="http://schemas.microsoft.com/office/drawing/2014/main" id="{951FE07F-2C17-14C0-5105-5D8DE125F0BA}"/>
              </a:ext>
            </a:extLst>
          </p:cNvPr>
          <p:cNvSpPr/>
          <p:nvPr/>
        </p:nvSpPr>
        <p:spPr bwMode="auto">
          <a:xfrm>
            <a:off x="786384" y="3343223"/>
            <a:ext cx="3291840" cy="1272882"/>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pic>
        <p:nvPicPr>
          <p:cNvPr id="19" name="図 18">
            <a:extLst>
              <a:ext uri="{FF2B5EF4-FFF2-40B4-BE49-F238E27FC236}">
                <a16:creationId xmlns:a16="http://schemas.microsoft.com/office/drawing/2014/main" id="{C36D3293-C34A-BB5E-C57E-C63699C55989}"/>
              </a:ext>
            </a:extLst>
          </p:cNvPr>
          <p:cNvPicPr>
            <a:picLocks noChangeAspect="1"/>
          </p:cNvPicPr>
          <p:nvPr/>
        </p:nvPicPr>
        <p:blipFill>
          <a:blip r:embed="rId16"/>
          <a:stretch>
            <a:fillRect/>
          </a:stretch>
        </p:blipFill>
        <p:spPr>
          <a:xfrm>
            <a:off x="786384" y="4728681"/>
            <a:ext cx="3291840" cy="1549854"/>
          </a:xfrm>
          <a:prstGeom prst="rect">
            <a:avLst/>
          </a:prstGeom>
        </p:spPr>
      </p:pic>
      <p:sp>
        <p:nvSpPr>
          <p:cNvPr id="21" name="正方形/長方形 20">
            <a:extLst>
              <a:ext uri="{FF2B5EF4-FFF2-40B4-BE49-F238E27FC236}">
                <a16:creationId xmlns:a16="http://schemas.microsoft.com/office/drawing/2014/main" id="{F3BC0AA5-4708-3527-20F8-5C7454BFBA28}"/>
              </a:ext>
            </a:extLst>
          </p:cNvPr>
          <p:cNvSpPr/>
          <p:nvPr/>
        </p:nvSpPr>
        <p:spPr bwMode="auto">
          <a:xfrm>
            <a:off x="777240" y="4719537"/>
            <a:ext cx="3310128" cy="1568142"/>
          </a:xfrm>
          <a:prstGeom prst="rect">
            <a:avLst/>
          </a:prstGeom>
          <a:noFill/>
          <a:ln w="1905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58" name="四角形: 角を丸くする 57">
            <a:extLst>
              <a:ext uri="{FF2B5EF4-FFF2-40B4-BE49-F238E27FC236}">
                <a16:creationId xmlns:a16="http://schemas.microsoft.com/office/drawing/2014/main" id="{5137C324-F7F3-3085-64ED-4D2E2A5DADAB}"/>
              </a:ext>
            </a:extLst>
          </p:cNvPr>
          <p:cNvSpPr/>
          <p:nvPr/>
        </p:nvSpPr>
        <p:spPr bwMode="auto">
          <a:xfrm>
            <a:off x="6309360" y="1298448"/>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4-B1</a:t>
            </a:r>
            <a:endParaRPr lang="ja-JP" altLang="en-US" sz="1100" b="1">
              <a:solidFill>
                <a:schemeClr val="bg1"/>
              </a:solidFill>
              <a:latin typeface="+mn-ea"/>
            </a:endParaRPr>
          </a:p>
        </p:txBody>
      </p:sp>
      <p:sp>
        <p:nvSpPr>
          <p:cNvPr id="60" name="四角形: 角を丸くする 59">
            <a:extLst>
              <a:ext uri="{FF2B5EF4-FFF2-40B4-BE49-F238E27FC236}">
                <a16:creationId xmlns:a16="http://schemas.microsoft.com/office/drawing/2014/main" id="{F7E7AB3F-654D-CAFD-FA72-C10E3D4B64F1}"/>
              </a:ext>
            </a:extLst>
          </p:cNvPr>
          <p:cNvSpPr/>
          <p:nvPr/>
        </p:nvSpPr>
        <p:spPr bwMode="auto">
          <a:xfrm>
            <a:off x="6309360" y="1714500"/>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4-B2</a:t>
            </a:r>
            <a:endParaRPr lang="ja-JP" altLang="en-US" sz="1100" b="1">
              <a:solidFill>
                <a:schemeClr val="bg1"/>
              </a:solidFill>
              <a:latin typeface="+mn-ea"/>
            </a:endParaRPr>
          </a:p>
        </p:txBody>
      </p:sp>
      <p:sp>
        <p:nvSpPr>
          <p:cNvPr id="62" name="四角形: 角を丸くする 61">
            <a:extLst>
              <a:ext uri="{FF2B5EF4-FFF2-40B4-BE49-F238E27FC236}">
                <a16:creationId xmlns:a16="http://schemas.microsoft.com/office/drawing/2014/main" id="{969A213C-D3BB-5147-5B30-5AFAE9EEDDD6}"/>
              </a:ext>
            </a:extLst>
          </p:cNvPr>
          <p:cNvSpPr/>
          <p:nvPr/>
        </p:nvSpPr>
        <p:spPr bwMode="auto">
          <a:xfrm>
            <a:off x="6309360" y="3095244"/>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4-B4</a:t>
            </a:r>
            <a:endParaRPr lang="ja-JP" altLang="en-US" sz="1100" b="1">
              <a:solidFill>
                <a:schemeClr val="bg1"/>
              </a:solidFill>
              <a:latin typeface="+mn-ea"/>
            </a:endParaRPr>
          </a:p>
        </p:txBody>
      </p:sp>
      <p:sp>
        <p:nvSpPr>
          <p:cNvPr id="64" name="四角形: 角を丸くする 63">
            <a:extLst>
              <a:ext uri="{FF2B5EF4-FFF2-40B4-BE49-F238E27FC236}">
                <a16:creationId xmlns:a16="http://schemas.microsoft.com/office/drawing/2014/main" id="{D9CF4280-3E3C-BA76-7BED-61367FA70AAF}"/>
              </a:ext>
            </a:extLst>
          </p:cNvPr>
          <p:cNvSpPr/>
          <p:nvPr/>
        </p:nvSpPr>
        <p:spPr bwMode="auto">
          <a:xfrm>
            <a:off x="6309360" y="4059935"/>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4-B5</a:t>
            </a:r>
            <a:endParaRPr lang="ja-JP" altLang="en-US" sz="1100" b="1">
              <a:solidFill>
                <a:schemeClr val="bg1"/>
              </a:solidFill>
              <a:latin typeface="+mn-ea"/>
            </a:endParaRPr>
          </a:p>
        </p:txBody>
      </p:sp>
      <p:sp>
        <p:nvSpPr>
          <p:cNvPr id="66" name="四角形: 角を丸くする 65">
            <a:extLst>
              <a:ext uri="{FF2B5EF4-FFF2-40B4-BE49-F238E27FC236}">
                <a16:creationId xmlns:a16="http://schemas.microsoft.com/office/drawing/2014/main" id="{712608DF-BDC5-4937-A7D7-6227DD02F75B}"/>
              </a:ext>
            </a:extLst>
          </p:cNvPr>
          <p:cNvSpPr/>
          <p:nvPr/>
        </p:nvSpPr>
        <p:spPr bwMode="auto">
          <a:xfrm>
            <a:off x="6309360" y="2130552"/>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4-B3</a:t>
            </a:r>
            <a:endParaRPr lang="ja-JP" altLang="en-US" sz="1100" b="1">
              <a:solidFill>
                <a:schemeClr val="bg1"/>
              </a:solidFill>
              <a:latin typeface="+mn-ea"/>
            </a:endParaRPr>
          </a:p>
        </p:txBody>
      </p:sp>
      <p:sp>
        <p:nvSpPr>
          <p:cNvPr id="68" name="四角形: 角を丸くする 67">
            <a:extLst>
              <a:ext uri="{FF2B5EF4-FFF2-40B4-BE49-F238E27FC236}">
                <a16:creationId xmlns:a16="http://schemas.microsoft.com/office/drawing/2014/main" id="{803AC17F-9C0C-59E6-F516-ADBFC631994A}"/>
              </a:ext>
            </a:extLst>
          </p:cNvPr>
          <p:cNvSpPr/>
          <p:nvPr/>
        </p:nvSpPr>
        <p:spPr bwMode="auto">
          <a:xfrm>
            <a:off x="676656" y="1316736"/>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4-B1</a:t>
            </a:r>
            <a:endParaRPr lang="ja-JP" altLang="en-US" sz="1100" b="1">
              <a:solidFill>
                <a:schemeClr val="bg1"/>
              </a:solidFill>
              <a:latin typeface="+mn-ea"/>
            </a:endParaRPr>
          </a:p>
        </p:txBody>
      </p:sp>
      <p:sp>
        <p:nvSpPr>
          <p:cNvPr id="70" name="四角形: 角を丸くする 69">
            <a:extLst>
              <a:ext uri="{FF2B5EF4-FFF2-40B4-BE49-F238E27FC236}">
                <a16:creationId xmlns:a16="http://schemas.microsoft.com/office/drawing/2014/main" id="{E7B57F45-5239-36FA-B94C-2B0C0563E54E}"/>
              </a:ext>
            </a:extLst>
          </p:cNvPr>
          <p:cNvSpPr/>
          <p:nvPr/>
        </p:nvSpPr>
        <p:spPr bwMode="auto">
          <a:xfrm>
            <a:off x="4825571" y="1767093"/>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4-B2</a:t>
            </a:r>
            <a:endParaRPr lang="ja-JP" altLang="en-US" sz="1100" b="1">
              <a:solidFill>
                <a:schemeClr val="bg1"/>
              </a:solidFill>
              <a:latin typeface="+mn-ea"/>
            </a:endParaRPr>
          </a:p>
        </p:txBody>
      </p:sp>
      <p:sp>
        <p:nvSpPr>
          <p:cNvPr id="72" name="四角形: 角を丸くする 71">
            <a:extLst>
              <a:ext uri="{FF2B5EF4-FFF2-40B4-BE49-F238E27FC236}">
                <a16:creationId xmlns:a16="http://schemas.microsoft.com/office/drawing/2014/main" id="{EF312CA2-FC5E-141F-FC9A-C7ED92733F87}"/>
              </a:ext>
            </a:extLst>
          </p:cNvPr>
          <p:cNvSpPr/>
          <p:nvPr/>
        </p:nvSpPr>
        <p:spPr bwMode="auto">
          <a:xfrm>
            <a:off x="4114800" y="3379799"/>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4-B4</a:t>
            </a:r>
            <a:endParaRPr lang="ja-JP" altLang="en-US" sz="1100" b="1">
              <a:solidFill>
                <a:schemeClr val="bg1"/>
              </a:solidFill>
              <a:latin typeface="+mn-ea"/>
            </a:endParaRPr>
          </a:p>
        </p:txBody>
      </p:sp>
      <p:sp>
        <p:nvSpPr>
          <p:cNvPr id="74" name="四角形: 角を丸くする 73">
            <a:extLst>
              <a:ext uri="{FF2B5EF4-FFF2-40B4-BE49-F238E27FC236}">
                <a16:creationId xmlns:a16="http://schemas.microsoft.com/office/drawing/2014/main" id="{432179CE-9034-97F3-BAB9-C9920C2C5848}"/>
              </a:ext>
            </a:extLst>
          </p:cNvPr>
          <p:cNvSpPr/>
          <p:nvPr/>
        </p:nvSpPr>
        <p:spPr bwMode="auto">
          <a:xfrm>
            <a:off x="4123944" y="4765257"/>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4-B5</a:t>
            </a:r>
            <a:endParaRPr lang="ja-JP" altLang="en-US" sz="1100" b="1">
              <a:solidFill>
                <a:schemeClr val="bg1"/>
              </a:solidFill>
              <a:latin typeface="+mn-ea"/>
            </a:endParaRPr>
          </a:p>
        </p:txBody>
      </p:sp>
      <p:sp>
        <p:nvSpPr>
          <p:cNvPr id="76" name="四角形: 角を丸くする 75">
            <a:extLst>
              <a:ext uri="{FF2B5EF4-FFF2-40B4-BE49-F238E27FC236}">
                <a16:creationId xmlns:a16="http://schemas.microsoft.com/office/drawing/2014/main" id="{BFD2C87D-C780-3458-3DCF-28C1AFA1A5A6}"/>
              </a:ext>
            </a:extLst>
          </p:cNvPr>
          <p:cNvSpPr/>
          <p:nvPr/>
        </p:nvSpPr>
        <p:spPr bwMode="auto">
          <a:xfrm>
            <a:off x="4114800" y="2377440"/>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4-B3</a:t>
            </a:r>
            <a:endParaRPr lang="ja-JP" altLang="en-US" sz="1100" b="1">
              <a:solidFill>
                <a:schemeClr val="bg1"/>
              </a:solidFill>
              <a:latin typeface="+mn-ea"/>
            </a:endParaRPr>
          </a:p>
        </p:txBody>
      </p:sp>
      <p:sp>
        <p:nvSpPr>
          <p:cNvPr id="121" name="正方形/長方形 12 c121">
            <a:extLst>
              <a:ext uri="{FF2B5EF4-FFF2-40B4-BE49-F238E27FC236}">
                <a16:creationId xmlns:a16="http://schemas.microsoft.com/office/drawing/2014/main" id="{0D3C10CF-418A-0AA8-EA2C-7DFD7D547590}"/>
              </a:ext>
            </a:extLst>
          </p:cNvPr>
          <p:cNvSpPr/>
          <p:nvPr/>
        </p:nvSpPr>
        <p:spPr bwMode="auto">
          <a:xfrm>
            <a:off x="6361031" y="1280160"/>
            <a:ext cx="5207082" cy="25146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home画面左下の「計画の策定・確認サポート」をクリック</a:t>
            </a:r>
            <a:endParaRPr lang="ja-JP" altLang="ja-JP" sz="1200" b="1">
              <a:latin typeface="+mn-ea"/>
            </a:endParaRPr>
          </a:p>
        </p:txBody>
      </p:sp>
      <p:sp>
        <p:nvSpPr>
          <p:cNvPr id="122" name="正方形/長方形 12 c121 c122">
            <a:extLst>
              <a:ext uri="{FF2B5EF4-FFF2-40B4-BE49-F238E27FC236}">
                <a16:creationId xmlns:a16="http://schemas.microsoft.com/office/drawing/2014/main" id="{0D3C10CF-418A-0AA8-EA2C-7DFD7D547590}"/>
              </a:ext>
            </a:extLst>
          </p:cNvPr>
          <p:cNvSpPr/>
          <p:nvPr/>
        </p:nvSpPr>
        <p:spPr bwMode="auto">
          <a:xfrm>
            <a:off x="6361031" y="1696212"/>
            <a:ext cx="5207082" cy="25146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遷移先の画面の「計画を点検する」を選択</a:t>
            </a:r>
            <a:endParaRPr lang="ja-JP" altLang="ja-JP" sz="1200" b="1">
              <a:latin typeface="+mn-ea"/>
            </a:endParaRPr>
          </a:p>
        </p:txBody>
      </p:sp>
      <p:sp>
        <p:nvSpPr>
          <p:cNvPr id="123" name="正方形/長方形 12 c121 c123">
            <a:extLst>
              <a:ext uri="{FF2B5EF4-FFF2-40B4-BE49-F238E27FC236}">
                <a16:creationId xmlns:a16="http://schemas.microsoft.com/office/drawing/2014/main" id="{0D3C10CF-418A-0AA8-EA2C-7DFD7D547590}"/>
              </a:ext>
            </a:extLst>
          </p:cNvPr>
          <p:cNvSpPr/>
          <p:nvPr/>
        </p:nvSpPr>
        <p:spPr bwMode="auto">
          <a:xfrm>
            <a:off x="6361031" y="2112264"/>
            <a:ext cx="5207082" cy="80010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対象を選び、点検するドラフトを投入(必須)</a:t>
            </a:r>
            <a:br>
              <a:rPr lang="ja-JP" altLang="ja-JP" sz="1200" b="1">
                <a:latin typeface="+mn-ea"/>
              </a:rPr>
            </a:br>
            <a:r>
              <a:rPr lang="ja-JP" altLang="en-US" sz="1200" b="1">
                <a:latin typeface="+mn-ea"/>
              </a:rPr>
              <a:t>対象事業(1つ)と計画期間を選び、提出前のドラフト</a:t>
            </a:r>
            <a:br>
              <a:rPr lang="ja-JP" altLang="ja-JP" sz="1200" b="1">
                <a:latin typeface="+mn-ea"/>
              </a:rPr>
            </a:br>
            <a:r>
              <a:rPr lang="ja-JP" altLang="en-US" sz="1200" b="1">
                <a:latin typeface="+mn-ea"/>
              </a:rPr>
              <a:t>(数値計画・本編・アニュアルプラン)を投入</a:t>
            </a:r>
            <a:br>
              <a:rPr lang="ja-JP" altLang="ja-JP" sz="1200" b="1">
                <a:latin typeface="+mn-ea"/>
              </a:rPr>
            </a:br>
            <a:r>
              <a:rPr lang="ja-JP" altLang="en-US" sz="1200" b="1">
                <a:latin typeface="+mn-ea"/>
              </a:rPr>
              <a:t>複数ファイル可・種別はAIが自動判定</a:t>
            </a:r>
            <a:endParaRPr lang="ja-JP" altLang="ja-JP" sz="1200" b="1">
              <a:latin typeface="+mn-ea"/>
            </a:endParaRPr>
          </a:p>
        </p:txBody>
      </p:sp>
      <p:sp>
        <p:nvSpPr>
          <p:cNvPr id="124" name="正方形/長方形 12 c121 c124">
            <a:extLst>
              <a:ext uri="{FF2B5EF4-FFF2-40B4-BE49-F238E27FC236}">
                <a16:creationId xmlns:a16="http://schemas.microsoft.com/office/drawing/2014/main" id="{0D3C10CF-418A-0AA8-EA2C-7DFD7D547590}"/>
              </a:ext>
            </a:extLst>
          </p:cNvPr>
          <p:cNvSpPr/>
          <p:nvPr/>
        </p:nvSpPr>
        <p:spPr bwMode="auto">
          <a:xfrm>
            <a:off x="6361031" y="3076956"/>
            <a:ext cx="5207082" cy="80010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参照する資料を確認</a:t>
            </a:r>
            <a:br>
              <a:rPr lang="ja-JP" altLang="ja-JP" sz="1200" b="1">
                <a:latin typeface="+mn-ea"/>
              </a:rPr>
            </a:br>
            <a:r>
              <a:rPr lang="ja-JP" altLang="en-US" sz="1200" b="1">
                <a:latin typeface="+mn-ea"/>
              </a:rPr>
              <a:t>ドラフトの対象年度から、前回承認された計画書と</a:t>
            </a:r>
            <a:br>
              <a:rPr lang="ja-JP" altLang="ja-JP" sz="1200" b="1">
                <a:latin typeface="+mn-ea"/>
              </a:rPr>
            </a:br>
            <a:r>
              <a:rPr lang="ja-JP" altLang="en-US" sz="1200" b="1">
                <a:latin typeface="+mn-ea"/>
              </a:rPr>
              <a:t>制約条件(予算編成方針)が自動提示</a:t>
            </a:r>
            <a:br>
              <a:rPr lang="ja-JP" altLang="ja-JP" sz="1200" b="1">
                <a:latin typeface="+mn-ea"/>
              </a:rPr>
            </a:br>
            <a:r>
              <a:rPr lang="ja-JP" altLang="en-US" sz="1200" b="1">
                <a:latin typeface="+mn-ea"/>
              </a:rPr>
              <a:t>内容が違う場合は×/差し替えで調整</a:t>
            </a:r>
            <a:endParaRPr lang="ja-JP" altLang="ja-JP" sz="1200" b="1">
              <a:latin typeface="+mn-ea"/>
            </a:endParaRPr>
          </a:p>
        </p:txBody>
      </p:sp>
      <p:sp>
        <p:nvSpPr>
          <p:cNvPr id="125" name="正方形/長方形 12 c121 c125">
            <a:extLst>
              <a:ext uri="{FF2B5EF4-FFF2-40B4-BE49-F238E27FC236}">
                <a16:creationId xmlns:a16="http://schemas.microsoft.com/office/drawing/2014/main" id="{0D3C10CF-418A-0AA8-EA2C-7DFD7D547590}"/>
              </a:ext>
            </a:extLst>
          </p:cNvPr>
          <p:cNvSpPr/>
          <p:nvPr/>
        </p:nvSpPr>
        <p:spPr bwMode="auto">
          <a:xfrm>
            <a:off x="6361031" y="4041648"/>
            <a:ext cx="5207082" cy="61722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「点検レポートを作成」を押し、結果を確認</a:t>
            </a:r>
            <a:br>
              <a:rPr lang="ja-JP" altLang="ja-JP" sz="1200" b="1">
                <a:latin typeface="+mn-ea"/>
              </a:rPr>
            </a:br>
            <a:r>
              <a:rPr lang="ja-JP" altLang="en-US" sz="1200" b="1">
                <a:latin typeface="+mn-ea"/>
              </a:rPr>
              <a:t>ドラフトを前回計画・制約条件・過去の議事録と</a:t>
            </a:r>
            <a:br>
              <a:rPr lang="ja-JP" altLang="ja-JP" sz="1200" b="1">
                <a:latin typeface="+mn-ea"/>
              </a:rPr>
            </a:br>
            <a:r>
              <a:rPr lang="ja-JP" altLang="en-US" sz="1200" b="1">
                <a:latin typeface="+mn-ea"/>
              </a:rPr>
              <a:t>突き合わせ、以下の6項目で整理(所要1〜3分)</a:t>
            </a:r>
            <a:endParaRPr lang="ja-JP" altLang="ja-JP" sz="1200" b="1">
              <a:latin typeface="+mn-ea"/>
            </a:endParaRPr>
          </a:p>
        </p:txBody>
      </p:sp>
    </p:spTree>
    <p:extLst>
      <p:ext uri="{BB962C8B-B14F-4D97-AF65-F5344CB8AC3E}">
        <p14:creationId xmlns:p14="http://schemas.microsoft.com/office/powerpoint/2010/main" val="2902918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41855-318E-B0EC-EEE1-B7DB9F5A2D86}"/>
            </a:ext>
          </a:extLst>
        </p:cNvPr>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BC84A662-D96F-0446-BFB0-30307E6A8E81}"/>
              </a:ext>
            </a:extLst>
          </p:cNvPr>
          <p:cNvGraphicFramePr>
            <a:graphicFrameLocks/>
          </p:cNvGraphicFramePr>
          <p:nvPr>
            <p:custDataLst>
              <p:tags r:id="rId1"/>
            </p:custDataLst>
            <p:extLst>
              <p:ext uri="{D42A27DB-BD31-4B8C-83A1-F6EECF244321}">
                <p14:modId xmlns:p14="http://schemas.microsoft.com/office/powerpoint/2010/main" val="15600003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42" progId="TCLayout.ActiveDocument.1">
                  <p:embed/>
                </p:oleObj>
              </mc:Choice>
              <mc:Fallback>
                <p:oleObj name="thinkcellスライド" r:id="rId4" imgW="639" imgH="642" progId="TCLayout.ActiveDocument.1">
                  <p:embed/>
                  <p:pic>
                    <p:nvPicPr>
                      <p:cNvPr id="54" name="think-cell data - do not delete" hidden="1">
                        <a:extLst>
                          <a:ext uri="{FF2B5EF4-FFF2-40B4-BE49-F238E27FC236}">
                            <a16:creationId xmlns:a16="http://schemas.microsoft.com/office/drawing/2014/main" id="{BC84A662-D96F-0446-BFB0-30307E6A8E8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7" name="テキスト プレースホルダー 26">
            <a:extLst>
              <a:ext uri="{FF2B5EF4-FFF2-40B4-BE49-F238E27FC236}">
                <a16:creationId xmlns:a16="http://schemas.microsoft.com/office/drawing/2014/main" id="{0A8EC00B-DFBF-87B5-1D35-9DCB0170734B}"/>
              </a:ext>
            </a:extLst>
          </p:cNvPr>
          <p:cNvSpPr>
            <a:spLocks noGrp="1"/>
          </p:cNvSpPr>
          <p:nvPr>
            <p:ph type="body" sz="quarter" idx="11"/>
          </p:nvPr>
        </p:nvSpPr>
        <p:spPr>
          <a:xfrm>
            <a:off x="623888" y="300199"/>
            <a:ext cx="10944112" cy="216000"/>
          </a:xfrm>
        </p:spPr>
        <p:txBody>
          <a:bodyPr/>
          <a:lstStyle/>
          <a:p>
            <a:r>
              <a:rPr lang="ja-JP" altLang="en-US"/>
              <a:t>計画の策定・確認サポートの利用方法</a:t>
            </a:r>
            <a:r>
              <a:rPr lang="ja-JP" altLang="ja-JP"/>
              <a:t>(3/3 </a:t>
            </a:r>
            <a:r>
              <a:rPr lang="ja-JP" altLang="en-US"/>
              <a:t>グループ横断で計画を束ねる</a:t>
            </a:r>
            <a:r>
              <a:rPr lang="ja-JP" altLang="ja-JP"/>
              <a:t>)</a:t>
            </a:r>
            <a:endParaRPr lang="ja-JP" altLang="en-US"/>
          </a:p>
        </p:txBody>
      </p:sp>
      <p:pic>
        <p:nvPicPr>
          <p:cNvPr id="9" name="図 8">
            <a:extLst>
              <a:ext uri="{FF2B5EF4-FFF2-40B4-BE49-F238E27FC236}">
                <a16:creationId xmlns:a16="http://schemas.microsoft.com/office/drawing/2014/main" id="{3D667BE6-DA24-BD31-5330-9D04986A44A3}"/>
              </a:ext>
            </a:extLst>
          </p:cNvPr>
          <p:cNvPicPr>
            <a:picLocks noChangeAspect="1"/>
          </p:cNvPicPr>
          <p:nvPr/>
        </p:nvPicPr>
        <p:blipFill>
          <a:blip r:embed="rId12"/>
          <a:stretch>
            <a:fillRect/>
          </a:stretch>
        </p:blipFill>
        <p:spPr>
          <a:xfrm>
            <a:off x="786384" y="1481328"/>
            <a:ext cx="2304288" cy="479001"/>
          </a:xfrm>
          <a:prstGeom prst="rect">
            <a:avLst/>
          </a:prstGeom>
        </p:spPr>
      </p:pic>
      <p:sp>
        <p:nvSpPr>
          <p:cNvPr id="16" name="正方形/長方形 15">
            <a:extLst>
              <a:ext uri="{FF2B5EF4-FFF2-40B4-BE49-F238E27FC236}">
                <a16:creationId xmlns:a16="http://schemas.microsoft.com/office/drawing/2014/main" id="{6AE9B686-06D2-FCC4-076E-050FF78DE036}"/>
              </a:ext>
            </a:extLst>
          </p:cNvPr>
          <p:cNvSpPr/>
          <p:nvPr/>
        </p:nvSpPr>
        <p:spPr bwMode="auto">
          <a:xfrm>
            <a:off x="621792" y="1124712"/>
            <a:ext cx="2551176" cy="868680"/>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19" name="正方形/長方形 18">
            <a:extLst>
              <a:ext uri="{FF2B5EF4-FFF2-40B4-BE49-F238E27FC236}">
                <a16:creationId xmlns:a16="http://schemas.microsoft.com/office/drawing/2014/main" id="{05CF50BC-9242-4817-07C4-CE1401F38F72}"/>
              </a:ext>
            </a:extLst>
          </p:cNvPr>
          <p:cNvSpPr/>
          <p:nvPr/>
        </p:nvSpPr>
        <p:spPr bwMode="auto">
          <a:xfrm>
            <a:off x="3227832" y="1124712"/>
            <a:ext cx="2871216" cy="868680"/>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23" name="四角形: 角を丸くする 22">
            <a:extLst>
              <a:ext uri="{FF2B5EF4-FFF2-40B4-BE49-F238E27FC236}">
                <a16:creationId xmlns:a16="http://schemas.microsoft.com/office/drawing/2014/main" id="{C8435344-B2F6-75C1-C865-E6648AB603D2}"/>
              </a:ext>
            </a:extLst>
          </p:cNvPr>
          <p:cNvSpPr/>
          <p:nvPr/>
        </p:nvSpPr>
        <p:spPr bwMode="auto">
          <a:xfrm>
            <a:off x="687589" y="1016000"/>
            <a:ext cx="1273780" cy="221421"/>
          </a:xfrm>
          <a:prstGeom prst="roundRect">
            <a:avLst/>
          </a:prstGeom>
          <a:solidFill>
            <a:schemeClr val="accent2">
              <a:lumMod val="40000"/>
              <a:lumOff val="6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a:latin typeface="+mn-ea"/>
              </a:rPr>
              <a:t>ホーム画面</a:t>
            </a:r>
          </a:p>
        </p:txBody>
      </p:sp>
      <p:sp>
        <p:nvSpPr>
          <p:cNvPr id="28" name="正方形/長方形 27">
            <a:extLst>
              <a:ext uri="{FF2B5EF4-FFF2-40B4-BE49-F238E27FC236}">
                <a16:creationId xmlns:a16="http://schemas.microsoft.com/office/drawing/2014/main" id="{B1467586-2C94-C468-CE74-A107C3F75B98}"/>
              </a:ext>
            </a:extLst>
          </p:cNvPr>
          <p:cNvSpPr/>
          <p:nvPr/>
        </p:nvSpPr>
        <p:spPr bwMode="auto">
          <a:xfrm>
            <a:off x="768096" y="1463040"/>
            <a:ext cx="2340864" cy="516804"/>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32" name="四角形: 角を丸くする 31">
            <a:extLst>
              <a:ext uri="{FF2B5EF4-FFF2-40B4-BE49-F238E27FC236}">
                <a16:creationId xmlns:a16="http://schemas.microsoft.com/office/drawing/2014/main" id="{F3B932B8-9658-6E36-4C8A-8C6C5B9B5E6F}"/>
              </a:ext>
            </a:extLst>
          </p:cNvPr>
          <p:cNvSpPr/>
          <p:nvPr/>
        </p:nvSpPr>
        <p:spPr bwMode="auto">
          <a:xfrm>
            <a:off x="3310556" y="1059140"/>
            <a:ext cx="1273780" cy="221421"/>
          </a:xfrm>
          <a:prstGeom prst="roundRect">
            <a:avLst/>
          </a:prstGeom>
          <a:solidFill>
            <a:schemeClr val="accent4">
              <a:lumMod val="20000"/>
              <a:lumOff val="8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a:latin typeface="+mn-ea"/>
              </a:rPr>
              <a:t>詳細画面</a:t>
            </a:r>
          </a:p>
        </p:txBody>
      </p:sp>
      <p:pic>
        <p:nvPicPr>
          <p:cNvPr id="48" name="図 47">
            <a:extLst>
              <a:ext uri="{FF2B5EF4-FFF2-40B4-BE49-F238E27FC236}">
                <a16:creationId xmlns:a16="http://schemas.microsoft.com/office/drawing/2014/main" id="{6D8F19D3-DD4C-7132-E18C-636B8D73E3D8}"/>
              </a:ext>
            </a:extLst>
          </p:cNvPr>
          <p:cNvPicPr>
            <a:picLocks noChangeAspect="1"/>
          </p:cNvPicPr>
          <p:nvPr/>
        </p:nvPicPr>
        <p:blipFill>
          <a:blip r:embed="rId13"/>
          <a:stretch>
            <a:fillRect/>
          </a:stretch>
        </p:blipFill>
        <p:spPr>
          <a:xfrm>
            <a:off x="3310128" y="1389888"/>
            <a:ext cx="2697480" cy="442932"/>
          </a:xfrm>
          <a:prstGeom prst="rect">
            <a:avLst/>
          </a:prstGeom>
        </p:spPr>
      </p:pic>
      <p:sp>
        <p:nvSpPr>
          <p:cNvPr id="42" name="正方形/長方形 41">
            <a:extLst>
              <a:ext uri="{FF2B5EF4-FFF2-40B4-BE49-F238E27FC236}">
                <a16:creationId xmlns:a16="http://schemas.microsoft.com/office/drawing/2014/main" id="{E20401B9-E7E6-5E3F-F4C6-6D6D4C2F2FA3}"/>
              </a:ext>
            </a:extLst>
          </p:cNvPr>
          <p:cNvSpPr/>
          <p:nvPr/>
        </p:nvSpPr>
        <p:spPr bwMode="auto">
          <a:xfrm>
            <a:off x="5109605" y="1378600"/>
            <a:ext cx="918623" cy="479933"/>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35" name="正方形/長方形 34">
            <a:extLst>
              <a:ext uri="{FF2B5EF4-FFF2-40B4-BE49-F238E27FC236}">
                <a16:creationId xmlns:a16="http://schemas.microsoft.com/office/drawing/2014/main" id="{34923D54-0CD3-F89A-289E-818A10866F97}"/>
              </a:ext>
            </a:extLst>
          </p:cNvPr>
          <p:cNvSpPr/>
          <p:nvPr/>
        </p:nvSpPr>
        <p:spPr bwMode="auto">
          <a:xfrm>
            <a:off x="621792" y="2157984"/>
            <a:ext cx="5468112" cy="4297679"/>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pic>
        <p:nvPicPr>
          <p:cNvPr id="52" name="図 51">
            <a:extLst>
              <a:ext uri="{FF2B5EF4-FFF2-40B4-BE49-F238E27FC236}">
                <a16:creationId xmlns:a16="http://schemas.microsoft.com/office/drawing/2014/main" id="{4D65A99C-0362-5AA9-E0BC-D6BE12C65623}"/>
              </a:ext>
            </a:extLst>
          </p:cNvPr>
          <p:cNvPicPr>
            <a:picLocks noChangeAspect="1"/>
          </p:cNvPicPr>
          <p:nvPr/>
        </p:nvPicPr>
        <p:blipFill>
          <a:blip r:embed="rId14"/>
          <a:stretch>
            <a:fillRect/>
          </a:stretch>
        </p:blipFill>
        <p:spPr>
          <a:xfrm>
            <a:off x="786384" y="2322576"/>
            <a:ext cx="3703320" cy="3648562"/>
          </a:xfrm>
          <a:prstGeom prst="rect">
            <a:avLst/>
          </a:prstGeom>
        </p:spPr>
      </p:pic>
      <p:sp>
        <p:nvSpPr>
          <p:cNvPr id="11" name="正方形/長方形 10">
            <a:extLst>
              <a:ext uri="{FF2B5EF4-FFF2-40B4-BE49-F238E27FC236}">
                <a16:creationId xmlns:a16="http://schemas.microsoft.com/office/drawing/2014/main" id="{C22AECA8-698E-2982-2050-36EB2087E2E6}"/>
              </a:ext>
            </a:extLst>
          </p:cNvPr>
          <p:cNvSpPr/>
          <p:nvPr/>
        </p:nvSpPr>
        <p:spPr bwMode="auto">
          <a:xfrm>
            <a:off x="777240" y="2313432"/>
            <a:ext cx="3721607" cy="2260782"/>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64" name="正方形/長方形 63">
            <a:extLst>
              <a:ext uri="{FF2B5EF4-FFF2-40B4-BE49-F238E27FC236}">
                <a16:creationId xmlns:a16="http://schemas.microsoft.com/office/drawing/2014/main" id="{49A9E5F1-7B4D-4089-226D-60BDC40474D2}"/>
              </a:ext>
            </a:extLst>
          </p:cNvPr>
          <p:cNvSpPr/>
          <p:nvPr/>
        </p:nvSpPr>
        <p:spPr bwMode="auto">
          <a:xfrm>
            <a:off x="786384" y="4565070"/>
            <a:ext cx="3703320" cy="913015"/>
          </a:xfrm>
          <a:prstGeom prst="rect">
            <a:avLst/>
          </a:prstGeom>
          <a:noFill/>
          <a:ln w="1905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13" name="正方形/長方形 12">
            <a:extLst>
              <a:ext uri="{FF2B5EF4-FFF2-40B4-BE49-F238E27FC236}">
                <a16:creationId xmlns:a16="http://schemas.microsoft.com/office/drawing/2014/main" id="{488FA2C6-C71C-DD0D-910F-F682EC2FFE63}"/>
              </a:ext>
            </a:extLst>
          </p:cNvPr>
          <p:cNvSpPr/>
          <p:nvPr/>
        </p:nvSpPr>
        <p:spPr bwMode="auto">
          <a:xfrm>
            <a:off x="6352405" y="1016000"/>
            <a:ext cx="5215708" cy="5437188"/>
          </a:xfrm>
          <a:prstGeom prst="rect">
            <a:avLst/>
          </a:prstGeom>
          <a:solidFill>
            <a:srgbClr val="F0F2F6">
              <a:alpha val="80000"/>
            </a:srgbClr>
          </a:solidFill>
          <a:ln w="9525">
            <a:noFill/>
            <a:miter lim="800000"/>
            <a:headEnd/>
            <a:tailEnd/>
          </a:ln>
          <a:effectLst/>
        </p:spPr>
        <p:txBody>
          <a:bodyPr wrap="none" lIns="0" tIns="0" rIns="0" bIns="0" rtlCol="0" anchor="t" anchorCtr="0">
            <a:noAutofit/>
          </a:bodyPr>
          <a:lstStyle/>
          <a:p>
            <a:pPr marL="0">
              <a:lnSpc>
                <a:spcPct val="110000"/>
              </a:lnSpc>
              <a:spcAft>
                <a:spcPts val="300"/>
              </a:spcAft>
              <a:buClr>
                <a:schemeClr val="accent2"/>
              </a:buClr>
              <a:buSzPct val="80000"/>
              <a:buNone/>
            </a:pPr>
            <a:endParaRPr lang="ja-JP" altLang="ja-JP" sz="1400" b="1">
              <a:latin typeface="+mn-ea"/>
            </a:endParaRPr>
          </a:p>
        </p:txBody>
      </p:sp>
      <p:sp>
        <p:nvSpPr>
          <p:cNvPr id="10" name="四角形: 角を丸くする 9">
            <a:extLst>
              <a:ext uri="{FF2B5EF4-FFF2-40B4-BE49-F238E27FC236}">
                <a16:creationId xmlns:a16="http://schemas.microsoft.com/office/drawing/2014/main" id="{F42AF4B4-DC73-AE17-685E-308D85A72B4F}"/>
              </a:ext>
            </a:extLst>
          </p:cNvPr>
          <p:cNvSpPr/>
          <p:nvPr/>
        </p:nvSpPr>
        <p:spPr bwMode="auto">
          <a:xfrm>
            <a:off x="4590288" y="2706624"/>
            <a:ext cx="1426464" cy="1847088"/>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t" anchorCtr="0">
            <a:noAutofit/>
          </a:bodyPr>
          <a:lstStyle/>
          <a:p>
            <a:pPr marR="0" defTabSz="914400" rtl="0" eaLnBrk="1" fontAlgn="auto" latinLnBrk="0" hangingPunct="1">
              <a:lnSpc>
                <a:spcPct val="110000"/>
              </a:lnSpc>
              <a:buClr>
                <a:schemeClr val="accent2"/>
              </a:buClr>
              <a:buSzPct val="80000"/>
              <a:tabLst>
                <a:tab pos="2057400" algn="l"/>
              </a:tabLst>
            </a:pPr>
            <a:r>
              <a:rPr kumimoji="1" lang="ja-JP" altLang="en-US" sz="1050" b="1" i="0" strike="noStrike" kern="1200" cap="none" spc="0" normalizeH="0" baseline="0" noProof="0" u="sng">
                <a:ln>
                  <a:noFill/>
                </a:ln>
                <a:effectLst/>
                <a:uLnTx/>
                <a:uFillTx/>
                <a:latin typeface="+mn-ea"/>
                <a:ea typeface="+mn-ea"/>
                <a:cs typeface="+mn-cs"/>
              </a:rPr>
              <a:t>★ 補足事項</a:t>
            </a:r>
          </a:p>
          <a:p>
            <a:pPr marR="0" defTabSz="914400" rtl="0" eaLnBrk="1" fontAlgn="auto" latinLnBrk="0" hangingPunct="1">
              <a:lnSpc>
                <a:spcPct val="110000"/>
              </a:lnSpc>
              <a:buClr>
                <a:schemeClr val="accent2"/>
              </a:buClr>
              <a:buSzPct val="80000"/>
              <a:tabLst>
                <a:tab pos="2057400" algn="l"/>
              </a:tabLst>
            </a:pPr>
            <a:r>
              <a:rPr lang="ja-JP" altLang="en-US" sz="1050" b="0">
                <a:latin typeface="+mn-ea"/>
              </a:rPr>
              <a:t>・原案が2事業分に満たない場合は実行不可</a:t>
            </a:r>
          </a:p>
          <a:p>
            <a:pPr marR="0" defTabSz="914400" rtl="0" eaLnBrk="1" fontAlgn="auto" latinLnBrk="0" hangingPunct="1">
              <a:lnSpc>
                <a:spcPct val="110000"/>
              </a:lnSpc>
              <a:buClr>
                <a:schemeClr val="accent2"/>
              </a:buClr>
              <a:buSzPct val="80000"/>
              <a:tabLst>
                <a:tab pos="2057400" algn="l"/>
              </a:tabLst>
            </a:pPr>
            <a:r>
              <a:rPr lang="ja-JP" altLang="en-US" sz="1050" b="0">
                <a:latin typeface="+mn-ea"/>
              </a:rPr>
              <a:t>・数値の合計や連結計画の作成、事業の優劣付けは行わない仕様</a:t>
            </a:r>
          </a:p>
        </p:txBody>
      </p:sp>
      <p:sp>
        <p:nvSpPr>
          <p:cNvPr id="4" name="正方形/長方形 3">
            <a:extLst>
              <a:ext uri="{FF2B5EF4-FFF2-40B4-BE49-F238E27FC236}">
                <a16:creationId xmlns:a16="http://schemas.microsoft.com/office/drawing/2014/main" id="{D1639294-2DE4-683C-0CFE-058503DCC58A}"/>
              </a:ext>
            </a:extLst>
          </p:cNvPr>
          <p:cNvSpPr/>
          <p:nvPr/>
        </p:nvSpPr>
        <p:spPr bwMode="auto">
          <a:xfrm>
            <a:off x="6348001" y="1009488"/>
            <a:ext cx="2076281" cy="231541"/>
          </a:xfrm>
          <a:prstGeom prst="rect">
            <a:avLst/>
          </a:prstGeom>
          <a:solidFill>
            <a:schemeClr val="accent2">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a:ln>
                  <a:noFill/>
                </a:ln>
                <a:solidFill>
                  <a:schemeClr val="bg1"/>
                </a:solidFill>
                <a:effectLst/>
                <a:uLnTx/>
                <a:uFillTx/>
                <a:latin typeface="+mn-ea"/>
                <a:ea typeface="+mn-ea"/>
                <a:cs typeface="+mn-cs"/>
              </a:rPr>
              <a:t>操作手順</a:t>
            </a:r>
          </a:p>
        </p:txBody>
      </p:sp>
      <p:sp>
        <p:nvSpPr>
          <p:cNvPr id="109" name="四角形: 角を丸くする 108">
            <a:extLst>
              <a:ext uri="{FF2B5EF4-FFF2-40B4-BE49-F238E27FC236}">
                <a16:creationId xmlns:a16="http://schemas.microsoft.com/office/drawing/2014/main" id="{E44356BB-E60D-1FA2-4FE9-EF363BD201FE}"/>
              </a:ext>
            </a:extLst>
          </p:cNvPr>
          <p:cNvSpPr/>
          <p:nvPr/>
        </p:nvSpPr>
        <p:spPr bwMode="auto">
          <a:xfrm>
            <a:off x="685800" y="2048255"/>
            <a:ext cx="1271016" cy="219456"/>
          </a:xfrm>
          <a:prstGeom prst="roundRect">
            <a:avLst/>
          </a:prstGeom>
          <a:solidFill>
            <a:schemeClr val="accent4">
              <a:lumMod val="20000"/>
              <a:lumOff val="8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a:latin typeface="+mn-ea"/>
              </a:rPr>
              <a:t>詳細画面</a:t>
            </a:r>
          </a:p>
        </p:txBody>
      </p:sp>
      <p:sp>
        <p:nvSpPr>
          <p:cNvPr id="12" name="四角形: 角を丸くする 11">
            <a:extLst>
              <a:ext uri="{FF2B5EF4-FFF2-40B4-BE49-F238E27FC236}">
                <a16:creationId xmlns:a16="http://schemas.microsoft.com/office/drawing/2014/main" id="{BA4F17F1-7B8C-A67A-545B-EAF5D9F6C143}"/>
              </a:ext>
            </a:extLst>
          </p:cNvPr>
          <p:cNvSpPr/>
          <p:nvPr/>
        </p:nvSpPr>
        <p:spPr bwMode="auto">
          <a:xfrm>
            <a:off x="6309360" y="1298448"/>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4-C1</a:t>
            </a:r>
            <a:endParaRPr lang="ja-JP" altLang="en-US" sz="1100" b="1">
              <a:solidFill>
                <a:schemeClr val="bg1"/>
              </a:solidFill>
              <a:latin typeface="+mn-ea"/>
            </a:endParaRPr>
          </a:p>
        </p:txBody>
      </p:sp>
      <p:sp>
        <p:nvSpPr>
          <p:cNvPr id="17" name="四角形: 角を丸くする 16">
            <a:extLst>
              <a:ext uri="{FF2B5EF4-FFF2-40B4-BE49-F238E27FC236}">
                <a16:creationId xmlns:a16="http://schemas.microsoft.com/office/drawing/2014/main" id="{475DB3E6-C9E5-ADC5-D770-0C5B783177D6}"/>
              </a:ext>
            </a:extLst>
          </p:cNvPr>
          <p:cNvSpPr/>
          <p:nvPr/>
        </p:nvSpPr>
        <p:spPr bwMode="auto">
          <a:xfrm>
            <a:off x="6309360" y="1714500"/>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4-C2</a:t>
            </a:r>
            <a:endParaRPr lang="ja-JP" altLang="en-US" sz="1100" b="1">
              <a:solidFill>
                <a:schemeClr val="bg1"/>
              </a:solidFill>
              <a:latin typeface="+mn-ea"/>
            </a:endParaRPr>
          </a:p>
        </p:txBody>
      </p:sp>
      <p:sp>
        <p:nvSpPr>
          <p:cNvPr id="20" name="四角形: 角を丸くする 19">
            <a:extLst>
              <a:ext uri="{FF2B5EF4-FFF2-40B4-BE49-F238E27FC236}">
                <a16:creationId xmlns:a16="http://schemas.microsoft.com/office/drawing/2014/main" id="{2F09CE46-4535-F304-69E6-A72697027450}"/>
              </a:ext>
            </a:extLst>
          </p:cNvPr>
          <p:cNvSpPr/>
          <p:nvPr/>
        </p:nvSpPr>
        <p:spPr bwMode="auto">
          <a:xfrm>
            <a:off x="6309360" y="3095244"/>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4-C4</a:t>
            </a:r>
            <a:endParaRPr lang="ja-JP" altLang="en-US" sz="1100" b="1">
              <a:solidFill>
                <a:schemeClr val="bg1"/>
              </a:solidFill>
              <a:latin typeface="+mn-ea"/>
            </a:endParaRPr>
          </a:p>
        </p:txBody>
      </p:sp>
      <p:sp>
        <p:nvSpPr>
          <p:cNvPr id="25" name="四角形: 角を丸くする 24">
            <a:extLst>
              <a:ext uri="{FF2B5EF4-FFF2-40B4-BE49-F238E27FC236}">
                <a16:creationId xmlns:a16="http://schemas.microsoft.com/office/drawing/2014/main" id="{FEAC458C-8633-0557-E2C3-E2F4FA6423CC}"/>
              </a:ext>
            </a:extLst>
          </p:cNvPr>
          <p:cNvSpPr/>
          <p:nvPr/>
        </p:nvSpPr>
        <p:spPr bwMode="auto">
          <a:xfrm>
            <a:off x="6309360" y="2313432"/>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4-C3</a:t>
            </a:r>
            <a:endParaRPr lang="ja-JP" altLang="en-US" sz="1100" b="1">
              <a:solidFill>
                <a:schemeClr val="bg1"/>
              </a:solidFill>
              <a:latin typeface="+mn-ea"/>
            </a:endParaRPr>
          </a:p>
        </p:txBody>
      </p:sp>
      <p:sp>
        <p:nvSpPr>
          <p:cNvPr id="29" name="四角形: 角を丸くする 28">
            <a:extLst>
              <a:ext uri="{FF2B5EF4-FFF2-40B4-BE49-F238E27FC236}">
                <a16:creationId xmlns:a16="http://schemas.microsoft.com/office/drawing/2014/main" id="{734FD673-34DA-2374-A057-1E36A5AB279D}"/>
              </a:ext>
            </a:extLst>
          </p:cNvPr>
          <p:cNvSpPr/>
          <p:nvPr/>
        </p:nvSpPr>
        <p:spPr bwMode="auto">
          <a:xfrm>
            <a:off x="676656" y="1316736"/>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4-C1</a:t>
            </a:r>
            <a:endParaRPr lang="ja-JP" altLang="en-US" sz="1100" b="1">
              <a:solidFill>
                <a:schemeClr val="bg1"/>
              </a:solidFill>
              <a:latin typeface="+mn-ea"/>
            </a:endParaRPr>
          </a:p>
        </p:txBody>
      </p:sp>
      <p:sp>
        <p:nvSpPr>
          <p:cNvPr id="31" name="四角形: 角を丸くする 30">
            <a:extLst>
              <a:ext uri="{FF2B5EF4-FFF2-40B4-BE49-F238E27FC236}">
                <a16:creationId xmlns:a16="http://schemas.microsoft.com/office/drawing/2014/main" id="{4D6F8E5F-8E91-FB50-4608-1DA09097EE42}"/>
              </a:ext>
            </a:extLst>
          </p:cNvPr>
          <p:cNvSpPr/>
          <p:nvPr/>
        </p:nvSpPr>
        <p:spPr bwMode="auto">
          <a:xfrm>
            <a:off x="4526280" y="4601646"/>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4-C4</a:t>
            </a:r>
            <a:endParaRPr lang="ja-JP" altLang="en-US" sz="1100" b="1">
              <a:solidFill>
                <a:schemeClr val="bg1"/>
              </a:solidFill>
              <a:latin typeface="+mn-ea"/>
            </a:endParaRPr>
          </a:p>
        </p:txBody>
      </p:sp>
      <p:sp>
        <p:nvSpPr>
          <p:cNvPr id="45" name="四角形: 角を丸くする 44">
            <a:extLst>
              <a:ext uri="{FF2B5EF4-FFF2-40B4-BE49-F238E27FC236}">
                <a16:creationId xmlns:a16="http://schemas.microsoft.com/office/drawing/2014/main" id="{5D5CD4AB-BFB3-6C89-49F4-89E23F8A273C}"/>
              </a:ext>
            </a:extLst>
          </p:cNvPr>
          <p:cNvSpPr/>
          <p:nvPr/>
        </p:nvSpPr>
        <p:spPr bwMode="auto">
          <a:xfrm>
            <a:off x="4535423" y="2350008"/>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4-C3</a:t>
            </a:r>
            <a:endParaRPr lang="ja-JP" altLang="en-US" sz="1100" b="1">
              <a:solidFill>
                <a:schemeClr val="bg1"/>
              </a:solidFill>
              <a:latin typeface="+mn-ea"/>
            </a:endParaRPr>
          </a:p>
        </p:txBody>
      </p:sp>
      <p:sp>
        <p:nvSpPr>
          <p:cNvPr id="47" name="四角形: 角を丸くする 46">
            <a:extLst>
              <a:ext uri="{FF2B5EF4-FFF2-40B4-BE49-F238E27FC236}">
                <a16:creationId xmlns:a16="http://schemas.microsoft.com/office/drawing/2014/main" id="{76F1697B-6A06-8286-A8E3-0B7527D49D67}"/>
              </a:ext>
            </a:extLst>
          </p:cNvPr>
          <p:cNvSpPr/>
          <p:nvPr/>
        </p:nvSpPr>
        <p:spPr bwMode="auto">
          <a:xfrm>
            <a:off x="5735621" y="1767093"/>
            <a:ext cx="47548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4-C2</a:t>
            </a:r>
            <a:endParaRPr lang="ja-JP" altLang="en-US" sz="1100" b="1">
              <a:solidFill>
                <a:schemeClr val="bg1"/>
              </a:solidFill>
              <a:latin typeface="+mn-ea"/>
            </a:endParaRPr>
          </a:p>
        </p:txBody>
      </p:sp>
      <p:sp>
        <p:nvSpPr>
          <p:cNvPr id="110" name="正方形/長方形 12 c110">
            <a:extLst>
              <a:ext uri="{FF2B5EF4-FFF2-40B4-BE49-F238E27FC236}">
                <a16:creationId xmlns:a16="http://schemas.microsoft.com/office/drawing/2014/main" id="{488FA2C6-C71C-DD0D-910F-F682EC2FFE63}"/>
              </a:ext>
            </a:extLst>
          </p:cNvPr>
          <p:cNvSpPr/>
          <p:nvPr/>
        </p:nvSpPr>
        <p:spPr bwMode="auto">
          <a:xfrm>
            <a:off x="6352405" y="1280160"/>
            <a:ext cx="5215708" cy="25146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ホーム画面左下の「計画の策定・確認サポート」をクリック</a:t>
            </a:r>
            <a:endParaRPr lang="ja-JP" altLang="ja-JP" sz="1200" b="1">
              <a:latin typeface="+mn-ea"/>
            </a:endParaRPr>
          </a:p>
        </p:txBody>
      </p:sp>
      <p:sp>
        <p:nvSpPr>
          <p:cNvPr id="111" name="正方形/長方形 12 c110 c111">
            <a:extLst>
              <a:ext uri="{FF2B5EF4-FFF2-40B4-BE49-F238E27FC236}">
                <a16:creationId xmlns:a16="http://schemas.microsoft.com/office/drawing/2014/main" id="{488FA2C6-C71C-DD0D-910F-F682EC2FFE63}"/>
              </a:ext>
            </a:extLst>
          </p:cNvPr>
          <p:cNvSpPr/>
          <p:nvPr/>
        </p:nvSpPr>
        <p:spPr bwMode="auto">
          <a:xfrm>
            <a:off x="6352405" y="1696212"/>
            <a:ext cx="5215708" cy="43434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遷移先の画面の「計画を束ねる」を選択</a:t>
            </a:r>
            <a:br>
              <a:rPr lang="ja-JP" altLang="ja-JP" sz="1200" b="1">
                <a:latin typeface="+mn-ea"/>
              </a:rPr>
            </a:br>
            <a:r>
              <a:rPr lang="ja-JP" altLang="en-US" sz="1200" b="1">
                <a:latin typeface="+mn-ea"/>
              </a:rPr>
              <a:t>※HD経企・HD役員の権限がある方のみ利用可</a:t>
            </a:r>
            <a:endParaRPr lang="ja-JP" altLang="ja-JP" sz="1200" b="1">
              <a:latin typeface="+mn-ea"/>
            </a:endParaRPr>
          </a:p>
        </p:txBody>
      </p:sp>
      <p:sp>
        <p:nvSpPr>
          <p:cNvPr id="112" name="正方形/長方形 12 c110 c112">
            <a:extLst>
              <a:ext uri="{FF2B5EF4-FFF2-40B4-BE49-F238E27FC236}">
                <a16:creationId xmlns:a16="http://schemas.microsoft.com/office/drawing/2014/main" id="{488FA2C6-C71C-DD0D-910F-F682EC2FFE63}"/>
              </a:ext>
            </a:extLst>
          </p:cNvPr>
          <p:cNvSpPr/>
          <p:nvPr/>
        </p:nvSpPr>
        <p:spPr bwMode="auto">
          <a:xfrm>
            <a:off x="6352405" y="2295144"/>
            <a:ext cx="5215708" cy="61722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事業ごとの箱に各BUの計画原案を投入</a:t>
            </a:r>
            <a:br>
              <a:rPr lang="ja-JP" altLang="ja-JP" sz="1200" b="1">
                <a:latin typeface="+mn-ea"/>
              </a:rPr>
            </a:br>
            <a:r>
              <a:rPr lang="ja-JP" altLang="en-US" sz="1200" b="1">
                <a:latin typeface="+mn-ea"/>
              </a:rPr>
              <a:t>8事業の箱に原案をドロップ(箱ごとに複数可)</a:t>
            </a:r>
            <a:br>
              <a:rPr lang="ja-JP" altLang="ja-JP" sz="1200" b="1">
                <a:latin typeface="+mn-ea"/>
              </a:rPr>
            </a:br>
            <a:r>
              <a:rPr lang="ja-JP" altLang="en-US" sz="1200" b="1">
                <a:latin typeface="+mn-ea"/>
              </a:rPr>
              <a:t>2事業以上の投入で実行可能</a:t>
            </a:r>
            <a:endParaRPr lang="ja-JP" altLang="ja-JP" sz="1200" b="1">
              <a:latin typeface="+mn-ea"/>
            </a:endParaRPr>
          </a:p>
        </p:txBody>
      </p:sp>
      <p:sp>
        <p:nvSpPr>
          <p:cNvPr id="113" name="正方形/長方形 12 c110 c113">
            <a:extLst>
              <a:ext uri="{FF2B5EF4-FFF2-40B4-BE49-F238E27FC236}">
                <a16:creationId xmlns:a16="http://schemas.microsoft.com/office/drawing/2014/main" id="{488FA2C6-C71C-DD0D-910F-F682EC2FFE63}"/>
              </a:ext>
            </a:extLst>
          </p:cNvPr>
          <p:cNvSpPr/>
          <p:nvPr/>
        </p:nvSpPr>
        <p:spPr bwMode="auto">
          <a:xfrm>
            <a:off x="6352405" y="3076956"/>
            <a:ext cx="5215708" cy="80010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参照資料を確認し「グループ横断レポートを作成」</a:t>
            </a:r>
            <a:br>
              <a:rPr lang="ja-JP" altLang="ja-JP" sz="1200" b="1">
                <a:latin typeface="+mn-ea"/>
              </a:rPr>
            </a:br>
            <a:r>
              <a:rPr lang="ja-JP" altLang="en-US" sz="1200" b="1">
                <a:latin typeface="+mn-ea"/>
              </a:rPr>
              <a:t>予算編成方針と前年度の全社総括が自動提示</a:t>
            </a:r>
            <a:br>
              <a:rPr lang="ja-JP" altLang="ja-JP" sz="1200" b="1">
                <a:latin typeface="+mn-ea"/>
              </a:rPr>
            </a:br>
            <a:r>
              <a:rPr lang="ja-JP" altLang="en-US" sz="1200" b="1">
                <a:latin typeface="+mn-ea"/>
              </a:rPr>
              <a:t>各BUの原案を読み比べ、前提の食い違い・</a:t>
            </a:r>
            <a:br>
              <a:rPr lang="ja-JP" altLang="ja-JP" sz="1200" b="1">
                <a:latin typeface="+mn-ea"/>
              </a:rPr>
            </a:br>
            <a:r>
              <a:rPr lang="ja-JP" altLang="en-US" sz="1200" b="1">
                <a:latin typeface="+mn-ea"/>
              </a:rPr>
              <a:t>重なり・共通課題を2タブで整理(3事業で約80秒)</a:t>
            </a:r>
            <a:endParaRPr lang="ja-JP" altLang="ja-JP" sz="1200" b="1">
              <a:latin typeface="+mn-ea"/>
            </a:endParaRPr>
          </a:p>
        </p:txBody>
      </p:sp>
      <p:sp>
        <p:nvSpPr>
          <p:cNvPr id="114" name="正方形/長方形 12 c110 c113 c114">
            <a:extLst>
              <a:ext uri="{FF2B5EF4-FFF2-40B4-BE49-F238E27FC236}">
                <a16:creationId xmlns:a16="http://schemas.microsoft.com/office/drawing/2014/main" id="{488FA2C6-C71C-DD0D-910F-F682EC2FFE63}"/>
              </a:ext>
            </a:extLst>
          </p:cNvPr>
          <p:cNvSpPr/>
          <p:nvPr/>
        </p:nvSpPr>
        <p:spPr bwMode="auto">
          <a:xfrm>
            <a:off x="6352405" y="4105656"/>
            <a:ext cx="5215708" cy="146304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出力項目(2タブ)</a:t>
            </a:r>
            <a:endParaRPr lang="ja-JP" altLang="ja-JP" sz="1200" b="1">
              <a:latin typeface="+mn-ea"/>
            </a:endParaRPr>
          </a:p>
          <a:p>
            <a:pPr marL="708025" indent="-171450">
              <a:lnSpc>
                <a:spcPct val="110000"/>
              </a:lnSpc>
              <a:spcAft>
                <a:spcPts val="0"/>
              </a:spcAft>
              <a:buClr>
                <a:schemeClr val="accent2"/>
              </a:buClr>
              <a:buSzPct val="80000"/>
              <a:buFont typeface="Arial"/>
              <a:buChar char="•"/>
            </a:pPr>
            <a:r>
              <a:rPr lang="ja-JP" altLang="en-US" sz="1100">
                <a:latin typeface="+mn-ea"/>
              </a:rPr>
              <a:t>【束ねた結果】①総括　②事業間で食い違いがある箇所</a:t>
            </a:r>
            <a:endParaRPr lang="ja-JP" altLang="ja-JP" sz="1100" b="1">
              <a:latin typeface="+mn-ea"/>
            </a:endParaRPr>
          </a:p>
          <a:p>
            <a:pPr marL="708025">
              <a:lnSpc>
                <a:spcPct val="110000"/>
              </a:lnSpc>
              <a:spcAft>
                <a:spcPts val="0"/>
              </a:spcAft>
              <a:buClr>
                <a:schemeClr val="accent2"/>
              </a:buClr>
              <a:buSzPct val="80000"/>
              <a:buNone/>
            </a:pPr>
            <a:r>
              <a:rPr lang="ja-JP" altLang="en-US" sz="1100">
                <a:latin typeface="+mn-ea"/>
              </a:rPr>
              <a:t>③重なっている取り組みと共通の課題</a:t>
            </a:r>
            <a:endParaRPr lang="ja-JP" altLang="ja-JP" sz="1100" b="1">
              <a:latin typeface="+mn-ea"/>
            </a:endParaRPr>
          </a:p>
          <a:p>
            <a:pPr marL="708025">
              <a:lnSpc>
                <a:spcPct val="110000"/>
              </a:lnSpc>
              <a:spcAft>
                <a:spcPts val="0"/>
              </a:spcAft>
              <a:buClr>
                <a:schemeClr val="accent2"/>
              </a:buClr>
              <a:buSzPct val="80000"/>
              <a:buNone/>
            </a:pPr>
            <a:r>
              <a:rPr lang="ja-JP" altLang="en-US" sz="1100">
                <a:latin typeface="+mn-ea"/>
              </a:rPr>
              <a:t>④HDが横断で引き取るべきテーマの候補</a:t>
            </a:r>
            <a:endParaRPr lang="ja-JP" altLang="ja-JP" sz="1100" b="1">
              <a:latin typeface="+mn-ea"/>
            </a:endParaRPr>
          </a:p>
          <a:p>
            <a:pPr marL="708025">
              <a:lnSpc>
                <a:spcPct val="110000"/>
              </a:lnSpc>
              <a:spcAft>
                <a:spcPts val="0"/>
              </a:spcAft>
              <a:buClr>
                <a:schemeClr val="accent2"/>
              </a:buClr>
              <a:buSzPct val="80000"/>
              <a:buNone/>
            </a:pPr>
            <a:r>
              <a:rPr lang="ja-JP" altLang="en-US" sz="1100">
                <a:latin typeface="+mn-ea"/>
              </a:rPr>
              <a:t>⑤コア戦で各事業に投げる質問の候補</a:t>
            </a:r>
            <a:endParaRPr lang="ja-JP" altLang="ja-JP" sz="1100" b="1">
              <a:latin typeface="+mn-ea"/>
            </a:endParaRPr>
          </a:p>
          <a:p>
            <a:pPr marL="708025">
              <a:lnSpc>
                <a:spcPct val="110000"/>
              </a:lnSpc>
              <a:spcAft>
                <a:spcPts val="0"/>
              </a:spcAft>
              <a:buClr>
                <a:schemeClr val="accent2"/>
              </a:buClr>
              <a:buSzPct val="80000"/>
              <a:buNone/>
            </a:pPr>
            <a:r>
              <a:rPr lang="ja-JP" altLang="en-US" sz="1100">
                <a:latin typeface="+mn-ea"/>
              </a:rPr>
              <a:t>⑥今回確認できなかったこと</a:t>
            </a:r>
            <a:endParaRPr lang="ja-JP" altLang="ja-JP" sz="1100" b="1">
              <a:latin typeface="+mn-ea"/>
            </a:endParaRPr>
          </a:p>
          <a:p>
            <a:pPr marL="708025" indent="-171450">
              <a:lnSpc>
                <a:spcPct val="110000"/>
              </a:lnSpc>
              <a:spcAft>
                <a:spcPts val="0"/>
              </a:spcAft>
              <a:buClr>
                <a:schemeClr val="accent2"/>
              </a:buClr>
              <a:buSzPct val="80000"/>
              <a:buFont typeface="Arial"/>
              <a:buChar char="•"/>
            </a:pPr>
            <a:r>
              <a:rPr lang="ja-JP" altLang="en-US" sz="1100">
                <a:latin typeface="+mn-ea"/>
              </a:rPr>
              <a:t>【数値の参考と根拠】参考1 予算編成方針への応え方</a:t>
            </a:r>
            <a:endParaRPr lang="ja-JP" altLang="ja-JP" sz="1100" b="1">
              <a:latin typeface="+mn-ea"/>
            </a:endParaRPr>
          </a:p>
          <a:p>
            <a:pPr marL="708025">
              <a:lnSpc>
                <a:spcPct val="110000"/>
              </a:lnSpc>
              <a:spcAft>
                <a:spcPts val="0"/>
              </a:spcAft>
              <a:buClr>
                <a:schemeClr val="accent2"/>
              </a:buClr>
              <a:buSzPct val="80000"/>
              <a:buNone/>
            </a:pPr>
            <a:r>
              <a:rPr lang="ja-JP" altLang="en-US" sz="1100">
                <a:latin typeface="+mn-ea"/>
              </a:rPr>
              <a:t>参考2 事業構成の変化(構成比はアプリが計算)／根拠</a:t>
            </a:r>
            <a:endParaRPr lang="ja-JP" altLang="ja-JP" sz="1100" b="1">
              <a:latin typeface="+mn-ea"/>
            </a:endParaRPr>
          </a:p>
        </p:txBody>
      </p:sp>
    </p:spTree>
    <p:extLst>
      <p:ext uri="{BB962C8B-B14F-4D97-AF65-F5344CB8AC3E}">
        <p14:creationId xmlns:p14="http://schemas.microsoft.com/office/powerpoint/2010/main" val="2454913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9F78B-A6A0-8D90-1DC9-3D40D6442969}"/>
            </a:ext>
          </a:extLst>
        </p:cNvPr>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AE0D39B3-7F9E-2C52-6E16-69C5BA40F67F}"/>
              </a:ext>
            </a:extLst>
          </p:cNvPr>
          <p:cNvGraphicFramePr>
            <a:graphicFrameLocks/>
          </p:cNvGraphicFramePr>
          <p:nvPr>
            <p:custDataLst>
              <p:tags r:id="rId1"/>
            </p:custDataLst>
            <p:extLst>
              <p:ext uri="{D42A27DB-BD31-4B8C-83A1-F6EECF244321}">
                <p14:modId xmlns:p14="http://schemas.microsoft.com/office/powerpoint/2010/main" val="37643064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42" progId="TCLayout.ActiveDocument.1">
                  <p:embed/>
                </p:oleObj>
              </mc:Choice>
              <mc:Fallback>
                <p:oleObj name="thinkcellスライド" r:id="rId4" imgW="639" imgH="642" progId="TCLayout.ActiveDocument.1">
                  <p:embed/>
                  <p:pic>
                    <p:nvPicPr>
                      <p:cNvPr id="54" name="think-cell data - do not delete" hidden="1">
                        <a:extLst>
                          <a:ext uri="{FF2B5EF4-FFF2-40B4-BE49-F238E27FC236}">
                            <a16:creationId xmlns:a16="http://schemas.microsoft.com/office/drawing/2014/main" id="{AE0D39B3-7F9E-2C52-6E16-69C5BA40F67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7" name="テキスト プレースホルダー 26">
            <a:extLst>
              <a:ext uri="{FF2B5EF4-FFF2-40B4-BE49-F238E27FC236}">
                <a16:creationId xmlns:a16="http://schemas.microsoft.com/office/drawing/2014/main" id="{F68DC111-C544-6D8C-30A2-850B57962555}"/>
              </a:ext>
            </a:extLst>
          </p:cNvPr>
          <p:cNvSpPr>
            <a:spLocks noGrp="1"/>
          </p:cNvSpPr>
          <p:nvPr>
            <p:ph type="body" sz="quarter" idx="11"/>
          </p:nvPr>
        </p:nvSpPr>
        <p:spPr>
          <a:xfrm>
            <a:off x="623888" y="300199"/>
            <a:ext cx="10944112" cy="216000"/>
          </a:xfrm>
        </p:spPr>
        <p:txBody>
          <a:bodyPr/>
          <a:lstStyle/>
          <a:p>
            <a:r>
              <a:rPr lang="ja-JP" altLang="en-US"/>
              <a:t>計画・案件の検証の利用方法(1/2 計画を確認・検証する)</a:t>
            </a:r>
          </a:p>
        </p:txBody>
      </p:sp>
      <p:sp>
        <p:nvSpPr>
          <p:cNvPr id="13" name="正方形/長方形 12">
            <a:extLst>
              <a:ext uri="{FF2B5EF4-FFF2-40B4-BE49-F238E27FC236}">
                <a16:creationId xmlns:a16="http://schemas.microsoft.com/office/drawing/2014/main" id="{3D574525-8367-DDD9-02F4-07BC041FE659}"/>
              </a:ext>
            </a:extLst>
          </p:cNvPr>
          <p:cNvSpPr/>
          <p:nvPr/>
        </p:nvSpPr>
        <p:spPr bwMode="auto">
          <a:xfrm>
            <a:off x="6361033" y="1016000"/>
            <a:ext cx="5207079" cy="5437188"/>
          </a:xfrm>
          <a:prstGeom prst="rect">
            <a:avLst/>
          </a:prstGeom>
          <a:solidFill>
            <a:srgbClr val="F0F2F6">
              <a:alpha val="80000"/>
            </a:srgbClr>
          </a:solidFill>
          <a:ln w="9525">
            <a:noFill/>
            <a:miter lim="800000"/>
            <a:headEnd/>
            <a:tailEnd/>
          </a:ln>
          <a:effectLst/>
        </p:spPr>
        <p:txBody>
          <a:bodyPr wrap="none" lIns="0" tIns="0" rIns="0" bIns="0" rtlCol="0" anchor="t" anchorCtr="0">
            <a:noAutofit/>
          </a:bodyPr>
          <a:lstStyle/>
          <a:p>
            <a:pPr marL="0">
              <a:lnSpc>
                <a:spcPct val="110000"/>
              </a:lnSpc>
              <a:spcAft>
                <a:spcPts val="300"/>
              </a:spcAft>
              <a:buClr>
                <a:schemeClr val="accent2"/>
              </a:buClr>
              <a:buSzPct val="80000"/>
              <a:buNone/>
            </a:pPr>
            <a:endParaRPr lang="ja-JP" altLang="ja-JP" sz="1400" b="1">
              <a:latin typeface="+mn-ea"/>
            </a:endParaRPr>
          </a:p>
        </p:txBody>
      </p:sp>
      <p:sp>
        <p:nvSpPr>
          <p:cNvPr id="3" name="正方形/長方形 2">
            <a:extLst>
              <a:ext uri="{FF2B5EF4-FFF2-40B4-BE49-F238E27FC236}">
                <a16:creationId xmlns:a16="http://schemas.microsoft.com/office/drawing/2014/main" id="{55C501D1-366B-B001-0ED0-266FE6C10672}"/>
              </a:ext>
            </a:extLst>
          </p:cNvPr>
          <p:cNvSpPr/>
          <p:nvPr/>
        </p:nvSpPr>
        <p:spPr bwMode="auto">
          <a:xfrm>
            <a:off x="6356630" y="1009488"/>
            <a:ext cx="2076281" cy="231541"/>
          </a:xfrm>
          <a:prstGeom prst="rect">
            <a:avLst/>
          </a:prstGeom>
          <a:solidFill>
            <a:schemeClr val="accent2">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a:ln>
                  <a:noFill/>
                </a:ln>
                <a:solidFill>
                  <a:schemeClr val="bg1"/>
                </a:solidFill>
                <a:effectLst/>
                <a:uLnTx/>
                <a:uFillTx/>
                <a:latin typeface="+mn-ea"/>
                <a:ea typeface="+mn-ea"/>
                <a:cs typeface="+mn-cs"/>
              </a:rPr>
              <a:t>操作手順</a:t>
            </a:r>
          </a:p>
        </p:txBody>
      </p:sp>
      <p:sp>
        <p:nvSpPr>
          <p:cNvPr id="7" name="正方形/長方形 6">
            <a:extLst>
              <a:ext uri="{FF2B5EF4-FFF2-40B4-BE49-F238E27FC236}">
                <a16:creationId xmlns:a16="http://schemas.microsoft.com/office/drawing/2014/main" id="{CD4AE30E-3859-0896-405D-2636F45D333B}"/>
              </a:ext>
            </a:extLst>
          </p:cNvPr>
          <p:cNvSpPr/>
          <p:nvPr/>
        </p:nvSpPr>
        <p:spPr bwMode="auto">
          <a:xfrm>
            <a:off x="621792" y="1124712"/>
            <a:ext cx="2551176" cy="868680"/>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9" name="四角形: 角を丸くする 8">
            <a:extLst>
              <a:ext uri="{FF2B5EF4-FFF2-40B4-BE49-F238E27FC236}">
                <a16:creationId xmlns:a16="http://schemas.microsoft.com/office/drawing/2014/main" id="{DC4D074A-CD6C-B983-5D3C-AF52C7062538}"/>
              </a:ext>
            </a:extLst>
          </p:cNvPr>
          <p:cNvSpPr/>
          <p:nvPr/>
        </p:nvSpPr>
        <p:spPr bwMode="auto">
          <a:xfrm>
            <a:off x="691931" y="1016000"/>
            <a:ext cx="1273780" cy="221421"/>
          </a:xfrm>
          <a:prstGeom prst="roundRect">
            <a:avLst/>
          </a:prstGeom>
          <a:solidFill>
            <a:schemeClr val="accent2">
              <a:lumMod val="40000"/>
              <a:lumOff val="6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a:latin typeface="+mn-ea"/>
              </a:rPr>
              <a:t>ホーム画面</a:t>
            </a:r>
          </a:p>
        </p:txBody>
      </p:sp>
      <p:sp>
        <p:nvSpPr>
          <p:cNvPr id="12" name="正方形/長方形 11">
            <a:extLst>
              <a:ext uri="{FF2B5EF4-FFF2-40B4-BE49-F238E27FC236}">
                <a16:creationId xmlns:a16="http://schemas.microsoft.com/office/drawing/2014/main" id="{3C4A2FF4-7690-72A6-5B3C-008383D0C302}"/>
              </a:ext>
            </a:extLst>
          </p:cNvPr>
          <p:cNvSpPr/>
          <p:nvPr/>
        </p:nvSpPr>
        <p:spPr bwMode="auto">
          <a:xfrm>
            <a:off x="621792" y="2157984"/>
            <a:ext cx="5468112" cy="4297679"/>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109" name="四角形: 角を丸くする 108">
            <a:extLst>
              <a:ext uri="{FF2B5EF4-FFF2-40B4-BE49-F238E27FC236}">
                <a16:creationId xmlns:a16="http://schemas.microsoft.com/office/drawing/2014/main" id="{79BC92CC-2DC2-BBCE-01D7-7EFEFB4A981F}"/>
              </a:ext>
            </a:extLst>
          </p:cNvPr>
          <p:cNvSpPr/>
          <p:nvPr/>
        </p:nvSpPr>
        <p:spPr bwMode="auto">
          <a:xfrm>
            <a:off x="722376" y="2048255"/>
            <a:ext cx="1271016" cy="219456"/>
          </a:xfrm>
          <a:prstGeom prst="roundRect">
            <a:avLst/>
          </a:prstGeom>
          <a:solidFill>
            <a:schemeClr val="accent4">
              <a:lumMod val="20000"/>
              <a:lumOff val="8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a:latin typeface="+mn-ea"/>
              </a:rPr>
              <a:t>詳細画面</a:t>
            </a:r>
          </a:p>
        </p:txBody>
      </p:sp>
      <p:pic>
        <p:nvPicPr>
          <p:cNvPr id="5" name="図 4">
            <a:extLst>
              <a:ext uri="{FF2B5EF4-FFF2-40B4-BE49-F238E27FC236}">
                <a16:creationId xmlns:a16="http://schemas.microsoft.com/office/drawing/2014/main" id="{D10B7D11-4D28-6FCE-E1D7-7A817E52C78C}"/>
              </a:ext>
            </a:extLst>
          </p:cNvPr>
          <p:cNvPicPr>
            <a:picLocks noChangeAspect="1"/>
          </p:cNvPicPr>
          <p:nvPr/>
        </p:nvPicPr>
        <p:blipFill>
          <a:blip r:embed="rId10"/>
          <a:stretch>
            <a:fillRect/>
          </a:stretch>
        </p:blipFill>
        <p:spPr>
          <a:xfrm>
            <a:off x="786384" y="1417320"/>
            <a:ext cx="2304288" cy="479001"/>
          </a:xfrm>
          <a:prstGeom prst="rect">
            <a:avLst/>
          </a:prstGeom>
        </p:spPr>
      </p:pic>
      <p:sp>
        <p:nvSpPr>
          <p:cNvPr id="80" name="正方形/長方形 79">
            <a:extLst>
              <a:ext uri="{FF2B5EF4-FFF2-40B4-BE49-F238E27FC236}">
                <a16:creationId xmlns:a16="http://schemas.microsoft.com/office/drawing/2014/main" id="{D3D7C5CD-A393-BFAC-8722-203E6D56147D}"/>
              </a:ext>
            </a:extLst>
          </p:cNvPr>
          <p:cNvSpPr/>
          <p:nvPr/>
        </p:nvSpPr>
        <p:spPr bwMode="auto">
          <a:xfrm>
            <a:off x="768096" y="1399032"/>
            <a:ext cx="2340864" cy="516804"/>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pic>
        <p:nvPicPr>
          <p:cNvPr id="4" name="図 3">
            <a:extLst>
              <a:ext uri="{FF2B5EF4-FFF2-40B4-BE49-F238E27FC236}">
                <a16:creationId xmlns:a16="http://schemas.microsoft.com/office/drawing/2014/main" id="{71EA127F-A77F-48C0-5331-E439A34D7D9A}"/>
              </a:ext>
            </a:extLst>
          </p:cNvPr>
          <p:cNvPicPr>
            <a:picLocks noChangeAspect="1"/>
          </p:cNvPicPr>
          <p:nvPr/>
        </p:nvPicPr>
        <p:blipFill>
          <a:blip r:embed="rId12"/>
          <a:stretch>
            <a:fillRect/>
          </a:stretch>
        </p:blipFill>
        <p:spPr>
          <a:xfrm>
            <a:off x="786384" y="2322576"/>
            <a:ext cx="3703320" cy="1697475"/>
          </a:xfrm>
          <a:prstGeom prst="rect">
            <a:avLst/>
          </a:prstGeom>
        </p:spPr>
      </p:pic>
      <p:sp>
        <p:nvSpPr>
          <p:cNvPr id="19" name="正方形/長方形 18">
            <a:extLst>
              <a:ext uri="{FF2B5EF4-FFF2-40B4-BE49-F238E27FC236}">
                <a16:creationId xmlns:a16="http://schemas.microsoft.com/office/drawing/2014/main" id="{C230EDE9-BF2C-B585-1642-2B9B5B62FAF4}"/>
              </a:ext>
            </a:extLst>
          </p:cNvPr>
          <p:cNvSpPr/>
          <p:nvPr/>
        </p:nvSpPr>
        <p:spPr bwMode="auto">
          <a:xfrm>
            <a:off x="786384" y="2322576"/>
            <a:ext cx="3703320" cy="977087"/>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21" name="正方形/長方形 20">
            <a:extLst>
              <a:ext uri="{FF2B5EF4-FFF2-40B4-BE49-F238E27FC236}">
                <a16:creationId xmlns:a16="http://schemas.microsoft.com/office/drawing/2014/main" id="{25DAFC44-7E65-94EE-4DC3-98C896A58FA0}"/>
              </a:ext>
            </a:extLst>
          </p:cNvPr>
          <p:cNvSpPr/>
          <p:nvPr/>
        </p:nvSpPr>
        <p:spPr bwMode="auto">
          <a:xfrm>
            <a:off x="786384" y="3315680"/>
            <a:ext cx="3703320" cy="704784"/>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pic>
        <p:nvPicPr>
          <p:cNvPr id="14" name="図 13">
            <a:extLst>
              <a:ext uri="{FF2B5EF4-FFF2-40B4-BE49-F238E27FC236}">
                <a16:creationId xmlns:a16="http://schemas.microsoft.com/office/drawing/2014/main" id="{9828F7F7-C260-969E-E777-D41EDFE24DD8}"/>
              </a:ext>
            </a:extLst>
          </p:cNvPr>
          <p:cNvPicPr>
            <a:picLocks noChangeAspect="1"/>
          </p:cNvPicPr>
          <p:nvPr/>
        </p:nvPicPr>
        <p:blipFill>
          <a:blip r:embed="rId13"/>
          <a:stretch>
            <a:fillRect/>
          </a:stretch>
        </p:blipFill>
        <p:spPr>
          <a:xfrm>
            <a:off x="786384" y="4148480"/>
            <a:ext cx="3611880" cy="1838264"/>
          </a:xfrm>
          <a:prstGeom prst="rect">
            <a:avLst/>
          </a:prstGeom>
        </p:spPr>
      </p:pic>
      <p:sp>
        <p:nvSpPr>
          <p:cNvPr id="23" name="正方形/長方形 22">
            <a:extLst>
              <a:ext uri="{FF2B5EF4-FFF2-40B4-BE49-F238E27FC236}">
                <a16:creationId xmlns:a16="http://schemas.microsoft.com/office/drawing/2014/main" id="{B93B2C6E-DEEF-5C4E-8CD2-58E92E200039}"/>
              </a:ext>
            </a:extLst>
          </p:cNvPr>
          <p:cNvSpPr/>
          <p:nvPr/>
        </p:nvSpPr>
        <p:spPr bwMode="auto">
          <a:xfrm>
            <a:off x="777240" y="4139336"/>
            <a:ext cx="3630168" cy="1856551"/>
          </a:xfrm>
          <a:prstGeom prst="rect">
            <a:avLst/>
          </a:prstGeom>
          <a:noFill/>
          <a:ln w="1905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32" name="四角形: 角を丸くする 31">
            <a:extLst>
              <a:ext uri="{FF2B5EF4-FFF2-40B4-BE49-F238E27FC236}">
                <a16:creationId xmlns:a16="http://schemas.microsoft.com/office/drawing/2014/main" id="{CCDC4D03-7651-9634-66B6-1A4F238081C2}"/>
              </a:ext>
            </a:extLst>
          </p:cNvPr>
          <p:cNvSpPr/>
          <p:nvPr/>
        </p:nvSpPr>
        <p:spPr bwMode="auto">
          <a:xfrm>
            <a:off x="4507992" y="4441088"/>
            <a:ext cx="1508760" cy="1941423"/>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t" anchorCtr="0">
            <a:noAutofit/>
          </a:bodyPr>
          <a:lstStyle/>
          <a:p>
            <a:pPr marR="0" defTabSz="914400" rtl="0" eaLnBrk="1" fontAlgn="auto" latinLnBrk="0" hangingPunct="1">
              <a:lnSpc>
                <a:spcPct val="110000"/>
              </a:lnSpc>
              <a:buClr>
                <a:schemeClr val="accent2"/>
              </a:buClr>
              <a:buSzPct val="80000"/>
              <a:tabLst>
                <a:tab pos="2057400" algn="l"/>
              </a:tabLst>
            </a:pPr>
            <a:r>
              <a:rPr kumimoji="1" lang="ja-JP" altLang="en-US" sz="1100" b="1" i="0" strike="noStrike" kern="1200" cap="none" spc="0" normalizeH="0" baseline="0" noProof="0" u="sng">
                <a:ln>
                  <a:noFill/>
                </a:ln>
                <a:effectLst/>
                <a:uLnTx/>
                <a:uFillTx/>
                <a:latin typeface="+mn-ea"/>
                <a:ea typeface="+mn-ea"/>
                <a:cs typeface="+mn-cs"/>
              </a:rPr>
              <a:t>★Tips</a:t>
            </a:r>
          </a:p>
          <a:p>
            <a:pPr marR="0" defTabSz="914400" rtl="0" eaLnBrk="1" fontAlgn="auto" latinLnBrk="0" hangingPunct="1">
              <a:lnSpc>
                <a:spcPct val="110000"/>
              </a:lnSpc>
              <a:buClr>
                <a:schemeClr val="accent2"/>
              </a:buClr>
              <a:buSzPct val="80000"/>
              <a:tabLst>
                <a:tab pos="2057400" algn="l"/>
              </a:tabLst>
            </a:pPr>
            <a:r>
              <a:rPr lang="ja-JP" altLang="en-US" sz="1100" b="0">
                <a:latin typeface="+mn-ea"/>
              </a:rPr>
              <a:t>・「HHHD全体」はHD経企・HD役員のみ選択可</a:t>
            </a:r>
          </a:p>
          <a:p>
            <a:pPr marR="0" defTabSz="914400" rtl="0" eaLnBrk="1" fontAlgn="auto" latinLnBrk="0" hangingPunct="1">
              <a:lnSpc>
                <a:spcPct val="110000"/>
              </a:lnSpc>
              <a:buClr>
                <a:schemeClr val="accent2"/>
              </a:buClr>
              <a:buSzPct val="80000"/>
              <a:tabLst>
                <a:tab pos="2057400" algn="l"/>
              </a:tabLst>
            </a:pPr>
            <a:r>
              <a:rPr lang="ja-JP" altLang="en-US" sz="1100" b="0">
                <a:latin typeface="+mn-ea"/>
              </a:rPr>
              <a:t>・実績資料が無い場合は実行不可(前提の確認は「前提を洗い直す」へ)</a:t>
            </a:r>
          </a:p>
        </p:txBody>
      </p:sp>
      <p:sp>
        <p:nvSpPr>
          <p:cNvPr id="8" name="四角形: 角を丸くする 7">
            <a:extLst>
              <a:ext uri="{FF2B5EF4-FFF2-40B4-BE49-F238E27FC236}">
                <a16:creationId xmlns:a16="http://schemas.microsoft.com/office/drawing/2014/main" id="{7B0BE2D6-5DAF-E1E1-CA9F-DD6DA1C87D56}"/>
              </a:ext>
            </a:extLst>
          </p:cNvPr>
          <p:cNvSpPr/>
          <p:nvPr/>
        </p:nvSpPr>
        <p:spPr bwMode="auto">
          <a:xfrm>
            <a:off x="6373368" y="129844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5-1</a:t>
            </a:r>
            <a:endParaRPr lang="ja-JP" altLang="en-US" sz="1100" b="1">
              <a:solidFill>
                <a:schemeClr val="bg1"/>
              </a:solidFill>
              <a:latin typeface="+mn-ea"/>
            </a:endParaRPr>
          </a:p>
        </p:txBody>
      </p:sp>
      <p:sp>
        <p:nvSpPr>
          <p:cNvPr id="16" name="四角形: 角を丸くする 15">
            <a:extLst>
              <a:ext uri="{FF2B5EF4-FFF2-40B4-BE49-F238E27FC236}">
                <a16:creationId xmlns:a16="http://schemas.microsoft.com/office/drawing/2014/main" id="{CFB91707-38BA-28B7-9B3D-6DBF5D64D2DA}"/>
              </a:ext>
            </a:extLst>
          </p:cNvPr>
          <p:cNvSpPr/>
          <p:nvPr/>
        </p:nvSpPr>
        <p:spPr bwMode="auto">
          <a:xfrm>
            <a:off x="6373368" y="173278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5-2</a:t>
            </a:r>
          </a:p>
        </p:txBody>
      </p:sp>
      <p:sp>
        <p:nvSpPr>
          <p:cNvPr id="25" name="四角形: 角を丸くする 24">
            <a:extLst>
              <a:ext uri="{FF2B5EF4-FFF2-40B4-BE49-F238E27FC236}">
                <a16:creationId xmlns:a16="http://schemas.microsoft.com/office/drawing/2014/main" id="{93D59C21-FB94-FB61-0C1E-6655FE13D343}"/>
              </a:ext>
            </a:extLst>
          </p:cNvPr>
          <p:cNvSpPr/>
          <p:nvPr/>
        </p:nvSpPr>
        <p:spPr bwMode="auto">
          <a:xfrm>
            <a:off x="6373368" y="216712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5-3</a:t>
            </a:r>
            <a:endParaRPr lang="ja-JP" altLang="en-US" sz="1100" b="1">
              <a:solidFill>
                <a:schemeClr val="bg1"/>
              </a:solidFill>
              <a:latin typeface="+mn-ea"/>
            </a:endParaRPr>
          </a:p>
        </p:txBody>
      </p:sp>
      <p:sp>
        <p:nvSpPr>
          <p:cNvPr id="33" name="四角形: 角を丸くする 32">
            <a:extLst>
              <a:ext uri="{FF2B5EF4-FFF2-40B4-BE49-F238E27FC236}">
                <a16:creationId xmlns:a16="http://schemas.microsoft.com/office/drawing/2014/main" id="{51712AB3-9E78-8ED9-472F-E0F5E6B22A02}"/>
              </a:ext>
            </a:extLst>
          </p:cNvPr>
          <p:cNvSpPr/>
          <p:nvPr/>
        </p:nvSpPr>
        <p:spPr bwMode="auto">
          <a:xfrm>
            <a:off x="6373368" y="296722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5-4</a:t>
            </a:r>
          </a:p>
        </p:txBody>
      </p:sp>
      <p:sp>
        <p:nvSpPr>
          <p:cNvPr id="36" name="四角形: 角を丸くする 35">
            <a:extLst>
              <a:ext uri="{FF2B5EF4-FFF2-40B4-BE49-F238E27FC236}">
                <a16:creationId xmlns:a16="http://schemas.microsoft.com/office/drawing/2014/main" id="{C7101DE4-25D8-96ED-7800-D4F7C230A653}"/>
              </a:ext>
            </a:extLst>
          </p:cNvPr>
          <p:cNvSpPr/>
          <p:nvPr/>
        </p:nvSpPr>
        <p:spPr bwMode="auto">
          <a:xfrm>
            <a:off x="676656" y="125272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5-1</a:t>
            </a:r>
            <a:endParaRPr lang="ja-JP" altLang="en-US" sz="1100" b="1">
              <a:solidFill>
                <a:schemeClr val="bg1"/>
              </a:solidFill>
              <a:latin typeface="+mn-ea"/>
            </a:endParaRPr>
          </a:p>
        </p:txBody>
      </p:sp>
      <p:sp>
        <p:nvSpPr>
          <p:cNvPr id="37" name="四角形: 角を丸くする 36">
            <a:extLst>
              <a:ext uri="{FF2B5EF4-FFF2-40B4-BE49-F238E27FC236}">
                <a16:creationId xmlns:a16="http://schemas.microsoft.com/office/drawing/2014/main" id="{F61F0E81-8404-E6C2-3043-5E19DE9F1503}"/>
              </a:ext>
            </a:extLst>
          </p:cNvPr>
          <p:cNvSpPr/>
          <p:nvPr/>
        </p:nvSpPr>
        <p:spPr bwMode="auto">
          <a:xfrm>
            <a:off x="4526280" y="2359152"/>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5-3</a:t>
            </a:r>
          </a:p>
        </p:txBody>
      </p:sp>
      <p:sp>
        <p:nvSpPr>
          <p:cNvPr id="39" name="四角形: 角を丸くする 38">
            <a:extLst>
              <a:ext uri="{FF2B5EF4-FFF2-40B4-BE49-F238E27FC236}">
                <a16:creationId xmlns:a16="http://schemas.microsoft.com/office/drawing/2014/main" id="{77431E6C-4DC0-A7F2-A3B3-08B3FB7F0AE0}"/>
              </a:ext>
            </a:extLst>
          </p:cNvPr>
          <p:cNvSpPr/>
          <p:nvPr/>
        </p:nvSpPr>
        <p:spPr bwMode="auto">
          <a:xfrm>
            <a:off x="4526280" y="3352256"/>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5-4</a:t>
            </a:r>
            <a:endParaRPr lang="ja-JP" altLang="en-US" sz="1100" b="1">
              <a:solidFill>
                <a:schemeClr val="bg1"/>
              </a:solidFill>
              <a:latin typeface="+mn-ea"/>
            </a:endParaRPr>
          </a:p>
        </p:txBody>
      </p:sp>
      <p:sp>
        <p:nvSpPr>
          <p:cNvPr id="40" name="四角形: 角を丸くする 39">
            <a:extLst>
              <a:ext uri="{FF2B5EF4-FFF2-40B4-BE49-F238E27FC236}">
                <a16:creationId xmlns:a16="http://schemas.microsoft.com/office/drawing/2014/main" id="{208DC7F5-D0B1-3EE7-63F1-F7782682B81D}"/>
              </a:ext>
            </a:extLst>
          </p:cNvPr>
          <p:cNvSpPr/>
          <p:nvPr/>
        </p:nvSpPr>
        <p:spPr bwMode="auto">
          <a:xfrm>
            <a:off x="4434840" y="4185056"/>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5-5</a:t>
            </a:r>
          </a:p>
        </p:txBody>
      </p:sp>
      <p:sp>
        <p:nvSpPr>
          <p:cNvPr id="110" name="正方形/長方形 6 c110">
            <a:extLst>
              <a:ext uri="{FF2B5EF4-FFF2-40B4-BE49-F238E27FC236}">
                <a16:creationId xmlns:a16="http://schemas.microsoft.com/office/drawing/2014/main" id="{CD4AE30E-3859-0896-405D-2636F45D333B}"/>
              </a:ext>
            </a:extLst>
          </p:cNvPr>
          <p:cNvSpPr/>
          <p:nvPr/>
        </p:nvSpPr>
        <p:spPr bwMode="auto">
          <a:xfrm>
            <a:off x="3227832" y="1124712"/>
            <a:ext cx="2871216" cy="868680"/>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111" name="四角形: 角を丸くする 8 c111">
            <a:extLst>
              <a:ext uri="{FF2B5EF4-FFF2-40B4-BE49-F238E27FC236}">
                <a16:creationId xmlns:a16="http://schemas.microsoft.com/office/drawing/2014/main" id="{DC4D074A-CD6C-B983-5D3C-AF52C7062538}"/>
              </a:ext>
            </a:extLst>
          </p:cNvPr>
          <p:cNvSpPr/>
          <p:nvPr/>
        </p:nvSpPr>
        <p:spPr bwMode="auto">
          <a:xfrm>
            <a:off x="3310128" y="1014984"/>
            <a:ext cx="1271016" cy="219456"/>
          </a:xfrm>
          <a:prstGeom prst="roundRect">
            <a:avLst/>
          </a:prstGeom>
          <a:solidFill>
            <a:schemeClr val="accent2">
              <a:lumMod val="40000"/>
              <a:lumOff val="6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a:latin typeface="+mn-ea"/>
              </a:rPr>
              <a:t>詳細画面</a:t>
            </a:r>
          </a:p>
        </p:txBody>
      </p:sp>
      <p:pic>
        <p:nvPicPr>
          <p:cNvPr id="112" name="図 4 c112">
            <a:extLst>
              <a:ext uri="{FF2B5EF4-FFF2-40B4-BE49-F238E27FC236}">
                <a16:creationId xmlns:a16="http://schemas.microsoft.com/office/drawing/2014/main" id="{D10B7D11-4D28-6FCE-E1D7-7A817E52C78C}"/>
              </a:ext>
            </a:extLst>
          </p:cNvPr>
          <p:cNvPicPr>
            <a:picLocks noChangeAspect="1"/>
          </p:cNvPicPr>
          <p:nvPr/>
        </p:nvPicPr>
        <p:blipFill>
          <a:blip r:embed="rId11"/>
          <a:stretch>
            <a:fillRect/>
          </a:stretch>
        </p:blipFill>
        <p:spPr>
          <a:xfrm>
            <a:off x="3310128" y="1344168"/>
            <a:ext cx="2697480" cy="443357"/>
          </a:xfrm>
          <a:prstGeom prst="rect">
            <a:avLst/>
          </a:prstGeom>
        </p:spPr>
      </p:pic>
      <p:sp>
        <p:nvSpPr>
          <p:cNvPr id="113" name="正方形/長方形 79 c113">
            <a:extLst>
              <a:ext uri="{FF2B5EF4-FFF2-40B4-BE49-F238E27FC236}">
                <a16:creationId xmlns:a16="http://schemas.microsoft.com/office/drawing/2014/main" id="{D3D7C5CD-A393-BFAC-8722-203E6D56147D}"/>
              </a:ext>
            </a:extLst>
          </p:cNvPr>
          <p:cNvSpPr/>
          <p:nvPr/>
        </p:nvSpPr>
        <p:spPr bwMode="auto">
          <a:xfrm>
            <a:off x="3291840" y="1332880"/>
            <a:ext cx="1378315" cy="479933"/>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114" name="四角形: 角を丸くする 35 c114">
            <a:extLst>
              <a:ext uri="{FF2B5EF4-FFF2-40B4-BE49-F238E27FC236}">
                <a16:creationId xmlns:a16="http://schemas.microsoft.com/office/drawing/2014/main" id="{C7101DE4-25D8-96ED-7800-D4F7C230A653}"/>
              </a:ext>
            </a:extLst>
          </p:cNvPr>
          <p:cNvSpPr/>
          <p:nvPr/>
        </p:nvSpPr>
        <p:spPr bwMode="auto">
          <a:xfrm>
            <a:off x="4377547" y="1703085"/>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5-2</a:t>
            </a:r>
            <a:endParaRPr lang="ja-JP" altLang="en-US" sz="1100" b="1">
              <a:solidFill>
                <a:schemeClr val="bg1"/>
              </a:solidFill>
              <a:latin typeface="+mn-ea"/>
            </a:endParaRPr>
          </a:p>
        </p:txBody>
      </p:sp>
      <p:sp>
        <p:nvSpPr>
          <p:cNvPr id="115" name="正方形/長方形 12 c115">
            <a:extLst>
              <a:ext uri="{FF2B5EF4-FFF2-40B4-BE49-F238E27FC236}">
                <a16:creationId xmlns:a16="http://schemas.microsoft.com/office/drawing/2014/main" id="{3D574525-8367-DDD9-02F4-07BC041FE659}"/>
              </a:ext>
            </a:extLst>
          </p:cNvPr>
          <p:cNvSpPr/>
          <p:nvPr/>
        </p:nvSpPr>
        <p:spPr bwMode="auto">
          <a:xfrm>
            <a:off x="6361033" y="1280160"/>
            <a:ext cx="5207079" cy="25146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ホーム画面右下の「計画・案件の検証」をクリック</a:t>
            </a:r>
            <a:endParaRPr lang="ja-JP" altLang="ja-JP" sz="1200" b="1">
              <a:latin typeface="+mn-ea"/>
            </a:endParaRPr>
          </a:p>
        </p:txBody>
      </p:sp>
      <p:sp>
        <p:nvSpPr>
          <p:cNvPr id="116" name="正方形/長方形 12 c115 c116">
            <a:extLst>
              <a:ext uri="{FF2B5EF4-FFF2-40B4-BE49-F238E27FC236}">
                <a16:creationId xmlns:a16="http://schemas.microsoft.com/office/drawing/2014/main" id="{3D574525-8367-DDD9-02F4-07BC041FE659}"/>
              </a:ext>
            </a:extLst>
          </p:cNvPr>
          <p:cNvSpPr/>
          <p:nvPr/>
        </p:nvSpPr>
        <p:spPr bwMode="auto">
          <a:xfrm>
            <a:off x="6361033" y="1714500"/>
            <a:ext cx="5207079" cy="25146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遷移先の画面の「計画を検証する」を選択</a:t>
            </a:r>
            <a:endParaRPr lang="ja-JP" altLang="ja-JP" sz="1200" b="1">
              <a:latin typeface="+mn-ea"/>
            </a:endParaRPr>
          </a:p>
        </p:txBody>
      </p:sp>
      <p:sp>
        <p:nvSpPr>
          <p:cNvPr id="117" name="正方形/長方形 12 c115 c117">
            <a:extLst>
              <a:ext uri="{FF2B5EF4-FFF2-40B4-BE49-F238E27FC236}">
                <a16:creationId xmlns:a16="http://schemas.microsoft.com/office/drawing/2014/main" id="{3D574525-8367-DDD9-02F4-07BC041FE659}"/>
              </a:ext>
            </a:extLst>
          </p:cNvPr>
          <p:cNvSpPr/>
          <p:nvPr/>
        </p:nvSpPr>
        <p:spPr bwMode="auto">
          <a:xfrm>
            <a:off x="6361033" y="2148840"/>
            <a:ext cx="5207079" cy="61722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対象事業と計画期間を選択</a:t>
            </a:r>
            <a:br>
              <a:rPr lang="ja-JP" altLang="ja-JP" sz="1200" b="1">
                <a:latin typeface="+mn-ea"/>
              </a:rPr>
            </a:br>
            <a:r>
              <a:rPr lang="ja-JP" altLang="en-US" sz="1200" b="1">
                <a:latin typeface="+mn-ea"/>
              </a:rPr>
              <a:t>対象事業を選ぶと直近の承認済み計画が</a:t>
            </a:r>
            <a:br>
              <a:rPr lang="ja-JP" altLang="ja-JP" sz="1200" b="1">
                <a:latin typeface="+mn-ea"/>
              </a:rPr>
            </a:br>
            <a:r>
              <a:rPr lang="ja-JP" altLang="en-US" sz="1200" b="1">
                <a:latin typeface="+mn-ea"/>
              </a:rPr>
              <a:t>「検証する計画」に自動提示(×/差し替え可)</a:t>
            </a:r>
            <a:endParaRPr lang="ja-JP" altLang="ja-JP" sz="1200" b="1">
              <a:latin typeface="+mn-ea"/>
            </a:endParaRPr>
          </a:p>
        </p:txBody>
      </p:sp>
      <p:sp>
        <p:nvSpPr>
          <p:cNvPr id="118" name="正方形/長方形 12 c115 c118">
            <a:extLst>
              <a:ext uri="{FF2B5EF4-FFF2-40B4-BE49-F238E27FC236}">
                <a16:creationId xmlns:a16="http://schemas.microsoft.com/office/drawing/2014/main" id="{3D574525-8367-DDD9-02F4-07BC041FE659}"/>
              </a:ext>
            </a:extLst>
          </p:cNvPr>
          <p:cNvSpPr/>
          <p:nvPr/>
        </p:nvSpPr>
        <p:spPr bwMode="auto">
          <a:xfrm>
            <a:off x="6361033" y="2948940"/>
            <a:ext cx="5207079" cy="61722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実績資料を投入(必須)</a:t>
            </a:r>
            <a:br>
              <a:rPr lang="ja-JP" altLang="ja-JP" sz="1200" b="1">
                <a:latin typeface="+mn-ea"/>
              </a:rPr>
            </a:br>
            <a:r>
              <a:rPr lang="ja-JP" altLang="en-US" sz="1200" b="1">
                <a:latin typeface="+mn-ea"/>
              </a:rPr>
              <a:t>月次報告・一次予想資料(HDは四半期決算等)を</a:t>
            </a:r>
            <a:br>
              <a:rPr lang="ja-JP" altLang="ja-JP" sz="1200" b="1">
                <a:latin typeface="+mn-ea"/>
              </a:rPr>
            </a:br>
            <a:r>
              <a:rPr lang="ja-JP" altLang="en-US" sz="1200" b="1">
                <a:latin typeface="+mn-ea"/>
              </a:rPr>
              <a:t>投入。種別はAIが自動判定。補足資料は任意</a:t>
            </a:r>
            <a:endParaRPr lang="ja-JP" altLang="ja-JP" sz="1200" b="1">
              <a:latin typeface="+mn-ea"/>
            </a:endParaRPr>
          </a:p>
        </p:txBody>
      </p:sp>
      <p:sp>
        <p:nvSpPr>
          <p:cNvPr id="119" name="正方形/長方形 12 c115 c119">
            <a:extLst>
              <a:ext uri="{FF2B5EF4-FFF2-40B4-BE49-F238E27FC236}">
                <a16:creationId xmlns:a16="http://schemas.microsoft.com/office/drawing/2014/main" id="{3D574525-8367-DDD9-02F4-07BC041FE659}"/>
              </a:ext>
            </a:extLst>
          </p:cNvPr>
          <p:cNvSpPr/>
          <p:nvPr/>
        </p:nvSpPr>
        <p:spPr bwMode="auto">
          <a:xfrm>
            <a:off x="6361033" y="3749039"/>
            <a:ext cx="5207079" cy="145542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「乖離検証レポートを作成」を押し、結果を確認</a:t>
            </a:r>
            <a:br>
              <a:rPr lang="ja-JP" altLang="ja-JP" sz="1200" b="1">
                <a:latin typeface="+mn-ea"/>
              </a:rPr>
            </a:br>
            <a:r>
              <a:rPr lang="ja-JP" altLang="en-US" sz="1200" b="1">
                <a:latin typeface="+mn-ea"/>
              </a:rPr>
              <a:t>計画と実績を突き合わせ、ずれの理由を計画の</a:t>
            </a:r>
            <a:br>
              <a:rPr lang="ja-JP" altLang="ja-JP" sz="1200" b="1">
                <a:latin typeface="+mn-ea"/>
              </a:rPr>
            </a:br>
            <a:r>
              <a:rPr lang="ja-JP" altLang="en-US" sz="1200" b="1">
                <a:latin typeface="+mn-ea"/>
              </a:rPr>
              <a:t>前提と結びつけて以下の観点で整理</a:t>
            </a:r>
            <a:endParaRPr lang="ja-JP" altLang="ja-JP" sz="1200" b="1">
              <a:latin typeface="+mn-ea"/>
            </a:endParaRPr>
          </a:p>
          <a:p>
            <a:pPr marL="708025" indent="-171450">
              <a:lnSpc>
                <a:spcPct val="110000"/>
              </a:lnSpc>
              <a:spcAft>
                <a:spcPts val="0"/>
              </a:spcAft>
              <a:buClr>
                <a:schemeClr val="accent2"/>
              </a:buClr>
              <a:buSzPct val="80000"/>
              <a:buFont typeface="Arial"/>
              <a:buChar char="•"/>
            </a:pPr>
            <a:r>
              <a:rPr lang="ja-JP" altLang="en-US" sz="1100">
                <a:latin typeface="+mn-ea"/>
              </a:rPr>
              <a:t>①結論　②計画の見直し要否(不要／一部／全体)</a:t>
            </a:r>
            <a:endParaRPr lang="ja-JP" altLang="ja-JP" sz="1100" b="1">
              <a:latin typeface="+mn-ea"/>
            </a:endParaRPr>
          </a:p>
          <a:p>
            <a:pPr marL="708025" indent="-171450">
              <a:lnSpc>
                <a:spcPct val="110000"/>
              </a:lnSpc>
              <a:spcAft>
                <a:spcPts val="0"/>
              </a:spcAft>
              <a:buClr>
                <a:schemeClr val="accent2"/>
              </a:buClr>
              <a:buSzPct val="80000"/>
              <a:buFont typeface="Arial"/>
              <a:buChar char="•"/>
            </a:pPr>
            <a:r>
              <a:rPr lang="ja-JP" altLang="en-US" sz="1100">
                <a:latin typeface="+mn-ea"/>
              </a:rPr>
              <a:t>③単年度のずれ　④外部環境の変化</a:t>
            </a:r>
            <a:endParaRPr lang="ja-JP" altLang="ja-JP" sz="1100" b="1">
              <a:latin typeface="+mn-ea"/>
            </a:endParaRPr>
          </a:p>
          <a:p>
            <a:pPr marL="708025" indent="-171450">
              <a:lnSpc>
                <a:spcPct val="110000"/>
              </a:lnSpc>
              <a:spcAft>
                <a:spcPts val="0"/>
              </a:spcAft>
              <a:buClr>
                <a:schemeClr val="accent2"/>
              </a:buClr>
              <a:buSzPct val="80000"/>
              <a:buFont typeface="Arial"/>
              <a:buChar char="•"/>
            </a:pPr>
            <a:r>
              <a:rPr lang="ja-JP" altLang="en-US" sz="1100">
                <a:latin typeface="+mn-ea"/>
              </a:rPr>
              <a:t>⑤中長期：目標への進み具合</a:t>
            </a:r>
            <a:endParaRPr lang="ja-JP" altLang="ja-JP" sz="1100" b="1">
              <a:latin typeface="+mn-ea"/>
            </a:endParaRPr>
          </a:p>
          <a:p>
            <a:pPr marL="708025" indent="-171450">
              <a:lnSpc>
                <a:spcPct val="110000"/>
              </a:lnSpc>
              <a:spcAft>
                <a:spcPts val="0"/>
              </a:spcAft>
              <a:buClr>
                <a:schemeClr val="accent2"/>
              </a:buClr>
              <a:buSzPct val="80000"/>
              <a:buFont typeface="Arial"/>
              <a:buChar char="•"/>
            </a:pPr>
            <a:r>
              <a:rPr lang="ja-JP" altLang="en-US" sz="1100">
                <a:latin typeface="+mn-ea"/>
              </a:rPr>
              <a:t>⑥中長期：計画の見直しによる変化</a:t>
            </a:r>
            <a:endParaRPr lang="ja-JP" altLang="ja-JP" sz="1100" b="1">
              <a:latin typeface="+mn-ea"/>
            </a:endParaRPr>
          </a:p>
          <a:p>
            <a:pPr marL="708025" indent="-171450">
              <a:lnSpc>
                <a:spcPct val="110000"/>
              </a:lnSpc>
              <a:spcAft>
                <a:spcPts val="0"/>
              </a:spcAft>
              <a:buClr>
                <a:schemeClr val="accent2"/>
              </a:buClr>
              <a:buSzPct val="80000"/>
              <a:buFont typeface="Arial"/>
              <a:buChar char="•"/>
            </a:pPr>
            <a:r>
              <a:rPr lang="ja-JP" altLang="en-US" sz="1100">
                <a:latin typeface="+mn-ea"/>
              </a:rPr>
              <a:t>⑦確認が必要な情報　＋根拠・出典</a:t>
            </a:r>
            <a:endParaRPr lang="ja-JP" altLang="ja-JP" sz="1100" b="1">
              <a:latin typeface="+mn-ea"/>
            </a:endParaRPr>
          </a:p>
        </p:txBody>
      </p:sp>
      <p:sp>
        <p:nvSpPr>
          <p:cNvPr id="120" name="四角形: 角を丸くする 32 c120">
            <a:extLst>
              <a:ext uri="{FF2B5EF4-FFF2-40B4-BE49-F238E27FC236}">
                <a16:creationId xmlns:a16="http://schemas.microsoft.com/office/drawing/2014/main" id="{51712AB3-9E78-8ED9-472F-E0F5E6B22A02}"/>
              </a:ext>
            </a:extLst>
          </p:cNvPr>
          <p:cNvSpPr/>
          <p:nvPr/>
        </p:nvSpPr>
        <p:spPr bwMode="auto">
          <a:xfrm>
            <a:off x="6373368" y="3767327"/>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5-5</a:t>
            </a:r>
          </a:p>
        </p:txBody>
      </p:sp>
    </p:spTree>
    <p:extLst>
      <p:ext uri="{BB962C8B-B14F-4D97-AF65-F5344CB8AC3E}">
        <p14:creationId xmlns:p14="http://schemas.microsoft.com/office/powerpoint/2010/main" val="1796937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9F78B-A6A0-8D90-1DC9-3D40D6442969}"/>
            </a:ext>
          </a:extLst>
        </p:cNvPr>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AE0D39B3-7F9E-2C52-6E16-69C5BA40F67F}"/>
              </a:ext>
            </a:extLst>
          </p:cNvPr>
          <p:cNvGraphicFramePr>
            <a:graphicFrameLocks/>
          </p:cNvGraphicFramePr>
          <p:nvPr>
            <p:custDataLst>
              <p:tags r:id="rId1"/>
            </p:custDataLst>
            <p:extLst>
              <p:ext uri="{D42A27DB-BD31-4B8C-83A1-F6EECF244321}">
                <p14:modId xmlns:p14="http://schemas.microsoft.com/office/powerpoint/2010/main" val="37643064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42" progId="TCLayout.ActiveDocument.1">
                  <p:embed/>
                </p:oleObj>
              </mc:Choice>
              <mc:Fallback>
                <p:oleObj name="thinkcellスライド" r:id="rId4" imgW="639" imgH="642" progId="TCLayout.ActiveDocument.1">
                  <p:embed/>
                  <p:pic>
                    <p:nvPicPr>
                      <p:cNvPr id="54" name="think-cell data - do not delete" hidden="1">
                        <a:extLst>
                          <a:ext uri="{FF2B5EF4-FFF2-40B4-BE49-F238E27FC236}">
                            <a16:creationId xmlns:a16="http://schemas.microsoft.com/office/drawing/2014/main" id="{AE0D39B3-7F9E-2C52-6E16-69C5BA40F67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7" name="テキスト プレースホルダー 26">
            <a:extLst>
              <a:ext uri="{FF2B5EF4-FFF2-40B4-BE49-F238E27FC236}">
                <a16:creationId xmlns:a16="http://schemas.microsoft.com/office/drawing/2014/main" id="{F68DC111-C544-6D8C-30A2-850B57962555}"/>
              </a:ext>
            </a:extLst>
          </p:cNvPr>
          <p:cNvSpPr>
            <a:spLocks noGrp="1"/>
          </p:cNvSpPr>
          <p:nvPr>
            <p:ph type="body" sz="quarter" idx="11"/>
          </p:nvPr>
        </p:nvSpPr>
        <p:spPr>
          <a:xfrm>
            <a:off x="623888" y="300199"/>
            <a:ext cx="10944112" cy="216000"/>
          </a:xfrm>
        </p:spPr>
        <p:txBody>
          <a:bodyPr/>
          <a:lstStyle/>
          <a:p>
            <a:r>
              <a:rPr lang="ja-JP" altLang="en-US"/>
              <a:t>計画・案件の検証の利用方法(2/2 個別案件を確認・検証する)</a:t>
            </a:r>
          </a:p>
        </p:txBody>
      </p:sp>
      <p:sp>
        <p:nvSpPr>
          <p:cNvPr id="13" name="正方形/長方形 12">
            <a:extLst>
              <a:ext uri="{FF2B5EF4-FFF2-40B4-BE49-F238E27FC236}">
                <a16:creationId xmlns:a16="http://schemas.microsoft.com/office/drawing/2014/main" id="{3D574525-8367-DDD9-02F4-07BC041FE659}"/>
              </a:ext>
            </a:extLst>
          </p:cNvPr>
          <p:cNvSpPr/>
          <p:nvPr/>
        </p:nvSpPr>
        <p:spPr bwMode="auto">
          <a:xfrm>
            <a:off x="6361033" y="1016000"/>
            <a:ext cx="5207079" cy="5437188"/>
          </a:xfrm>
          <a:prstGeom prst="rect">
            <a:avLst/>
          </a:prstGeom>
          <a:solidFill>
            <a:srgbClr val="F0F2F6">
              <a:alpha val="80000"/>
            </a:srgbClr>
          </a:solidFill>
          <a:ln w="9525">
            <a:noFill/>
            <a:miter lim="800000"/>
            <a:headEnd/>
            <a:tailEnd/>
          </a:ln>
          <a:effectLst/>
        </p:spPr>
        <p:txBody>
          <a:bodyPr wrap="none" lIns="0" tIns="0" rIns="0" bIns="0" rtlCol="0" anchor="t" anchorCtr="0">
            <a:noAutofit/>
          </a:bodyPr>
          <a:lstStyle/>
          <a:p>
            <a:pPr marL="0">
              <a:lnSpc>
                <a:spcPct val="110000"/>
              </a:lnSpc>
              <a:spcAft>
                <a:spcPts val="300"/>
              </a:spcAft>
              <a:buClr>
                <a:schemeClr val="accent2"/>
              </a:buClr>
              <a:buSzPct val="80000"/>
              <a:buNone/>
            </a:pPr>
            <a:endParaRPr lang="ja-JP" altLang="ja-JP" sz="1400" b="1">
              <a:latin typeface="+mn-ea"/>
            </a:endParaRPr>
          </a:p>
        </p:txBody>
      </p:sp>
      <p:sp>
        <p:nvSpPr>
          <p:cNvPr id="3" name="正方形/長方形 2">
            <a:extLst>
              <a:ext uri="{FF2B5EF4-FFF2-40B4-BE49-F238E27FC236}">
                <a16:creationId xmlns:a16="http://schemas.microsoft.com/office/drawing/2014/main" id="{55C501D1-366B-B001-0ED0-266FE6C10672}"/>
              </a:ext>
            </a:extLst>
          </p:cNvPr>
          <p:cNvSpPr/>
          <p:nvPr/>
        </p:nvSpPr>
        <p:spPr bwMode="auto">
          <a:xfrm>
            <a:off x="6356630" y="1009488"/>
            <a:ext cx="2076281" cy="231541"/>
          </a:xfrm>
          <a:prstGeom prst="rect">
            <a:avLst/>
          </a:prstGeom>
          <a:solidFill>
            <a:schemeClr val="accent2">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a:ln>
                  <a:noFill/>
                </a:ln>
                <a:solidFill>
                  <a:schemeClr val="bg1"/>
                </a:solidFill>
                <a:effectLst/>
                <a:uLnTx/>
                <a:uFillTx/>
                <a:latin typeface="+mn-ea"/>
                <a:ea typeface="+mn-ea"/>
                <a:cs typeface="+mn-cs"/>
              </a:rPr>
              <a:t>操作手順</a:t>
            </a:r>
          </a:p>
        </p:txBody>
      </p:sp>
      <p:sp>
        <p:nvSpPr>
          <p:cNvPr id="7" name="正方形/長方形 6">
            <a:extLst>
              <a:ext uri="{FF2B5EF4-FFF2-40B4-BE49-F238E27FC236}">
                <a16:creationId xmlns:a16="http://schemas.microsoft.com/office/drawing/2014/main" id="{CD4AE30E-3859-0896-405D-2636F45D333B}"/>
              </a:ext>
            </a:extLst>
          </p:cNvPr>
          <p:cNvSpPr/>
          <p:nvPr/>
        </p:nvSpPr>
        <p:spPr bwMode="auto">
          <a:xfrm>
            <a:off x="621792" y="1124712"/>
            <a:ext cx="2551176" cy="868680"/>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9" name="四角形: 角を丸くする 8">
            <a:extLst>
              <a:ext uri="{FF2B5EF4-FFF2-40B4-BE49-F238E27FC236}">
                <a16:creationId xmlns:a16="http://schemas.microsoft.com/office/drawing/2014/main" id="{DC4D074A-CD6C-B983-5D3C-AF52C7062538}"/>
              </a:ext>
            </a:extLst>
          </p:cNvPr>
          <p:cNvSpPr/>
          <p:nvPr/>
        </p:nvSpPr>
        <p:spPr bwMode="auto">
          <a:xfrm>
            <a:off x="691931" y="1016000"/>
            <a:ext cx="1273780" cy="221421"/>
          </a:xfrm>
          <a:prstGeom prst="roundRect">
            <a:avLst/>
          </a:prstGeom>
          <a:solidFill>
            <a:schemeClr val="accent2">
              <a:lumMod val="40000"/>
              <a:lumOff val="6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a:latin typeface="+mn-ea"/>
              </a:rPr>
              <a:t>ホーム画面</a:t>
            </a:r>
          </a:p>
        </p:txBody>
      </p:sp>
      <p:sp>
        <p:nvSpPr>
          <p:cNvPr id="12" name="正方形/長方形 11">
            <a:extLst>
              <a:ext uri="{FF2B5EF4-FFF2-40B4-BE49-F238E27FC236}">
                <a16:creationId xmlns:a16="http://schemas.microsoft.com/office/drawing/2014/main" id="{3C4A2FF4-7690-72A6-5B3C-008383D0C302}"/>
              </a:ext>
            </a:extLst>
          </p:cNvPr>
          <p:cNvSpPr/>
          <p:nvPr/>
        </p:nvSpPr>
        <p:spPr bwMode="auto">
          <a:xfrm>
            <a:off x="621792" y="2157984"/>
            <a:ext cx="5468112" cy="4297679"/>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109" name="四角形: 角を丸くする 108">
            <a:extLst>
              <a:ext uri="{FF2B5EF4-FFF2-40B4-BE49-F238E27FC236}">
                <a16:creationId xmlns:a16="http://schemas.microsoft.com/office/drawing/2014/main" id="{79BC92CC-2DC2-BBCE-01D7-7EFEFB4A981F}"/>
              </a:ext>
            </a:extLst>
          </p:cNvPr>
          <p:cNvSpPr/>
          <p:nvPr/>
        </p:nvSpPr>
        <p:spPr bwMode="auto">
          <a:xfrm>
            <a:off x="722376" y="2048255"/>
            <a:ext cx="1271016" cy="219456"/>
          </a:xfrm>
          <a:prstGeom prst="roundRect">
            <a:avLst/>
          </a:prstGeom>
          <a:solidFill>
            <a:schemeClr val="accent4">
              <a:lumMod val="20000"/>
              <a:lumOff val="8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a:latin typeface="+mn-ea"/>
              </a:rPr>
              <a:t>詳細画面</a:t>
            </a:r>
          </a:p>
        </p:txBody>
      </p:sp>
      <p:pic>
        <p:nvPicPr>
          <p:cNvPr id="5" name="図 4">
            <a:extLst>
              <a:ext uri="{FF2B5EF4-FFF2-40B4-BE49-F238E27FC236}">
                <a16:creationId xmlns:a16="http://schemas.microsoft.com/office/drawing/2014/main" id="{D10B7D11-4D28-6FCE-E1D7-7A817E52C78C}"/>
              </a:ext>
            </a:extLst>
          </p:cNvPr>
          <p:cNvPicPr>
            <a:picLocks noChangeAspect="1"/>
          </p:cNvPicPr>
          <p:nvPr/>
        </p:nvPicPr>
        <p:blipFill>
          <a:blip r:embed="rId3"/>
          <a:stretch>
            <a:fillRect/>
          </a:stretch>
        </p:blipFill>
        <p:spPr>
          <a:xfrm>
            <a:off x="786384" y="1417320"/>
            <a:ext cx="2304288" cy="479001"/>
          </a:xfrm>
          <a:prstGeom prst="rect">
            <a:avLst/>
          </a:prstGeom>
        </p:spPr>
      </p:pic>
      <p:sp>
        <p:nvSpPr>
          <p:cNvPr id="80" name="正方形/長方形 79">
            <a:extLst>
              <a:ext uri="{FF2B5EF4-FFF2-40B4-BE49-F238E27FC236}">
                <a16:creationId xmlns:a16="http://schemas.microsoft.com/office/drawing/2014/main" id="{D3D7C5CD-A393-BFAC-8722-203E6D56147D}"/>
              </a:ext>
            </a:extLst>
          </p:cNvPr>
          <p:cNvSpPr/>
          <p:nvPr/>
        </p:nvSpPr>
        <p:spPr bwMode="auto">
          <a:xfrm>
            <a:off x="768096" y="1399032"/>
            <a:ext cx="2340864" cy="516804"/>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pic>
        <p:nvPicPr>
          <p:cNvPr id="4" name="図 3">
            <a:extLst>
              <a:ext uri="{FF2B5EF4-FFF2-40B4-BE49-F238E27FC236}">
                <a16:creationId xmlns:a16="http://schemas.microsoft.com/office/drawing/2014/main" id="{71EA127F-A77F-48C0-5331-E439A34D7D9A}"/>
              </a:ext>
            </a:extLst>
          </p:cNvPr>
          <p:cNvPicPr>
            <a:picLocks noChangeAspect="1"/>
          </p:cNvPicPr>
          <p:nvPr/>
        </p:nvPicPr>
        <p:blipFill>
          <a:blip r:embed="rId11"/>
          <a:stretch>
            <a:fillRect/>
          </a:stretch>
        </p:blipFill>
        <p:spPr>
          <a:xfrm>
            <a:off x="786384" y="2322576"/>
            <a:ext cx="3977639" cy="1959413"/>
          </a:xfrm>
          <a:prstGeom prst="rect">
            <a:avLst/>
          </a:prstGeom>
        </p:spPr>
      </p:pic>
      <p:sp>
        <p:nvSpPr>
          <p:cNvPr id="19" name="正方形/長方形 18">
            <a:extLst>
              <a:ext uri="{FF2B5EF4-FFF2-40B4-BE49-F238E27FC236}">
                <a16:creationId xmlns:a16="http://schemas.microsoft.com/office/drawing/2014/main" id="{C230EDE9-BF2C-B585-1642-2B9B5B62FAF4}"/>
              </a:ext>
            </a:extLst>
          </p:cNvPr>
          <p:cNvSpPr/>
          <p:nvPr/>
        </p:nvSpPr>
        <p:spPr bwMode="auto">
          <a:xfrm>
            <a:off x="786384" y="2683866"/>
            <a:ext cx="3977639" cy="1187098"/>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26" name="正方形/長方形 25">
            <a:extLst>
              <a:ext uri="{FF2B5EF4-FFF2-40B4-BE49-F238E27FC236}">
                <a16:creationId xmlns:a16="http://schemas.microsoft.com/office/drawing/2014/main" id="{D987F619-01C3-8C10-B182-B866498EE0C4}"/>
              </a:ext>
            </a:extLst>
          </p:cNvPr>
          <p:cNvSpPr/>
          <p:nvPr/>
        </p:nvSpPr>
        <p:spPr bwMode="auto">
          <a:xfrm>
            <a:off x="3913046" y="2665578"/>
            <a:ext cx="869265" cy="201737"/>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pic>
        <p:nvPicPr>
          <p:cNvPr id="14" name="図 13">
            <a:extLst>
              <a:ext uri="{FF2B5EF4-FFF2-40B4-BE49-F238E27FC236}">
                <a16:creationId xmlns:a16="http://schemas.microsoft.com/office/drawing/2014/main" id="{9828F7F7-C260-969E-E777-D41EDFE24DD8}"/>
              </a:ext>
            </a:extLst>
          </p:cNvPr>
          <p:cNvPicPr>
            <a:picLocks noChangeAspect="1"/>
          </p:cNvPicPr>
          <p:nvPr/>
        </p:nvPicPr>
        <p:blipFill>
          <a:blip r:embed="rId12"/>
          <a:stretch>
            <a:fillRect/>
          </a:stretch>
        </p:blipFill>
        <p:spPr>
          <a:xfrm>
            <a:off x="786384" y="4430173"/>
            <a:ext cx="2926080" cy="1487772"/>
          </a:xfrm>
          <a:prstGeom prst="rect">
            <a:avLst/>
          </a:prstGeom>
        </p:spPr>
      </p:pic>
      <p:sp>
        <p:nvSpPr>
          <p:cNvPr id="23" name="正方形/長方形 22">
            <a:extLst>
              <a:ext uri="{FF2B5EF4-FFF2-40B4-BE49-F238E27FC236}">
                <a16:creationId xmlns:a16="http://schemas.microsoft.com/office/drawing/2014/main" id="{B93B2C6E-DEEF-5C4E-8CD2-58E92E200039}"/>
              </a:ext>
            </a:extLst>
          </p:cNvPr>
          <p:cNvSpPr/>
          <p:nvPr/>
        </p:nvSpPr>
        <p:spPr bwMode="auto">
          <a:xfrm>
            <a:off x="777240" y="4421029"/>
            <a:ext cx="2944368" cy="1506060"/>
          </a:xfrm>
          <a:prstGeom prst="rect">
            <a:avLst/>
          </a:prstGeom>
          <a:noFill/>
          <a:ln w="1905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32" name="四角形: 角を丸くする 31">
            <a:extLst>
              <a:ext uri="{FF2B5EF4-FFF2-40B4-BE49-F238E27FC236}">
                <a16:creationId xmlns:a16="http://schemas.microsoft.com/office/drawing/2014/main" id="{CCDC4D03-7651-9634-66B6-1A4F238081C2}"/>
              </a:ext>
            </a:extLst>
          </p:cNvPr>
          <p:cNvSpPr/>
          <p:nvPr/>
        </p:nvSpPr>
        <p:spPr bwMode="auto">
          <a:xfrm>
            <a:off x="4224528" y="4741069"/>
            <a:ext cx="1792224" cy="1641442"/>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t" anchorCtr="0">
            <a:noAutofit/>
          </a:bodyPr>
          <a:lstStyle/>
          <a:p>
            <a:pPr marR="0" defTabSz="914400" rtl="0" eaLnBrk="1" fontAlgn="auto" latinLnBrk="0" hangingPunct="1">
              <a:lnSpc>
                <a:spcPct val="110000"/>
              </a:lnSpc>
              <a:buClr>
                <a:schemeClr val="accent2"/>
              </a:buClr>
              <a:buSzPct val="80000"/>
              <a:tabLst>
                <a:tab pos="2057400" algn="l"/>
              </a:tabLst>
            </a:pPr>
            <a:r>
              <a:rPr kumimoji="1" lang="ja-JP" altLang="en-US" sz="1100" b="1" i="0" strike="noStrike" kern="1200" cap="none" spc="0" normalizeH="0" baseline="0" noProof="0" u="sng">
                <a:ln>
                  <a:noFill/>
                </a:ln>
                <a:effectLst/>
                <a:uLnTx/>
                <a:uFillTx/>
                <a:latin typeface="+mn-ea"/>
                <a:ea typeface="+mn-ea"/>
                <a:cs typeface="+mn-cs"/>
              </a:rPr>
              <a:t>★ 補足事項</a:t>
            </a:r>
          </a:p>
          <a:p>
            <a:pPr marR="0" defTabSz="914400" rtl="0" eaLnBrk="1" fontAlgn="auto" latinLnBrk="0" hangingPunct="1">
              <a:lnSpc>
                <a:spcPct val="110000"/>
              </a:lnSpc>
              <a:buClr>
                <a:schemeClr val="accent2"/>
              </a:buClr>
              <a:buSzPct val="80000"/>
              <a:tabLst>
                <a:tab pos="2057400" algn="l"/>
              </a:tabLst>
            </a:pPr>
            <a:r>
              <a:rPr lang="ja-JP" altLang="en-US" sz="1100" b="0">
                <a:latin typeface="+mn-ea"/>
              </a:rPr>
              <a:t>・付議資料の反映は「付議資料から台帳を更新」(資料の配置は管理者へ)</a:t>
            </a:r>
          </a:p>
          <a:p>
            <a:pPr marR="0" defTabSz="914400" rtl="0" eaLnBrk="1" fontAlgn="auto" latinLnBrk="0" hangingPunct="1">
              <a:lnSpc>
                <a:spcPct val="110000"/>
              </a:lnSpc>
              <a:buClr>
                <a:schemeClr val="accent2"/>
              </a:buClr>
              <a:buSzPct val="80000"/>
              <a:tabLst>
                <a:tab pos="2057400" algn="l"/>
              </a:tabLst>
            </a:pPr>
            <a:r>
              <a:rPr lang="ja-JP" altLang="en-US" sz="1100" b="0">
                <a:latin typeface="+mn-ea"/>
              </a:rPr>
              <a:t>・閲覧は所属事業の案件のみ</a:t>
            </a:r>
          </a:p>
          <a:p>
            <a:pPr marR="0" defTabSz="914400" rtl="0" eaLnBrk="1" fontAlgn="auto" latinLnBrk="0" hangingPunct="1">
              <a:lnSpc>
                <a:spcPct val="110000"/>
              </a:lnSpc>
              <a:buClr>
                <a:schemeClr val="accent2"/>
              </a:buClr>
              <a:buSzPct val="80000"/>
              <a:tabLst>
                <a:tab pos="2057400" algn="l"/>
              </a:tabLst>
            </a:pPr>
            <a:r>
              <a:rPr lang="ja-JP" altLang="en-US" sz="1100" b="0">
                <a:latin typeface="+mn-ea"/>
              </a:rPr>
              <a:t>・カルテは保存されないため必要に応じて印刷</a:t>
            </a:r>
          </a:p>
        </p:txBody>
      </p:sp>
      <p:sp>
        <p:nvSpPr>
          <p:cNvPr id="8" name="四角形: 角を丸くする 7">
            <a:extLst>
              <a:ext uri="{FF2B5EF4-FFF2-40B4-BE49-F238E27FC236}">
                <a16:creationId xmlns:a16="http://schemas.microsoft.com/office/drawing/2014/main" id="{7B0BE2D6-5DAF-E1E1-CA9F-DD6DA1C87D56}"/>
              </a:ext>
            </a:extLst>
          </p:cNvPr>
          <p:cNvSpPr/>
          <p:nvPr/>
        </p:nvSpPr>
        <p:spPr bwMode="auto">
          <a:xfrm>
            <a:off x="6373368" y="129844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5-6</a:t>
            </a:r>
            <a:endParaRPr lang="ja-JP" altLang="en-US" sz="1100" b="1">
              <a:solidFill>
                <a:schemeClr val="bg1"/>
              </a:solidFill>
              <a:latin typeface="+mn-ea"/>
            </a:endParaRPr>
          </a:p>
        </p:txBody>
      </p:sp>
      <p:sp>
        <p:nvSpPr>
          <p:cNvPr id="16" name="四角形: 角を丸くする 15">
            <a:extLst>
              <a:ext uri="{FF2B5EF4-FFF2-40B4-BE49-F238E27FC236}">
                <a16:creationId xmlns:a16="http://schemas.microsoft.com/office/drawing/2014/main" id="{CFB91707-38BA-28B7-9B3D-6DBF5D64D2DA}"/>
              </a:ext>
            </a:extLst>
          </p:cNvPr>
          <p:cNvSpPr/>
          <p:nvPr/>
        </p:nvSpPr>
        <p:spPr bwMode="auto">
          <a:xfrm>
            <a:off x="6373368" y="173278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5-7</a:t>
            </a:r>
          </a:p>
        </p:txBody>
      </p:sp>
      <p:sp>
        <p:nvSpPr>
          <p:cNvPr id="25" name="四角形: 角を丸くする 24">
            <a:extLst>
              <a:ext uri="{FF2B5EF4-FFF2-40B4-BE49-F238E27FC236}">
                <a16:creationId xmlns:a16="http://schemas.microsoft.com/office/drawing/2014/main" id="{93D59C21-FB94-FB61-0C1E-6655FE13D343}"/>
              </a:ext>
            </a:extLst>
          </p:cNvPr>
          <p:cNvSpPr/>
          <p:nvPr/>
        </p:nvSpPr>
        <p:spPr bwMode="auto">
          <a:xfrm>
            <a:off x="6373368" y="216712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5-8</a:t>
            </a:r>
            <a:endParaRPr lang="ja-JP" altLang="en-US" sz="1100" b="1">
              <a:solidFill>
                <a:schemeClr val="bg1"/>
              </a:solidFill>
              <a:latin typeface="+mn-ea"/>
            </a:endParaRPr>
          </a:p>
        </p:txBody>
      </p:sp>
      <p:sp>
        <p:nvSpPr>
          <p:cNvPr id="33" name="四角形: 角を丸くする 32">
            <a:extLst>
              <a:ext uri="{FF2B5EF4-FFF2-40B4-BE49-F238E27FC236}">
                <a16:creationId xmlns:a16="http://schemas.microsoft.com/office/drawing/2014/main" id="{51712AB3-9E78-8ED9-472F-E0F5E6B22A02}"/>
              </a:ext>
            </a:extLst>
          </p:cNvPr>
          <p:cNvSpPr/>
          <p:nvPr/>
        </p:nvSpPr>
        <p:spPr bwMode="auto">
          <a:xfrm>
            <a:off x="6373368" y="3653027"/>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5-9</a:t>
            </a:r>
          </a:p>
        </p:txBody>
      </p:sp>
      <p:sp>
        <p:nvSpPr>
          <p:cNvPr id="36" name="四角形: 角を丸くする 35">
            <a:extLst>
              <a:ext uri="{FF2B5EF4-FFF2-40B4-BE49-F238E27FC236}">
                <a16:creationId xmlns:a16="http://schemas.microsoft.com/office/drawing/2014/main" id="{C7101DE4-25D8-96ED-7800-D4F7C230A653}"/>
              </a:ext>
            </a:extLst>
          </p:cNvPr>
          <p:cNvSpPr/>
          <p:nvPr/>
        </p:nvSpPr>
        <p:spPr bwMode="auto">
          <a:xfrm>
            <a:off x="676656" y="125272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5-6</a:t>
            </a:r>
            <a:endParaRPr lang="ja-JP" altLang="en-US" sz="1100" b="1">
              <a:solidFill>
                <a:schemeClr val="bg1"/>
              </a:solidFill>
              <a:latin typeface="+mn-ea"/>
            </a:endParaRPr>
          </a:p>
        </p:txBody>
      </p:sp>
      <p:sp>
        <p:nvSpPr>
          <p:cNvPr id="37" name="四角形: 角を丸くする 36">
            <a:extLst>
              <a:ext uri="{FF2B5EF4-FFF2-40B4-BE49-F238E27FC236}">
                <a16:creationId xmlns:a16="http://schemas.microsoft.com/office/drawing/2014/main" id="{F61F0E81-8404-E6C2-3043-5E19DE9F1503}"/>
              </a:ext>
            </a:extLst>
          </p:cNvPr>
          <p:cNvSpPr/>
          <p:nvPr/>
        </p:nvSpPr>
        <p:spPr bwMode="auto">
          <a:xfrm>
            <a:off x="4800600" y="2720442"/>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5-8</a:t>
            </a:r>
          </a:p>
        </p:txBody>
      </p:sp>
      <p:sp>
        <p:nvSpPr>
          <p:cNvPr id="39" name="四角形: 角を丸くする 38">
            <a:extLst>
              <a:ext uri="{FF2B5EF4-FFF2-40B4-BE49-F238E27FC236}">
                <a16:creationId xmlns:a16="http://schemas.microsoft.com/office/drawing/2014/main" id="{77431E6C-4DC0-A7F2-A3B3-08B3FB7F0AE0}"/>
              </a:ext>
            </a:extLst>
          </p:cNvPr>
          <p:cNvSpPr/>
          <p:nvPr/>
        </p:nvSpPr>
        <p:spPr bwMode="auto">
          <a:xfrm>
            <a:off x="3749040" y="4466749"/>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5-9</a:t>
            </a:r>
            <a:endParaRPr lang="ja-JP" altLang="en-US" sz="1100" b="1">
              <a:solidFill>
                <a:schemeClr val="bg1"/>
              </a:solidFill>
              <a:latin typeface="+mn-ea"/>
            </a:endParaRPr>
          </a:p>
        </p:txBody>
      </p:sp>
      <p:sp>
        <p:nvSpPr>
          <p:cNvPr id="110" name="正方形/長方形 6 c110">
            <a:extLst>
              <a:ext uri="{FF2B5EF4-FFF2-40B4-BE49-F238E27FC236}">
                <a16:creationId xmlns:a16="http://schemas.microsoft.com/office/drawing/2014/main" id="{CD4AE30E-3859-0896-405D-2636F45D333B}"/>
              </a:ext>
            </a:extLst>
          </p:cNvPr>
          <p:cNvSpPr/>
          <p:nvPr/>
        </p:nvSpPr>
        <p:spPr bwMode="auto">
          <a:xfrm>
            <a:off x="3227832" y="1124712"/>
            <a:ext cx="2871216" cy="868680"/>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111" name="四角形: 角を丸くする 8 c111">
            <a:extLst>
              <a:ext uri="{FF2B5EF4-FFF2-40B4-BE49-F238E27FC236}">
                <a16:creationId xmlns:a16="http://schemas.microsoft.com/office/drawing/2014/main" id="{DC4D074A-CD6C-B983-5D3C-AF52C7062538}"/>
              </a:ext>
            </a:extLst>
          </p:cNvPr>
          <p:cNvSpPr/>
          <p:nvPr/>
        </p:nvSpPr>
        <p:spPr bwMode="auto">
          <a:xfrm>
            <a:off x="3310128" y="1014984"/>
            <a:ext cx="1271016" cy="219456"/>
          </a:xfrm>
          <a:prstGeom prst="roundRect">
            <a:avLst/>
          </a:prstGeom>
          <a:solidFill>
            <a:schemeClr val="accent2">
              <a:lumMod val="40000"/>
              <a:lumOff val="6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a:latin typeface="+mn-ea"/>
              </a:rPr>
              <a:t>詳細画面</a:t>
            </a:r>
          </a:p>
        </p:txBody>
      </p:sp>
      <p:pic>
        <p:nvPicPr>
          <p:cNvPr id="112" name="図 4 c112">
            <a:extLst>
              <a:ext uri="{FF2B5EF4-FFF2-40B4-BE49-F238E27FC236}">
                <a16:creationId xmlns:a16="http://schemas.microsoft.com/office/drawing/2014/main" id="{D10B7D11-4D28-6FCE-E1D7-7A817E52C78C}"/>
              </a:ext>
            </a:extLst>
          </p:cNvPr>
          <p:cNvPicPr>
            <a:picLocks noChangeAspect="1"/>
          </p:cNvPicPr>
          <p:nvPr/>
        </p:nvPicPr>
        <p:blipFill>
          <a:blip r:embed="rId10"/>
          <a:stretch>
            <a:fillRect/>
          </a:stretch>
        </p:blipFill>
        <p:spPr>
          <a:xfrm>
            <a:off x="3310128" y="1344168"/>
            <a:ext cx="2697480" cy="443357"/>
          </a:xfrm>
          <a:prstGeom prst="rect">
            <a:avLst/>
          </a:prstGeom>
        </p:spPr>
      </p:pic>
      <p:sp>
        <p:nvSpPr>
          <p:cNvPr id="113" name="正方形/長方形 79 c113">
            <a:extLst>
              <a:ext uri="{FF2B5EF4-FFF2-40B4-BE49-F238E27FC236}">
                <a16:creationId xmlns:a16="http://schemas.microsoft.com/office/drawing/2014/main" id="{D3D7C5CD-A393-BFAC-8722-203E6D56147D}"/>
              </a:ext>
            </a:extLst>
          </p:cNvPr>
          <p:cNvSpPr/>
          <p:nvPr/>
        </p:nvSpPr>
        <p:spPr bwMode="auto">
          <a:xfrm>
            <a:off x="4666248" y="1332880"/>
            <a:ext cx="1359647" cy="479933"/>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a:ln>
                <a:noFill/>
              </a:ln>
              <a:effectLst/>
              <a:uLnTx/>
              <a:uFillTx/>
              <a:latin typeface="+mn-ea"/>
              <a:ea typeface="+mn-ea"/>
              <a:cs typeface="+mn-cs"/>
            </a:endParaRPr>
          </a:p>
        </p:txBody>
      </p:sp>
      <p:sp>
        <p:nvSpPr>
          <p:cNvPr id="114" name="四角形: 角を丸くする 35 c114">
            <a:extLst>
              <a:ext uri="{FF2B5EF4-FFF2-40B4-BE49-F238E27FC236}">
                <a16:creationId xmlns:a16="http://schemas.microsoft.com/office/drawing/2014/main" id="{C7101DE4-25D8-96ED-7800-D4F7C230A653}"/>
              </a:ext>
            </a:extLst>
          </p:cNvPr>
          <p:cNvSpPr/>
          <p:nvPr/>
        </p:nvSpPr>
        <p:spPr bwMode="auto">
          <a:xfrm>
            <a:off x="5733288" y="1703085"/>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a:solidFill>
                  <a:schemeClr val="bg1"/>
                </a:solidFill>
                <a:latin typeface="+mn-ea"/>
              </a:rPr>
              <a:t>5-7</a:t>
            </a:r>
            <a:endParaRPr lang="ja-JP" altLang="en-US" sz="1100" b="1">
              <a:solidFill>
                <a:schemeClr val="bg1"/>
              </a:solidFill>
              <a:latin typeface="+mn-ea"/>
            </a:endParaRPr>
          </a:p>
        </p:txBody>
      </p:sp>
      <p:sp>
        <p:nvSpPr>
          <p:cNvPr id="115" name="正方形/長方形 12 c115">
            <a:extLst>
              <a:ext uri="{FF2B5EF4-FFF2-40B4-BE49-F238E27FC236}">
                <a16:creationId xmlns:a16="http://schemas.microsoft.com/office/drawing/2014/main" id="{3D574525-8367-DDD9-02F4-07BC041FE659}"/>
              </a:ext>
            </a:extLst>
          </p:cNvPr>
          <p:cNvSpPr/>
          <p:nvPr/>
        </p:nvSpPr>
        <p:spPr bwMode="auto">
          <a:xfrm>
            <a:off x="6361033" y="1280160"/>
            <a:ext cx="5207079" cy="25146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ホーム画面右下の「計画・案件の検証」をクリック</a:t>
            </a:r>
            <a:endParaRPr lang="ja-JP" altLang="ja-JP" sz="1200" b="1">
              <a:latin typeface="+mn-ea"/>
            </a:endParaRPr>
          </a:p>
        </p:txBody>
      </p:sp>
      <p:sp>
        <p:nvSpPr>
          <p:cNvPr id="116" name="正方形/長方形 12 c115 c116">
            <a:extLst>
              <a:ext uri="{FF2B5EF4-FFF2-40B4-BE49-F238E27FC236}">
                <a16:creationId xmlns:a16="http://schemas.microsoft.com/office/drawing/2014/main" id="{3D574525-8367-DDD9-02F4-07BC041FE659}"/>
              </a:ext>
            </a:extLst>
          </p:cNvPr>
          <p:cNvSpPr/>
          <p:nvPr/>
        </p:nvSpPr>
        <p:spPr bwMode="auto">
          <a:xfrm>
            <a:off x="6361033" y="1714500"/>
            <a:ext cx="5207079" cy="25146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遷移先の画面の「個別案件を確認する」を選択</a:t>
            </a:r>
            <a:endParaRPr lang="ja-JP" altLang="ja-JP" sz="1200" b="1">
              <a:latin typeface="+mn-ea"/>
            </a:endParaRPr>
          </a:p>
        </p:txBody>
      </p:sp>
      <p:sp>
        <p:nvSpPr>
          <p:cNvPr id="117" name="正方形/長方形 12 c115 c117">
            <a:extLst>
              <a:ext uri="{FF2B5EF4-FFF2-40B4-BE49-F238E27FC236}">
                <a16:creationId xmlns:a16="http://schemas.microsoft.com/office/drawing/2014/main" id="{3D574525-8367-DDD9-02F4-07BC041FE659}"/>
              </a:ext>
            </a:extLst>
          </p:cNvPr>
          <p:cNvSpPr/>
          <p:nvPr/>
        </p:nvSpPr>
        <p:spPr bwMode="auto">
          <a:xfrm>
            <a:off x="6361033" y="2148840"/>
            <a:ext cx="5207079" cy="1303019"/>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案件一覧を確認</a:t>
            </a:r>
            <a:br>
              <a:rPr lang="ja-JP" altLang="ja-JP" sz="1200" b="1">
                <a:latin typeface="+mn-ea"/>
              </a:rPr>
            </a:br>
            <a:r>
              <a:rPr lang="ja-JP" altLang="en-US" sz="1200" b="1">
                <a:latin typeface="+mn-ea"/>
              </a:rPr>
              <a:t>付議資料からAIが作成した案件台帳を一覧表示</a:t>
            </a:r>
            <a:br>
              <a:rPr lang="ja-JP" altLang="ja-JP" sz="1200" b="1">
                <a:latin typeface="+mn-ea"/>
              </a:rPr>
            </a:br>
            <a:r>
              <a:rPr lang="ja-JP" altLang="en-US" sz="1200" b="1">
                <a:latin typeface="+mn-ea"/>
              </a:rPr>
              <a:t>事業の札・案件名検索で絞り込み、確認の目安順・</a:t>
            </a:r>
            <a:br>
              <a:rPr lang="ja-JP" altLang="ja-JP" sz="1200" b="1">
                <a:latin typeface="+mn-ea"/>
              </a:rPr>
            </a:br>
            <a:r>
              <a:rPr lang="ja-JP" altLang="en-US" sz="1200" b="1">
                <a:latin typeface="+mn-ea"/>
              </a:rPr>
              <a:t>金額順・承認日順・最終付議日順で並べ替え可</a:t>
            </a:r>
            <a:endParaRPr lang="ja-JP" altLang="ja-JP" sz="1200" b="1">
              <a:latin typeface="+mn-ea"/>
            </a:endParaRPr>
          </a:p>
          <a:p>
            <a:pPr marL="708025" indent="-171450">
              <a:lnSpc>
                <a:spcPct val="110000"/>
              </a:lnSpc>
              <a:spcAft>
                <a:spcPts val="0"/>
              </a:spcAft>
              <a:buClr>
                <a:schemeClr val="accent2"/>
              </a:buClr>
              <a:buSzPct val="80000"/>
              <a:buFont typeface="Arial"/>
              <a:buChar char="•"/>
            </a:pPr>
            <a:r>
              <a:rPr lang="ja-JP" altLang="en-US" sz="1100">
                <a:latin typeface="+mn-ea"/>
              </a:rPr>
              <a:t>確認の目安：「計画を作り直し中」＝見直し報告後に</a:t>
            </a:r>
            <a:endParaRPr lang="ja-JP" altLang="ja-JP" sz="1100" b="1">
              <a:latin typeface="+mn-ea"/>
            </a:endParaRPr>
          </a:p>
          <a:p>
            <a:pPr marL="708025">
              <a:lnSpc>
                <a:spcPct val="110000"/>
              </a:lnSpc>
              <a:spcAft>
                <a:spcPts val="0"/>
              </a:spcAft>
              <a:buClr>
                <a:schemeClr val="accent2"/>
              </a:buClr>
              <a:buSzPct val="80000"/>
              <a:buNone/>
            </a:pPr>
            <a:r>
              <a:rPr lang="ja-JP" altLang="en-US" sz="1100">
                <a:latin typeface="+mn-ea"/>
              </a:rPr>
              <a:t>新計画が未提出／「まもなく予定日」＝完成・開業・</a:t>
            </a:r>
            <a:endParaRPr lang="ja-JP" altLang="ja-JP" sz="1100" b="1">
              <a:latin typeface="+mn-ea"/>
            </a:endParaRPr>
          </a:p>
          <a:p>
            <a:pPr marL="708025">
              <a:lnSpc>
                <a:spcPct val="110000"/>
              </a:lnSpc>
              <a:spcAft>
                <a:spcPts val="0"/>
              </a:spcAft>
              <a:buClr>
                <a:schemeClr val="accent2"/>
              </a:buClr>
              <a:buSzPct val="80000"/>
              <a:buNone/>
            </a:pPr>
            <a:r>
              <a:rPr lang="ja-JP" altLang="en-US" sz="1100">
                <a:latin typeface="+mn-ea"/>
              </a:rPr>
              <a:t>着工の予定時期が90日以内または経過</a:t>
            </a:r>
            <a:endParaRPr lang="ja-JP" altLang="ja-JP" sz="1100" b="1">
              <a:latin typeface="+mn-ea"/>
            </a:endParaRPr>
          </a:p>
        </p:txBody>
      </p:sp>
      <p:sp>
        <p:nvSpPr>
          <p:cNvPr id="118" name="正方形/長方形 12 c115 c118">
            <a:extLst>
              <a:ext uri="{FF2B5EF4-FFF2-40B4-BE49-F238E27FC236}">
                <a16:creationId xmlns:a16="http://schemas.microsoft.com/office/drawing/2014/main" id="{3D574525-8367-DDD9-02F4-07BC041FE659}"/>
              </a:ext>
            </a:extLst>
          </p:cNvPr>
          <p:cNvSpPr/>
          <p:nvPr/>
        </p:nvSpPr>
        <p:spPr bwMode="auto">
          <a:xfrm>
            <a:off x="6361033" y="3634739"/>
            <a:ext cx="5207079" cy="937259"/>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案件を選び「選択した案件のカルテを出力」</a:t>
            </a:r>
            <a:br>
              <a:rPr lang="ja-JP" altLang="ja-JP" sz="1200" b="1">
                <a:latin typeface="+mn-ea"/>
              </a:rPr>
            </a:br>
            <a:r>
              <a:rPr lang="ja-JP" altLang="en-US" sz="1200" b="1">
                <a:latin typeface="+mn-ea"/>
              </a:rPr>
              <a:t>一覧の下に案件カルテを表示</a:t>
            </a:r>
            <a:endParaRPr lang="ja-JP" altLang="ja-JP" sz="1200" b="1">
              <a:latin typeface="+mn-ea"/>
            </a:endParaRPr>
          </a:p>
          <a:p>
            <a:pPr marL="708025" indent="-171450">
              <a:lnSpc>
                <a:spcPct val="110000"/>
              </a:lnSpc>
              <a:spcAft>
                <a:spcPts val="0"/>
              </a:spcAft>
              <a:buClr>
                <a:schemeClr val="accent2"/>
              </a:buClr>
              <a:buSzPct val="80000"/>
              <a:buFont typeface="Arial"/>
              <a:buChar char="•"/>
            </a:pPr>
            <a:r>
              <a:rPr lang="ja-JP" altLang="en-US" sz="1100">
                <a:latin typeface="+mn-ea"/>
              </a:rPr>
              <a:t>付議資料(クリックで開く)／①案件の概要</a:t>
            </a:r>
            <a:endParaRPr lang="ja-JP" altLang="ja-JP" sz="1100" b="1">
              <a:latin typeface="+mn-ea"/>
            </a:endParaRPr>
          </a:p>
          <a:p>
            <a:pPr marL="708025" indent="-171450">
              <a:lnSpc>
                <a:spcPct val="110000"/>
              </a:lnSpc>
              <a:spcAft>
                <a:spcPts val="0"/>
              </a:spcAft>
              <a:buClr>
                <a:schemeClr val="accent2"/>
              </a:buClr>
              <a:buSzPct val="80000"/>
              <a:buFont typeface="Arial"/>
              <a:buChar char="•"/>
            </a:pPr>
            <a:r>
              <a:rPr lang="ja-JP" altLang="en-US" sz="1100">
                <a:latin typeface="+mn-ea"/>
              </a:rPr>
              <a:t>②いまの状態／③承認時と直近の比較</a:t>
            </a:r>
            <a:endParaRPr lang="ja-JP" altLang="ja-JP" sz="1100" b="1">
              <a:latin typeface="+mn-ea"/>
            </a:endParaRPr>
          </a:p>
          <a:p>
            <a:pPr marL="708025" indent="-171450">
              <a:lnSpc>
                <a:spcPct val="110000"/>
              </a:lnSpc>
              <a:spcAft>
                <a:spcPts val="0"/>
              </a:spcAft>
              <a:buClr>
                <a:schemeClr val="accent2"/>
              </a:buClr>
              <a:buSzPct val="80000"/>
              <a:buFont typeface="Arial"/>
              <a:buChar char="•"/>
            </a:pPr>
            <a:r>
              <a:rPr lang="ja-JP" altLang="en-US" sz="1100">
                <a:latin typeface="+mn-ea"/>
              </a:rPr>
              <a:t>④これまでの変化／⑤資料から読み取れないこと</a:t>
            </a:r>
            <a:endParaRPr lang="ja-JP" altLang="ja-JP" sz="1100" b="1">
              <a:latin typeface="+mn-ea"/>
            </a:endParaRPr>
          </a:p>
        </p:txBody>
      </p:sp>
    </p:spTree>
    <p:extLst>
      <p:ext uri="{BB962C8B-B14F-4D97-AF65-F5344CB8AC3E}">
        <p14:creationId xmlns:p14="http://schemas.microsoft.com/office/powerpoint/2010/main" val="1796937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41452-9D1D-7A98-832A-704E5315ADD7}"/>
            </a:ext>
          </a:extLst>
        </p:cNvPr>
        <p:cNvGrpSpPr/>
        <p:nvPr/>
      </p:nvGrpSpPr>
      <p:grpSpPr>
        <a:xfrm>
          <a:off x="0" y="0"/>
          <a:ext cx="0" cy="0"/>
          <a:chOff x="0" y="0"/>
          <a:chExt cx="0" cy="0"/>
        </a:xfrm>
      </p:grpSpPr>
      <p:sp>
        <p:nvSpPr>
          <p:cNvPr id="27" name="テキスト プレースホルダー 26">
            <a:extLst>
              <a:ext uri="{FF2B5EF4-FFF2-40B4-BE49-F238E27FC236}">
                <a16:creationId xmlns:a16="http://schemas.microsoft.com/office/drawing/2014/main" id="{8310A4C0-DEB9-C9C7-6ED1-94EE0C94E966}"/>
              </a:ext>
            </a:extLst>
          </p:cNvPr>
          <p:cNvSpPr>
            <a:spLocks noGrp="1"/>
          </p:cNvSpPr>
          <p:nvPr>
            <p:ph type="body" sz="quarter" idx="11"/>
          </p:nvPr>
        </p:nvSpPr>
        <p:spPr>
          <a:xfrm>
            <a:off x="623888" y="300199"/>
            <a:ext cx="10944112" cy="216000"/>
          </a:xfrm>
        </p:spPr>
        <p:txBody>
          <a:bodyPr/>
          <a:lstStyle/>
          <a:p>
            <a:r>
              <a:rPr lang="ja-JP" altLang="en-US"/>
              <a:t>サポート窓口</a:t>
            </a:r>
          </a:p>
        </p:txBody>
      </p:sp>
      <p:sp>
        <p:nvSpPr>
          <p:cNvPr id="15" name="正方形/長方形 14">
            <a:extLst>
              <a:ext uri="{FF2B5EF4-FFF2-40B4-BE49-F238E27FC236}">
                <a16:creationId xmlns:a16="http://schemas.microsoft.com/office/drawing/2014/main" id="{B1E0F50A-AF4C-77DC-EC7D-E8BC465437F0}"/>
              </a:ext>
            </a:extLst>
          </p:cNvPr>
          <p:cNvSpPr/>
          <p:nvPr/>
        </p:nvSpPr>
        <p:spPr bwMode="gray">
          <a:xfrm>
            <a:off x="623888" y="1869658"/>
            <a:ext cx="10944112" cy="1968918"/>
          </a:xfrm>
          <a:prstGeom prst="rect">
            <a:avLst/>
          </a:prstGeom>
          <a:solidFill>
            <a:srgbClr val="F0F2F6"/>
          </a:solidFill>
          <a:ln w="12700" algn="ctr">
            <a:noFill/>
            <a:miter lim="800000"/>
            <a:headEnd/>
            <a:tailEnd/>
          </a:ln>
        </p:spPr>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defTabSz="990564" fontAlgn="auto">
              <a:spcBef>
                <a:spcPts val="600"/>
              </a:spcBef>
              <a:spcAft>
                <a:spcPts val="0"/>
              </a:spcAft>
              <a:buClr>
                <a:schemeClr val="accent6"/>
              </a:buClr>
              <a:buSzPct val="100000"/>
            </a:pPr>
            <a:r>
              <a:rPr lang="ja-JP" altLang="ja-JP" sz="1600" b="1">
                <a:solidFill>
                  <a:prstClr val="black"/>
                </a:solidFill>
                <a:latin typeface="+mn-ea"/>
              </a:rPr>
              <a:t>Quick-Win(AI</a:t>
            </a:r>
            <a:r>
              <a:rPr lang="ja-JP" altLang="en-US" sz="1600" b="1">
                <a:solidFill>
                  <a:prstClr val="black"/>
                </a:solidFill>
                <a:latin typeface="+mn-ea"/>
              </a:rPr>
              <a:t>経営ナビ ・ 総会</a:t>
            </a:r>
            <a:r>
              <a:rPr lang="ja-JP" altLang="ja-JP" sz="1600" b="1">
                <a:solidFill>
                  <a:prstClr val="black"/>
                </a:solidFill>
                <a:latin typeface="+mn-ea"/>
              </a:rPr>
              <a:t>QA)</a:t>
            </a:r>
            <a:r>
              <a:rPr lang="ja-JP" altLang="en-US" sz="1600" b="1">
                <a:solidFill>
                  <a:prstClr val="black"/>
                </a:solidFill>
                <a:latin typeface="+mn-ea"/>
              </a:rPr>
              <a:t>アプリに関して</a:t>
            </a:r>
            <a:endParaRPr lang="ja-JP" altLang="ja-JP" sz="1600" b="1">
              <a:solidFill>
                <a:prstClr val="black"/>
              </a:solidFill>
              <a:latin typeface="+mn-ea"/>
            </a:endParaRPr>
          </a:p>
          <a:p>
            <a:pPr lvl="1" defTabSz="990564" fontAlgn="auto">
              <a:spcBef>
                <a:spcPts val="600"/>
              </a:spcBef>
              <a:spcAft>
                <a:spcPts val="0"/>
              </a:spcAft>
              <a:buClr>
                <a:schemeClr val="accent6"/>
              </a:buClr>
              <a:buSzPct val="100000"/>
            </a:pPr>
            <a:r>
              <a:rPr lang="ja-JP" altLang="en-US" sz="1600">
                <a:solidFill>
                  <a:prstClr val="black"/>
                </a:solidFill>
                <a:latin typeface="+mn-ea"/>
              </a:rPr>
              <a:t>阪急阪神ホールディングス株式会社</a:t>
            </a:r>
            <a:endParaRPr lang="ja-JP" altLang="ja-JP" sz="1600">
              <a:solidFill>
                <a:prstClr val="black"/>
              </a:solidFill>
              <a:latin typeface="+mn-ea"/>
            </a:endParaRPr>
          </a:p>
          <a:p>
            <a:pPr lvl="1" defTabSz="990564" fontAlgn="auto">
              <a:spcBef>
                <a:spcPts val="600"/>
              </a:spcBef>
              <a:spcAft>
                <a:spcPts val="0"/>
              </a:spcAft>
              <a:buClr>
                <a:schemeClr val="accent6"/>
              </a:buClr>
              <a:buSzPct val="100000"/>
            </a:pPr>
            <a:r>
              <a:rPr lang="ja-JP" altLang="ja-JP" sz="1600">
                <a:solidFill>
                  <a:prstClr val="black"/>
                </a:solidFill>
                <a:latin typeface="+mn-ea"/>
              </a:rPr>
              <a:t>BX</a:t>
            </a:r>
            <a:r>
              <a:rPr lang="ja-JP" altLang="en-US" sz="1600">
                <a:solidFill>
                  <a:prstClr val="black"/>
                </a:solidFill>
                <a:latin typeface="+mn-ea"/>
              </a:rPr>
              <a:t>推進室 </a:t>
            </a:r>
            <a:r>
              <a:rPr lang="ja-JP" altLang="ja-JP" sz="1600">
                <a:solidFill>
                  <a:prstClr val="black"/>
                </a:solidFill>
                <a:latin typeface="+mn-ea"/>
              </a:rPr>
              <a:t>BX</a:t>
            </a:r>
            <a:r>
              <a:rPr lang="ja-JP" altLang="en-US" sz="1600">
                <a:solidFill>
                  <a:prstClr val="black"/>
                </a:solidFill>
                <a:latin typeface="+mn-ea"/>
              </a:rPr>
              <a:t>推進部</a:t>
            </a:r>
            <a:endParaRPr lang="ja-JP" altLang="ja-JP" sz="1600">
              <a:solidFill>
                <a:prstClr val="black"/>
              </a:solidFill>
              <a:latin typeface="+mn-ea"/>
            </a:endParaRPr>
          </a:p>
          <a:p>
            <a:pPr defTabSz="990564" fontAlgn="auto">
              <a:spcBef>
                <a:spcPts val="600"/>
              </a:spcBef>
              <a:spcAft>
                <a:spcPts val="0"/>
              </a:spcAft>
              <a:buClr>
                <a:schemeClr val="accent6"/>
              </a:buClr>
              <a:buSzPct val="100000"/>
            </a:pPr>
            <a:r>
              <a:rPr lang="ja-JP" altLang="ja-JP" sz="1600">
                <a:solidFill>
                  <a:prstClr val="black"/>
                </a:solidFill>
                <a:latin typeface="+mn-ea"/>
              </a:rPr>
              <a:t>	E-mail	</a:t>
            </a:r>
            <a:r>
              <a:rPr lang="ja-JP" altLang="en-US" sz="1600">
                <a:solidFill>
                  <a:prstClr val="black"/>
                </a:solidFill>
                <a:latin typeface="+mn-ea"/>
              </a:rPr>
              <a:t>：</a:t>
            </a:r>
            <a:r>
              <a:rPr lang="ja-JP" altLang="ja-JP" sz="1600">
                <a:solidFill>
                  <a:prstClr val="black"/>
                </a:solidFill>
                <a:latin typeface="+mn-ea"/>
              </a:rPr>
              <a:t>XXXX</a:t>
            </a:r>
          </a:p>
          <a:p>
            <a:pPr defTabSz="990564" fontAlgn="auto">
              <a:spcBef>
                <a:spcPts val="600"/>
              </a:spcBef>
              <a:spcAft>
                <a:spcPts val="0"/>
              </a:spcAft>
              <a:buClr>
                <a:schemeClr val="accent6"/>
              </a:buClr>
              <a:buSzPct val="100000"/>
            </a:pPr>
            <a:r>
              <a:rPr lang="ja-JP" altLang="ja-JP" sz="1600">
                <a:solidFill>
                  <a:prstClr val="black"/>
                </a:solidFill>
                <a:latin typeface="+mn-ea"/>
              </a:rPr>
              <a:t> 	Tel	</a:t>
            </a:r>
            <a:r>
              <a:rPr lang="ja-JP" altLang="en-US" sz="1600">
                <a:solidFill>
                  <a:prstClr val="black"/>
                </a:solidFill>
                <a:latin typeface="+mn-ea"/>
              </a:rPr>
              <a:t>：</a:t>
            </a:r>
            <a:r>
              <a:rPr lang="ja-JP" altLang="ja-JP" sz="1600">
                <a:solidFill>
                  <a:prstClr val="black"/>
                </a:solidFill>
                <a:latin typeface="+mn-ea"/>
              </a:rPr>
              <a:t>XXXX</a:t>
            </a:r>
          </a:p>
          <a:p>
            <a:pPr defTabSz="990564" fontAlgn="auto">
              <a:spcBef>
                <a:spcPts val="600"/>
              </a:spcBef>
              <a:spcAft>
                <a:spcPts val="0"/>
              </a:spcAft>
              <a:buClr>
                <a:schemeClr val="accent6"/>
              </a:buClr>
              <a:buSzPct val="100000"/>
            </a:pPr>
            <a:r>
              <a:rPr lang="ja-JP" altLang="ja-JP" sz="1600">
                <a:solidFill>
                  <a:prstClr val="black"/>
                </a:solidFill>
                <a:latin typeface="+mn-ea"/>
              </a:rPr>
              <a:t>	</a:t>
            </a:r>
            <a:r>
              <a:rPr lang="ja-JP" altLang="en-US" sz="1600">
                <a:solidFill>
                  <a:prstClr val="black"/>
                </a:solidFill>
                <a:latin typeface="+mn-ea"/>
              </a:rPr>
              <a:t>担当</a:t>
            </a:r>
            <a:r>
              <a:rPr lang="ja-JP" altLang="ja-JP" sz="1600">
                <a:solidFill>
                  <a:prstClr val="black"/>
                </a:solidFill>
                <a:latin typeface="+mn-ea"/>
              </a:rPr>
              <a:t>	</a:t>
            </a:r>
            <a:r>
              <a:rPr lang="ja-JP" altLang="en-US" sz="1600">
                <a:solidFill>
                  <a:prstClr val="black"/>
                </a:solidFill>
                <a:latin typeface="+mn-ea"/>
              </a:rPr>
              <a:t>：</a:t>
            </a:r>
            <a:r>
              <a:rPr lang="ja-JP" altLang="ja-JP" sz="1600">
                <a:solidFill>
                  <a:prstClr val="black"/>
                </a:solidFill>
                <a:latin typeface="+mn-ea"/>
              </a:rPr>
              <a:t>XXX</a:t>
            </a:r>
          </a:p>
          <a:p>
            <a:pPr defTabSz="990564">
              <a:spcBef>
                <a:spcPts val="600"/>
              </a:spcBef>
              <a:buClr>
                <a:schemeClr val="tx1"/>
              </a:buClr>
              <a:buSzPct val="100000"/>
            </a:pPr>
            <a:endParaRPr lang="ja-JP" altLang="ja-JP" sz="1400"/>
          </a:p>
        </p:txBody>
      </p:sp>
      <p:sp>
        <p:nvSpPr>
          <p:cNvPr id="4" name="正方形/長方形 28">
            <a:extLst>
              <a:ext uri="{FF2B5EF4-FFF2-40B4-BE49-F238E27FC236}">
                <a16:creationId xmlns:a16="http://schemas.microsoft.com/office/drawing/2014/main" id="{18CA1889-C90B-4377-02FD-B35C90383C8A}"/>
              </a:ext>
            </a:extLst>
          </p:cNvPr>
          <p:cNvSpPr>
            <a:spLocks noChangeArrowheads="1"/>
          </p:cNvSpPr>
          <p:nvPr/>
        </p:nvSpPr>
        <p:spPr bwMode="auto">
          <a:xfrm>
            <a:off x="623888" y="772333"/>
            <a:ext cx="10944225" cy="519079"/>
          </a:xfrm>
          <a:prstGeom prst="rect">
            <a:avLst/>
          </a:prstGeom>
          <a:noFill/>
          <a:ln w="9525">
            <a:noFill/>
            <a:miter lim="800000"/>
            <a:headEnd/>
            <a:tailEnd/>
          </a:ln>
          <a:effectLst/>
        </p:spPr>
        <p:txBody>
          <a:bodyPr wrap="square" lIns="0" tIns="0" rIns="0" bIns="0" anchor="t">
            <a:noAutofit/>
          </a:bodyPr>
          <a:lstStyle>
            <a:lvl1pPr>
              <a:spcBef>
                <a:spcPct val="20000"/>
              </a:spcBef>
              <a:buChar char="•"/>
              <a:defRPr kumimoji="1" sz="3200" lang="ja-JP">
                <a:solidFill>
                  <a:schemeClr val="tx1"/>
                </a:solidFill>
                <a:latin typeface="MS UI Gothic" pitchFamily="50" charset="-128"/>
                <a:ea typeface="MS UI Gothic" pitchFamily="50" charset="-128"/>
              </a:defRPr>
            </a:lvl1pPr>
            <a:lvl2pPr marL="742950" indent="-285750">
              <a:spcBef>
                <a:spcPct val="20000"/>
              </a:spcBef>
              <a:buChar char="–"/>
              <a:defRPr kumimoji="1" sz="2800" lang="ja-JP">
                <a:solidFill>
                  <a:schemeClr val="tx1"/>
                </a:solidFill>
                <a:latin typeface="MS UI Gothic" pitchFamily="50" charset="-128"/>
                <a:ea typeface="MS UI Gothic" pitchFamily="50" charset="-128"/>
              </a:defRPr>
            </a:lvl2pPr>
            <a:lvl3pPr marL="1143000" indent="-228600">
              <a:spcBef>
                <a:spcPct val="20000"/>
              </a:spcBef>
              <a:buChar char="•"/>
              <a:defRPr kumimoji="1" sz="2400" lang="ja-JP">
                <a:solidFill>
                  <a:schemeClr val="tx1"/>
                </a:solidFill>
                <a:latin typeface="MS UI Gothic" pitchFamily="50" charset="-128"/>
                <a:ea typeface="MS UI Gothic" pitchFamily="50" charset="-128"/>
              </a:defRPr>
            </a:lvl3pPr>
            <a:lvl4pPr marL="1600200" indent="-228600">
              <a:spcBef>
                <a:spcPct val="20000"/>
              </a:spcBef>
              <a:buChar char="–"/>
              <a:defRPr kumimoji="1" sz="2000" lang="ja-JP">
                <a:solidFill>
                  <a:schemeClr val="tx1"/>
                </a:solidFill>
                <a:latin typeface="Arial" charset="0"/>
                <a:ea typeface="ＭＳ Ｐゴシック" pitchFamily="50" charset="-128"/>
              </a:defRPr>
            </a:lvl4pPr>
            <a:lvl5pPr marL="2057400" indent="-228600">
              <a:spcBef>
                <a:spcPct val="20000"/>
              </a:spcBef>
              <a:buChar char="»"/>
              <a:defRPr kumimoji="1" sz="2000" lang="ja-JP">
                <a:solidFill>
                  <a:schemeClr val="tx1"/>
                </a:solidFill>
                <a:latin typeface="Arial" charset="0"/>
                <a:ea typeface="ＭＳ Ｐゴシック" pitchFamily="50" charset="-128"/>
              </a:defRPr>
            </a:lvl5pPr>
            <a:lvl6pPr marL="2514600" indent="-228600" eaLnBrk="0" fontAlgn="base" hangingPunct="0">
              <a:spcBef>
                <a:spcPct val="20000"/>
              </a:spcBef>
              <a:spcAft>
                <a:spcPct val="0"/>
              </a:spcAft>
              <a:buChar char="»"/>
              <a:defRPr kumimoji="1" sz="2000" lang="ja-JP">
                <a:solidFill>
                  <a:schemeClr val="tx1"/>
                </a:solidFill>
                <a:latin typeface="Arial" charset="0"/>
                <a:ea typeface="ＭＳ Ｐゴシック" pitchFamily="50" charset="-128"/>
              </a:defRPr>
            </a:lvl6pPr>
            <a:lvl7pPr marL="2971800" indent="-228600" eaLnBrk="0" fontAlgn="base" hangingPunct="0">
              <a:spcBef>
                <a:spcPct val="20000"/>
              </a:spcBef>
              <a:spcAft>
                <a:spcPct val="0"/>
              </a:spcAft>
              <a:buChar char="»"/>
              <a:defRPr kumimoji="1" sz="2000" lang="ja-JP">
                <a:solidFill>
                  <a:schemeClr val="tx1"/>
                </a:solidFill>
                <a:latin typeface="Arial" charset="0"/>
                <a:ea typeface="ＭＳ Ｐゴシック" pitchFamily="50" charset="-128"/>
              </a:defRPr>
            </a:lvl7pPr>
            <a:lvl8pPr marL="3429000" indent="-228600" eaLnBrk="0" fontAlgn="base" hangingPunct="0">
              <a:spcBef>
                <a:spcPct val="20000"/>
              </a:spcBef>
              <a:spcAft>
                <a:spcPct val="0"/>
              </a:spcAft>
              <a:buChar char="»"/>
              <a:defRPr kumimoji="1" sz="2000" lang="ja-JP">
                <a:solidFill>
                  <a:schemeClr val="tx1"/>
                </a:solidFill>
                <a:latin typeface="Arial" charset="0"/>
                <a:ea typeface="ＭＳ Ｐゴシック" pitchFamily="50" charset="-128"/>
              </a:defRPr>
            </a:lvl8pPr>
            <a:lvl9pPr marL="3886200" indent="-228600" eaLnBrk="0" fontAlgn="base" hangingPunct="0">
              <a:spcBef>
                <a:spcPct val="20000"/>
              </a:spcBef>
              <a:spcAft>
                <a:spcPct val="0"/>
              </a:spcAft>
              <a:buChar char="»"/>
              <a:defRPr kumimoji="1" sz="2000" lang="ja-JP">
                <a:solidFill>
                  <a:schemeClr val="tx1"/>
                </a:solidFill>
                <a:latin typeface="Arial" charset="0"/>
                <a:ea typeface="ＭＳ Ｐゴシック" pitchFamily="50" charset="-128"/>
              </a:defRPr>
            </a:lvl9pPr>
          </a:lstStyle>
          <a:p>
            <a:pPr marL="180000" marR="0" lvl="0" indent="-180000" algn="l" defTabSz="914400" rtl="0" eaLnBrk="1" fontAlgn="auto" latinLnBrk="0" hangingPunct="1">
              <a:lnSpc>
                <a:spcPct val="110000"/>
              </a:lnSpc>
              <a:spcBef>
                <a:spcPts val="0"/>
              </a:spcBef>
              <a:spcAft>
                <a:spcPts val="300"/>
              </a:spcAft>
              <a:buClr>
                <a:srgbClr val="2F4679"/>
              </a:buClr>
              <a:buSzPct val="80000"/>
              <a:buFont typeface="Wingdings" panose="05000000000000000000" pitchFamily="2" charset="2"/>
              <a:buChar char="l"/>
              <a:tabLst>
                <a:tab pos="2057400" algn="l"/>
              </a:tabLst>
              <a:defRPr lang="ja-JP"/>
            </a:pPr>
            <a:r>
              <a:rPr kumimoji="1" lang="ja-JP" altLang="en-US" sz="2000" b="0" i="0" u="none" strike="noStrike" kern="1200" cap="none" spc="0" normalizeH="0" baseline="0" noProof="0">
                <a:ln>
                  <a:noFill/>
                </a:ln>
                <a:solidFill>
                  <a:srgbClr val="000000"/>
                </a:solidFill>
                <a:effectLst/>
                <a:uLnTx/>
                <a:uFillTx/>
                <a:latin typeface="BIZ UDPゴシック"/>
                <a:ea typeface="BIZ UDPゴシック"/>
                <a:cs typeface="+mn-cs"/>
              </a:rPr>
              <a:t>本アプリ利用時の操作方法に関しての質問は、以下のサポート窓口までご連絡ください</a:t>
            </a:r>
          </a:p>
        </p:txBody>
      </p:sp>
    </p:spTree>
    <p:extLst>
      <p:ext uri="{BB962C8B-B14F-4D97-AF65-F5344CB8AC3E}">
        <p14:creationId xmlns:p14="http://schemas.microsoft.com/office/powerpoint/2010/main" val="4172548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3_案3">
  <a:themeElements>
    <a:clrScheme name="ユーザー定義AX">
      <a:dk1>
        <a:srgbClr val="000000"/>
      </a:dk1>
      <a:lt1>
        <a:srgbClr val="FFFFFF"/>
      </a:lt1>
      <a:dk2>
        <a:srgbClr val="7F7F7F"/>
      </a:dk2>
      <a:lt2>
        <a:srgbClr val="F0F0F0"/>
      </a:lt2>
      <a:accent1>
        <a:srgbClr val="232323"/>
      </a:accent1>
      <a:accent2>
        <a:srgbClr val="2F4679"/>
      </a:accent2>
      <a:accent3>
        <a:srgbClr val="9DD3B3"/>
      </a:accent3>
      <a:accent4>
        <a:srgbClr val="87A6D3"/>
      </a:accent4>
      <a:accent5>
        <a:srgbClr val="E99BA1"/>
      </a:accent5>
      <a:accent6>
        <a:srgbClr val="D56621"/>
      </a:accent6>
      <a:hlink>
        <a:srgbClr val="232323"/>
      </a:hlink>
      <a:folHlink>
        <a:srgbClr val="232323"/>
      </a:folHlink>
    </a:clrScheme>
    <a:fontScheme name="ユーザー定義 6">
      <a:majorFont>
        <a:latin typeface="BIZ UDPゴシック"/>
        <a:ea typeface="BIZ UDPゴシック"/>
        <a:cs typeface=""/>
      </a:majorFont>
      <a:minorFont>
        <a:latin typeface="BIZ UDPゴシック"/>
        <a:ea typeface="BIZ UDP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2">
            <a:lumMod val="40000"/>
            <a:lumOff val="60000"/>
            <a:alpha val="80000"/>
          </a:schemeClr>
        </a:solidFill>
        <a:ln w="9525">
          <a:noFill/>
          <a:miter lim="800000"/>
          <a:headEnd/>
          <a:tailEnd/>
        </a:ln>
        <a:effectLst/>
      </a:spPr>
      <a:bodyPr wrap="square" lIns="0" tIns="0" rIns="0" bIns="0" rtlCol="0" anchor="ctr" anchorCtr="0">
        <a:noAutofit/>
      </a:bodyPr>
      <a:lstStyle>
        <a:defPPr marR="0" algn="ctr" defTabSz="914400" rtl="0" eaLnBrk="1" fontAlgn="auto" latinLnBrk="0" hangingPunct="1">
          <a:lnSpc>
            <a:spcPct val="110000"/>
          </a:lnSpc>
          <a:spcBef>
            <a:spcPts val="0"/>
          </a:spcBef>
          <a:spcAft>
            <a:spcPts val="300"/>
          </a:spcAft>
          <a:buClr>
            <a:schemeClr val="accent2"/>
          </a:buClr>
          <a:buSzPct val="80000"/>
          <a:tabLst>
            <a:tab pos="2057400" algn="l"/>
          </a:tabLst>
          <a:defRPr kumimoji="1" sz="1200" b="0" i="0" u="none" strike="noStrike" kern="1200" cap="none" spc="0" normalizeH="0" baseline="0" noProof="0" dirty="0" smtClean="0">
            <a:ln>
              <a:noFill/>
            </a:ln>
            <a:effectLst/>
            <a:uLnTx/>
            <a:uFillTx/>
            <a:latin typeface="+mn-ea"/>
            <a:ea typeface="+mn-ea"/>
            <a:cs typeface="+mn-cs"/>
          </a:defRPr>
        </a:defPPr>
      </a:lstStyle>
    </a:spDef>
    <a:lnDef>
      <a:spPr>
        <a:ln w="1905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solidFill>
          <a:schemeClr val="bg1"/>
        </a:solidFill>
      </a:spPr>
      <a:bodyPr wrap="square" lIns="0" tIns="0" rIns="0" bIns="36000" anchor="ctr" anchorCtr="0">
        <a:noAutofit/>
      </a:bodyPr>
      <a:lstStyle>
        <a:defPPr algn="ctr">
          <a:spcBef>
            <a:spcPts val="300"/>
          </a:spcBef>
          <a:defRPr sz="1050" dirty="0" smtClean="0">
            <a:latin typeface="+mn-ea"/>
            <a:cs typeface="Meiryo UI" panose="020B0604030504040204"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ユーザー定義AX">
    <a:dk1>
      <a:srgbClr val="000000"/>
    </a:dk1>
    <a:lt1>
      <a:srgbClr val="FFFFFF"/>
    </a:lt1>
    <a:dk2>
      <a:srgbClr val="7F7F7F"/>
    </a:dk2>
    <a:lt2>
      <a:srgbClr val="F0F0F0"/>
    </a:lt2>
    <a:accent1>
      <a:srgbClr val="232323"/>
    </a:accent1>
    <a:accent2>
      <a:srgbClr val="2F4679"/>
    </a:accent2>
    <a:accent3>
      <a:srgbClr val="9DD3B3"/>
    </a:accent3>
    <a:accent4>
      <a:srgbClr val="87A6D3"/>
    </a:accent4>
    <a:accent5>
      <a:srgbClr val="E99BA1"/>
    </a:accent5>
    <a:accent6>
      <a:srgbClr val="D56621"/>
    </a:accent6>
    <a:hlink>
      <a:srgbClr val="232323"/>
    </a:hlink>
    <a:folHlink>
      <a:srgbClr val="232323"/>
    </a:folHlink>
  </a:clrScheme>
</a:themeOverride>
</file>

<file path=ppt/theme/themeOverride2.xml><?xml version="1.0" encoding="utf-8"?>
<a:themeOverride xmlns:a="http://schemas.openxmlformats.org/drawingml/2006/main">
  <a:clrScheme name="ユーザー定義AX">
    <a:dk1>
      <a:srgbClr val="000000"/>
    </a:dk1>
    <a:lt1>
      <a:srgbClr val="FFFFFF"/>
    </a:lt1>
    <a:dk2>
      <a:srgbClr val="7F7F7F"/>
    </a:dk2>
    <a:lt2>
      <a:srgbClr val="F0F0F0"/>
    </a:lt2>
    <a:accent1>
      <a:srgbClr val="232323"/>
    </a:accent1>
    <a:accent2>
      <a:srgbClr val="2F4679"/>
    </a:accent2>
    <a:accent3>
      <a:srgbClr val="9DD3B3"/>
    </a:accent3>
    <a:accent4>
      <a:srgbClr val="87A6D3"/>
    </a:accent4>
    <a:accent5>
      <a:srgbClr val="E99BA1"/>
    </a:accent5>
    <a:accent6>
      <a:srgbClr val="D56621"/>
    </a:accent6>
    <a:hlink>
      <a:srgbClr val="232323"/>
    </a:hlink>
    <a:folHlink>
      <a:srgbClr val="232323"/>
    </a:folHlink>
  </a:clrScheme>
</a:themeOverride>
</file>

<file path=ppt/theme/themeOverride3.xml><?xml version="1.0" encoding="utf-8"?>
<a:themeOverride xmlns:a="http://schemas.openxmlformats.org/drawingml/2006/main">
  <a:clrScheme name="ユーザー定義AX">
    <a:dk1>
      <a:srgbClr val="000000"/>
    </a:dk1>
    <a:lt1>
      <a:srgbClr val="FFFFFF"/>
    </a:lt1>
    <a:dk2>
      <a:srgbClr val="7F7F7F"/>
    </a:dk2>
    <a:lt2>
      <a:srgbClr val="F0F0F0"/>
    </a:lt2>
    <a:accent1>
      <a:srgbClr val="232323"/>
    </a:accent1>
    <a:accent2>
      <a:srgbClr val="2F4679"/>
    </a:accent2>
    <a:accent3>
      <a:srgbClr val="9DD3B3"/>
    </a:accent3>
    <a:accent4>
      <a:srgbClr val="87A6D3"/>
    </a:accent4>
    <a:accent5>
      <a:srgbClr val="E99BA1"/>
    </a:accent5>
    <a:accent6>
      <a:srgbClr val="D56621"/>
    </a:accent6>
    <a:hlink>
      <a:srgbClr val="232323"/>
    </a:hlink>
    <a:folHlink>
      <a:srgbClr val="232323"/>
    </a:folHlink>
  </a:clrScheme>
</a:themeOverride>
</file>

<file path=ppt/theme/themeOverride4.xml><?xml version="1.0" encoding="utf-8"?>
<a:themeOverride xmlns:a="http://schemas.openxmlformats.org/drawingml/2006/main">
  <a:clrScheme name="ユーザー定義AX">
    <a:dk1>
      <a:srgbClr val="000000"/>
    </a:dk1>
    <a:lt1>
      <a:srgbClr val="FFFFFF"/>
    </a:lt1>
    <a:dk2>
      <a:srgbClr val="7F7F7F"/>
    </a:dk2>
    <a:lt2>
      <a:srgbClr val="F0F0F0"/>
    </a:lt2>
    <a:accent1>
      <a:srgbClr val="232323"/>
    </a:accent1>
    <a:accent2>
      <a:srgbClr val="2F4679"/>
    </a:accent2>
    <a:accent3>
      <a:srgbClr val="9DD3B3"/>
    </a:accent3>
    <a:accent4>
      <a:srgbClr val="87A6D3"/>
    </a:accent4>
    <a:accent5>
      <a:srgbClr val="E99BA1"/>
    </a:accent5>
    <a:accent6>
      <a:srgbClr val="D56621"/>
    </a:accent6>
    <a:hlink>
      <a:srgbClr val="232323"/>
    </a:hlink>
    <a:folHlink>
      <a:srgbClr val="232323"/>
    </a:folHlink>
  </a:clrScheme>
</a:themeOverride>
</file>

<file path=ppt/theme/themeOverride5.xml><?xml version="1.0" encoding="utf-8"?>
<a:themeOverride xmlns:a="http://schemas.openxmlformats.org/drawingml/2006/main">
  <a:clrScheme name="ユーザー定義AX">
    <a:dk1>
      <a:srgbClr val="000000"/>
    </a:dk1>
    <a:lt1>
      <a:srgbClr val="FFFFFF"/>
    </a:lt1>
    <a:dk2>
      <a:srgbClr val="7F7F7F"/>
    </a:dk2>
    <a:lt2>
      <a:srgbClr val="F0F0F0"/>
    </a:lt2>
    <a:accent1>
      <a:srgbClr val="232323"/>
    </a:accent1>
    <a:accent2>
      <a:srgbClr val="2F4679"/>
    </a:accent2>
    <a:accent3>
      <a:srgbClr val="9DD3B3"/>
    </a:accent3>
    <a:accent4>
      <a:srgbClr val="87A6D3"/>
    </a:accent4>
    <a:accent5>
      <a:srgbClr val="E99BA1"/>
    </a:accent5>
    <a:accent6>
      <a:srgbClr val="D56621"/>
    </a:accent6>
    <a:hlink>
      <a:srgbClr val="232323"/>
    </a:hlink>
    <a:folHlink>
      <a:srgbClr val="232323"/>
    </a:folHlink>
  </a:clrScheme>
</a:themeOverride>
</file>

<file path=ppt/theme/themeOverride6.xml><?xml version="1.0" encoding="utf-8"?>
<a:themeOverride xmlns:a="http://schemas.openxmlformats.org/drawingml/2006/main">
  <a:clrScheme name="ユーザー定義AX">
    <a:dk1>
      <a:srgbClr val="000000"/>
    </a:dk1>
    <a:lt1>
      <a:srgbClr val="FFFFFF"/>
    </a:lt1>
    <a:dk2>
      <a:srgbClr val="7F7F7F"/>
    </a:dk2>
    <a:lt2>
      <a:srgbClr val="F0F0F0"/>
    </a:lt2>
    <a:accent1>
      <a:srgbClr val="232323"/>
    </a:accent1>
    <a:accent2>
      <a:srgbClr val="2F4679"/>
    </a:accent2>
    <a:accent3>
      <a:srgbClr val="9DD3B3"/>
    </a:accent3>
    <a:accent4>
      <a:srgbClr val="87A6D3"/>
    </a:accent4>
    <a:accent5>
      <a:srgbClr val="E99BA1"/>
    </a:accent5>
    <a:accent6>
      <a:srgbClr val="D56621"/>
    </a:accent6>
    <a:hlink>
      <a:srgbClr val="232323"/>
    </a:hlink>
    <a:folHlink>
      <a:srgbClr val="232323"/>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36c8bd6-b1a7-463d-a242-abcb0c1a3ab7">
      <Terms xmlns="http://schemas.microsoft.com/office/infopath/2007/PartnerControls"/>
    </lcf76f155ced4ddcb4097134ff3c332f>
    <TaxCatchAll xmlns="25a5c49f-f1be-44ee-b7a9-954566e675d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CF4429DF024E5448FC59C7B7B43C1AC" ma:contentTypeVersion="11" ma:contentTypeDescription="Create a new document." ma:contentTypeScope="" ma:versionID="acb135f8ac1bd7cde167a21f1321cadb">
  <xsd:schema xmlns:xsd="http://www.w3.org/2001/XMLSchema" xmlns:xs="http://www.w3.org/2001/XMLSchema" xmlns:p="http://schemas.microsoft.com/office/2006/metadata/properties" xmlns:ns2="736c8bd6-b1a7-463d-a242-abcb0c1a3ab7" xmlns:ns3="25a5c49f-f1be-44ee-b7a9-954566e675d2" targetNamespace="http://schemas.microsoft.com/office/2006/metadata/properties" ma:root="true" ma:fieldsID="72c5b997e5e4c90e17cc0c94290d5872" ns2:_="" ns3:_="">
    <xsd:import namespace="736c8bd6-b1a7-463d-a242-abcb0c1a3ab7"/>
    <xsd:import namespace="25a5c49f-f1be-44ee-b7a9-954566e675d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6c8bd6-b1a7-463d-a242-abcb0c1a3ab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5a5c49f-f1be-44ee-b7a9-954566e675d2"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b8a2c12e-9cd8-4bdc-a214-d5fe3fdc3985}" ma:internalName="TaxCatchAll" ma:showField="CatchAllData" ma:web="25a5c49f-f1be-44ee-b7a9-954566e675d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5401CBF-6082-4091-982F-57D2FEE38A2F}">
  <ds:schemaRefs>
    <ds:schemaRef ds:uri="http://schemas.microsoft.com/sharepoint/v3/contenttype/forms"/>
  </ds:schemaRefs>
</ds:datastoreItem>
</file>

<file path=customXml/itemProps2.xml><?xml version="1.0" encoding="utf-8"?>
<ds:datastoreItem xmlns:ds="http://schemas.openxmlformats.org/officeDocument/2006/customXml" ds:itemID="{AC8626B6-3F7B-4F64-8D8A-4582797B8BA1}">
  <ds:schemaRefs>
    <ds:schemaRef ds:uri="25a5c49f-f1be-44ee-b7a9-954566e675d2"/>
    <ds:schemaRef ds:uri="736c8bd6-b1a7-463d-a242-abcb0c1a3ab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0B9C124-9FF5-4748-B16D-6B339F667C05}">
  <ds:schemaRefs>
    <ds:schemaRef ds:uri="25a5c49f-f1be-44ee-b7a9-954566e675d2"/>
    <ds:schemaRef ds:uri="736c8bd6-b1a7-463d-a242-abcb0c1a3ab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11</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3_案3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Nishiyama, Kazuki 1</dc:creator>
  <cp:revision>1</cp:revision>
  <dcterms:created xsi:type="dcterms:W3CDTF">2025-03-21T08:56:43Z</dcterms:created>
  <dcterms:modified xsi:type="dcterms:W3CDTF">2026-09-16T03:03:59Z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0x0101003CF4429DF024E5448FC59C7B7B43C1AC</vt:lpwstr>
  </property>
  <property fmtid="{D5CDD505-2E9C-101B-9397-08002B2CF9AE}" pid="3" name="MediaServiceImageTags">
    <vt:lpwstr/>
  </property>
</Properties>
</file>