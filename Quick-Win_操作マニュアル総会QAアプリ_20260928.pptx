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8" r:id="rId4"/>
  </p:sldMasterIdLst>
  <p:notesMasterIdLst>
    <p:notesMasterId r:id="rId19"/>
  </p:notesMasterIdLst>
  <p:sldIdLst>
    <p:sldId id="716" r:id="rId5"/>
    <p:sldId id="702" r:id="rId6"/>
    <p:sldId id="743" r:id="rId7"/>
    <p:sldId id="745" r:id="rId8"/>
    <p:sldId id="747" r:id="rId9"/>
    <p:sldId id="748" r:id="rId10"/>
    <p:sldId id="749" r:id="rId11"/>
    <p:sldId id="750" r:id="rId12"/>
    <p:sldId id="752" r:id="rId13"/>
    <p:sldId id="753" r:id="rId14"/>
    <p:sldId id="754" r:id="rId15"/>
    <p:sldId id="755" r:id="rId16"/>
    <p:sldId id="756" r:id="rId17"/>
    <p:sldId id="722" r:id="rId18"/>
  </p:sldIdLst>
  <p:sldSz cx="12192000" cy="6858000"/>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E31FADF6-C87F-40BB-A59C-BE19FA4BC1AD}">
          <p14:sldIdLst>
            <p14:sldId id="716"/>
            <p14:sldId id="702"/>
            <p14:sldId id="743"/>
            <p14:sldId id="745"/>
            <p14:sldId id="747"/>
            <p14:sldId id="748"/>
            <p14:sldId id="749"/>
            <p14:sldId id="750"/>
            <p14:sldId id="752"/>
            <p14:sldId id="753"/>
            <p14:sldId id="754"/>
            <p14:sldId id="755"/>
            <p14:sldId id="756"/>
            <p14:sldId id="72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2F6"/>
    <a:srgbClr val="2F4679"/>
    <a:srgbClr val="CED7EC"/>
    <a:srgbClr val="D56621"/>
    <a:srgbClr val="D8D8D8"/>
    <a:srgbClr val="8363B1"/>
    <a:srgbClr val="BE8E00"/>
    <a:srgbClr val="FFFFFF"/>
    <a:srgbClr val="397F56"/>
    <a:srgbClr val="826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1FFE36-E1D2-4444-94B6-4BA3B6B43297}" v="98" dt="2026-09-15T20:48:11.154"/>
    <p1510:client id="{D78DB69F-BA72-4D77-8040-1AEB45911D2F}" v="2740" dt="2026-09-16T02:53:51.638"/>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0" autoAdjust="0"/>
    <p:restoredTop sz="70957" autoAdjust="0"/>
  </p:normalViewPr>
  <p:slideViewPr>
    <p:cSldViewPr snapToGrid="0">
      <p:cViewPr varScale="1">
        <p:scale>
          <a:sx n="101" d="100"/>
          <a:sy n="101" d="100"/>
        </p:scale>
        <p:origin x="972" y="102"/>
      </p:cViewPr>
      <p:guideLst/>
    </p:cSldViewPr>
  </p:slideViewPr>
  <p:outlineViewPr>
    <p:cViewPr>
      <p:scale>
        <a:sx n="33" d="100"/>
        <a:sy n="33" d="100"/>
      </p:scale>
      <p:origin x="0" y="0"/>
    </p:cViewPr>
  </p:outlineViewPr>
  <p:notesTextViewPr>
    <p:cViewPr>
      <p:scale>
        <a:sx n="66" d="100"/>
        <a:sy n="66" d="100"/>
      </p:scale>
      <p:origin x="0" y="0"/>
    </p:cViewPr>
  </p:notesTextViewPr>
  <p:sorterViewPr>
    <p:cViewPr varScale="1">
      <p:scale>
        <a:sx n="1" d="1"/>
        <a:sy n="1" d="1"/>
      </p:scale>
      <p:origin x="0" y="0"/>
    </p:cViewPr>
  </p:sorterViewPr>
  <p:notesViewPr>
    <p:cSldViewPr snapToGrid="0" showGuides="1">
      <p:cViewPr varScale="1">
        <p:scale>
          <a:sx n="76" d="100"/>
          <a:sy n="76" d="100"/>
        </p:scale>
        <p:origin x="4016" y="48"/>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microsoft.com/office/2016/11/relationships/changesInfo" Target="changesInfos/changesInfo1.xml"/><Relationship Id="rId2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shiyama, Kazuki 1" userId="c57e64d9-7695-4079-b9fa-694d9782bf04" providerId="ADAL" clId="{2B8D9CB8-99B7-42A4-993E-F00322DD5657}"/>
    <pc:docChg chg="undo redo custSel modSld">
      <pc:chgData name="Nishiyama, Kazuki 1" userId="c57e64d9-7695-4079-b9fa-694d9782bf04" providerId="ADAL" clId="{2B8D9CB8-99B7-42A4-993E-F00322DD5657}" dt="2026-09-16T02:54:18.257" v="6557" actId="179"/>
      <pc:docMkLst>
        <pc:docMk/>
      </pc:docMkLst>
      <pc:sldChg chg="addSp delSp modSp mod">
        <pc:chgData name="Nishiyama, Kazuki 1" userId="c57e64d9-7695-4079-b9fa-694d9782bf04" providerId="ADAL" clId="{2B8D9CB8-99B7-42A4-993E-F00322DD5657}" dt="2026-09-16T00:50:48.492" v="4248" actId="20577"/>
        <pc:sldMkLst>
          <pc:docMk/>
          <pc:sldMk cId="3085902250" sldId="702"/>
        </pc:sldMkLst>
        <pc:graphicFrameChg chg="add del modGraphic">
          <ac:chgData name="Nishiyama, Kazuki 1" userId="c57e64d9-7695-4079-b9fa-694d9782bf04" providerId="ADAL" clId="{2B8D9CB8-99B7-42A4-993E-F00322DD5657}" dt="2026-09-16T00:50:02.352" v="4238" actId="478"/>
          <ac:graphicFrameMkLst>
            <pc:docMk/>
            <pc:sldMk cId="3085902250" sldId="702"/>
            <ac:graphicFrameMk id="3" creationId="{F0764610-36E2-A1F1-E70B-33D7F53F0E2E}"/>
          </ac:graphicFrameMkLst>
        </pc:graphicFrameChg>
        <pc:graphicFrameChg chg="mod modGraphic">
          <ac:chgData name="Nishiyama, Kazuki 1" userId="c57e64d9-7695-4079-b9fa-694d9782bf04" providerId="ADAL" clId="{2B8D9CB8-99B7-42A4-993E-F00322DD5657}" dt="2026-09-16T00:50:48.492" v="4248" actId="20577"/>
          <ac:graphicFrameMkLst>
            <pc:docMk/>
            <pc:sldMk cId="3085902250" sldId="702"/>
            <ac:graphicFrameMk id="10" creationId="{33B7BC4B-6C38-0155-1EDE-61CAC8B3F94C}"/>
          </ac:graphicFrameMkLst>
        </pc:graphicFrameChg>
      </pc:sldChg>
      <pc:sldChg chg="modSp mod">
        <pc:chgData name="Nishiyama, Kazuki 1" userId="c57e64d9-7695-4079-b9fa-694d9782bf04" providerId="ADAL" clId="{2B8D9CB8-99B7-42A4-993E-F00322DD5657}" dt="2026-09-15T20:14:22.089" v="238" actId="14100"/>
        <pc:sldMkLst>
          <pc:docMk/>
          <pc:sldMk cId="417254868" sldId="722"/>
        </pc:sldMkLst>
        <pc:spChg chg="mod">
          <ac:chgData name="Nishiyama, Kazuki 1" userId="c57e64d9-7695-4079-b9fa-694d9782bf04" providerId="ADAL" clId="{2B8D9CB8-99B7-42A4-993E-F00322DD5657}" dt="2026-09-15T20:14:22.089" v="238" actId="14100"/>
          <ac:spMkLst>
            <pc:docMk/>
            <pc:sldMk cId="417254868" sldId="722"/>
            <ac:spMk id="15" creationId="{B1E0F50A-AF4C-77DC-EC7D-E8BC465437F0}"/>
          </ac:spMkLst>
        </pc:spChg>
      </pc:sldChg>
      <pc:sldChg chg="addSp delSp modSp mod">
        <pc:chgData name="Nishiyama, Kazuki 1" userId="c57e64d9-7695-4079-b9fa-694d9782bf04" providerId="ADAL" clId="{2B8D9CB8-99B7-42A4-993E-F00322DD5657}" dt="2026-09-16T01:23:29.134" v="4324"/>
        <pc:sldMkLst>
          <pc:docMk/>
          <pc:sldMk cId="108764972" sldId="743"/>
        </pc:sldMkLst>
        <pc:spChg chg="mod">
          <ac:chgData name="Nishiyama, Kazuki 1" userId="c57e64d9-7695-4079-b9fa-694d9782bf04" providerId="ADAL" clId="{2B8D9CB8-99B7-42A4-993E-F00322DD5657}" dt="2026-09-15T18:43:46.275" v="150" actId="14100"/>
          <ac:spMkLst>
            <pc:docMk/>
            <pc:sldMk cId="108764972" sldId="743"/>
            <ac:spMk id="7" creationId="{EC3EB6E6-0601-2A11-9B64-BF3B6850DC13}"/>
          </ac:spMkLst>
        </pc:spChg>
        <pc:spChg chg="mod">
          <ac:chgData name="Nishiyama, Kazuki 1" userId="c57e64d9-7695-4079-b9fa-694d9782bf04" providerId="ADAL" clId="{2B8D9CB8-99B7-42A4-993E-F00322DD5657}" dt="2026-09-15T18:43:52.786" v="179" actId="1038"/>
          <ac:spMkLst>
            <pc:docMk/>
            <pc:sldMk cId="108764972" sldId="743"/>
            <ac:spMk id="10" creationId="{85A292EE-5490-5C6B-08BA-3EE3114BF5EB}"/>
          </ac:spMkLst>
        </pc:spChg>
        <pc:spChg chg="mod">
          <ac:chgData name="Nishiyama, Kazuki 1" userId="c57e64d9-7695-4079-b9fa-694d9782bf04" providerId="ADAL" clId="{2B8D9CB8-99B7-42A4-993E-F00322DD5657}" dt="2026-09-15T18:43:46.275" v="150" actId="14100"/>
          <ac:spMkLst>
            <pc:docMk/>
            <pc:sldMk cId="108764972" sldId="743"/>
            <ac:spMk id="12" creationId="{3E61CED3-34F0-29CC-9998-ABFDA4057230}"/>
          </ac:spMkLst>
        </pc:spChg>
        <pc:spChg chg="del mod">
          <ac:chgData name="Nishiyama, Kazuki 1" userId="c57e64d9-7695-4079-b9fa-694d9782bf04" providerId="ADAL" clId="{2B8D9CB8-99B7-42A4-993E-F00322DD5657}" dt="2026-09-16T00:52:57.321" v="4267" actId="478"/>
          <ac:spMkLst>
            <pc:docMk/>
            <pc:sldMk cId="108764972" sldId="743"/>
            <ac:spMk id="16" creationId="{C6636F04-417A-AA71-BCA5-A7B1C220211B}"/>
          </ac:spMkLst>
        </pc:spChg>
        <pc:spChg chg="mod">
          <ac:chgData name="Nishiyama, Kazuki 1" userId="c57e64d9-7695-4079-b9fa-694d9782bf04" providerId="ADAL" clId="{2B8D9CB8-99B7-42A4-993E-F00322DD5657}" dt="2026-09-15T18:43:52.786" v="179" actId="1038"/>
          <ac:spMkLst>
            <pc:docMk/>
            <pc:sldMk cId="108764972" sldId="743"/>
            <ac:spMk id="26" creationId="{BD1EFC61-CA2A-5838-6FEA-40332630AD7D}"/>
          </ac:spMkLst>
        </pc:spChg>
        <pc:spChg chg="mod">
          <ac:chgData name="Nishiyama, Kazuki 1" userId="c57e64d9-7695-4079-b9fa-694d9782bf04" providerId="ADAL" clId="{2B8D9CB8-99B7-42A4-993E-F00322DD5657}" dt="2026-09-15T18:43:52.786" v="179" actId="1038"/>
          <ac:spMkLst>
            <pc:docMk/>
            <pc:sldMk cId="108764972" sldId="743"/>
            <ac:spMk id="30" creationId="{483548A5-53E5-95E9-CF6A-5D6EF74541E0}"/>
          </ac:spMkLst>
        </pc:spChg>
        <pc:spChg chg="mod">
          <ac:chgData name="Nishiyama, Kazuki 1" userId="c57e64d9-7695-4079-b9fa-694d9782bf04" providerId="ADAL" clId="{2B8D9CB8-99B7-42A4-993E-F00322DD5657}" dt="2026-09-15T18:43:46.275" v="150" actId="14100"/>
          <ac:spMkLst>
            <pc:docMk/>
            <pc:sldMk cId="108764972" sldId="743"/>
            <ac:spMk id="33" creationId="{02231901-A712-E016-B5D4-04D4F3AEDE86}"/>
          </ac:spMkLst>
        </pc:spChg>
        <pc:spChg chg="mod">
          <ac:chgData name="Nishiyama, Kazuki 1" userId="c57e64d9-7695-4079-b9fa-694d9782bf04" providerId="ADAL" clId="{2B8D9CB8-99B7-42A4-993E-F00322DD5657}" dt="2026-09-15T18:43:46.275" v="150" actId="14100"/>
          <ac:spMkLst>
            <pc:docMk/>
            <pc:sldMk cId="108764972" sldId="743"/>
            <ac:spMk id="35" creationId="{178C0124-C721-36E4-30AF-FEF30961C629}"/>
          </ac:spMkLst>
        </pc:spChg>
        <pc:spChg chg="mod">
          <ac:chgData name="Nishiyama, Kazuki 1" userId="c57e64d9-7695-4079-b9fa-694d9782bf04" providerId="ADAL" clId="{2B8D9CB8-99B7-42A4-993E-F00322DD5657}" dt="2026-09-15T18:43:52.786" v="179" actId="1038"/>
          <ac:spMkLst>
            <pc:docMk/>
            <pc:sldMk cId="108764972" sldId="743"/>
            <ac:spMk id="38" creationId="{4A78B694-E263-59B1-4C35-6EBA66528ADC}"/>
          </ac:spMkLst>
        </pc:spChg>
        <pc:spChg chg="mod">
          <ac:chgData name="Nishiyama, Kazuki 1" userId="c57e64d9-7695-4079-b9fa-694d9782bf04" providerId="ADAL" clId="{2B8D9CB8-99B7-42A4-993E-F00322DD5657}" dt="2026-09-15T18:43:52.786" v="179" actId="1038"/>
          <ac:spMkLst>
            <pc:docMk/>
            <pc:sldMk cId="108764972" sldId="743"/>
            <ac:spMk id="41" creationId="{BD82F17F-95F8-981C-FAD3-FE19300DE719}"/>
          </ac:spMkLst>
        </pc:spChg>
        <pc:spChg chg="mod">
          <ac:chgData name="Nishiyama, Kazuki 1" userId="c57e64d9-7695-4079-b9fa-694d9782bf04" providerId="ADAL" clId="{2B8D9CB8-99B7-42A4-993E-F00322DD5657}" dt="2026-09-15T18:43:46.275" v="150" actId="14100"/>
          <ac:spMkLst>
            <pc:docMk/>
            <pc:sldMk cId="108764972" sldId="743"/>
            <ac:spMk id="44" creationId="{57CDD494-D63D-DA81-3A61-E4B9BEA2CDD3}"/>
          </ac:spMkLst>
        </pc:spChg>
        <pc:spChg chg="mod">
          <ac:chgData name="Nishiyama, Kazuki 1" userId="c57e64d9-7695-4079-b9fa-694d9782bf04" providerId="ADAL" clId="{2B8D9CB8-99B7-42A4-993E-F00322DD5657}" dt="2026-09-16T00:53:40.113" v="4285"/>
          <ac:spMkLst>
            <pc:docMk/>
            <pc:sldMk cId="108764972" sldId="743"/>
            <ac:spMk id="46" creationId="{650C06D8-5DD8-A7A1-0AA3-A0C0B5DE048E}"/>
          </ac:spMkLst>
        </pc:spChg>
        <pc:spChg chg="mod">
          <ac:chgData name="Nishiyama, Kazuki 1" userId="c57e64d9-7695-4079-b9fa-694d9782bf04" providerId="ADAL" clId="{2B8D9CB8-99B7-42A4-993E-F00322DD5657}" dt="2026-09-15T18:43:38.414" v="149" actId="14100"/>
          <ac:spMkLst>
            <pc:docMk/>
            <pc:sldMk cId="108764972" sldId="743"/>
            <ac:spMk id="58" creationId="{4BF91893-9B8B-332C-52BF-13F118FE2601}"/>
          </ac:spMkLst>
        </pc:spChg>
        <pc:spChg chg="mod">
          <ac:chgData name="Nishiyama, Kazuki 1" userId="c57e64d9-7695-4079-b9fa-694d9782bf04" providerId="ADAL" clId="{2B8D9CB8-99B7-42A4-993E-F00322DD5657}" dt="2026-09-15T18:39:50.150" v="2" actId="404"/>
          <ac:spMkLst>
            <pc:docMk/>
            <pc:sldMk cId="108764972" sldId="743"/>
            <ac:spMk id="86" creationId="{80799222-4078-C5DC-3488-B271EC4B097D}"/>
          </ac:spMkLst>
        </pc:spChg>
        <pc:spChg chg="mod">
          <ac:chgData name="Nishiyama, Kazuki 1" userId="c57e64d9-7695-4079-b9fa-694d9782bf04" providerId="ADAL" clId="{2B8D9CB8-99B7-42A4-993E-F00322DD5657}" dt="2026-09-15T18:43:52.786" v="179" actId="1038"/>
          <ac:spMkLst>
            <pc:docMk/>
            <pc:sldMk cId="108764972" sldId="743"/>
            <ac:spMk id="87" creationId="{DAD585CC-624B-93D0-8FC6-651471EE223B}"/>
          </ac:spMkLst>
        </pc:spChg>
        <pc:spChg chg="mod">
          <ac:chgData name="Nishiyama, Kazuki 1" userId="c57e64d9-7695-4079-b9fa-694d9782bf04" providerId="ADAL" clId="{2B8D9CB8-99B7-42A4-993E-F00322DD5657}" dt="2026-09-15T18:39:50.150" v="2" actId="404"/>
          <ac:spMkLst>
            <pc:docMk/>
            <pc:sldMk cId="108764972" sldId="743"/>
            <ac:spMk id="95" creationId="{D0E0A970-AED3-FF48-9D2B-CED9A9EA0DA6}"/>
          </ac:spMkLst>
        </pc:spChg>
        <pc:spChg chg="mod">
          <ac:chgData name="Nishiyama, Kazuki 1" userId="c57e64d9-7695-4079-b9fa-694d9782bf04" providerId="ADAL" clId="{2B8D9CB8-99B7-42A4-993E-F00322DD5657}" dt="2026-09-15T18:39:50.150" v="2" actId="404"/>
          <ac:spMkLst>
            <pc:docMk/>
            <pc:sldMk cId="108764972" sldId="743"/>
            <ac:spMk id="96" creationId="{512A212E-8600-5744-5344-A07153FA85F4}"/>
          </ac:spMkLst>
        </pc:spChg>
        <pc:spChg chg="mod">
          <ac:chgData name="Nishiyama, Kazuki 1" userId="c57e64d9-7695-4079-b9fa-694d9782bf04" providerId="ADAL" clId="{2B8D9CB8-99B7-42A4-993E-F00322DD5657}" dt="2026-09-15T18:39:50.150" v="2" actId="404"/>
          <ac:spMkLst>
            <pc:docMk/>
            <pc:sldMk cId="108764972" sldId="743"/>
            <ac:spMk id="97" creationId="{0AFD2703-A482-7209-255A-E6DB9B14A0EA}"/>
          </ac:spMkLst>
        </pc:spChg>
        <pc:spChg chg="mod">
          <ac:chgData name="Nishiyama, Kazuki 1" userId="c57e64d9-7695-4079-b9fa-694d9782bf04" providerId="ADAL" clId="{2B8D9CB8-99B7-42A4-993E-F00322DD5657}" dt="2026-09-15T18:39:50.150" v="2" actId="404"/>
          <ac:spMkLst>
            <pc:docMk/>
            <pc:sldMk cId="108764972" sldId="743"/>
            <ac:spMk id="98" creationId="{B926DC9D-3389-73CE-2181-FFD2A9316458}"/>
          </ac:spMkLst>
        </pc:spChg>
        <pc:spChg chg="mod">
          <ac:chgData name="Nishiyama, Kazuki 1" userId="c57e64d9-7695-4079-b9fa-694d9782bf04" providerId="ADAL" clId="{2B8D9CB8-99B7-42A4-993E-F00322DD5657}" dt="2026-09-15T18:39:50.150" v="2" actId="404"/>
          <ac:spMkLst>
            <pc:docMk/>
            <pc:sldMk cId="108764972" sldId="743"/>
            <ac:spMk id="99" creationId="{28EFCA41-0296-9BDC-B63E-6296A27E28D6}"/>
          </ac:spMkLst>
        </pc:spChg>
        <pc:spChg chg="mod">
          <ac:chgData name="Nishiyama, Kazuki 1" userId="c57e64d9-7695-4079-b9fa-694d9782bf04" providerId="ADAL" clId="{2B8D9CB8-99B7-42A4-993E-F00322DD5657}" dt="2026-09-15T18:43:52.786" v="179" actId="1038"/>
          <ac:spMkLst>
            <pc:docMk/>
            <pc:sldMk cId="108764972" sldId="743"/>
            <ac:spMk id="100" creationId="{AEDDB64C-5A72-9593-42A1-12F020AB6199}"/>
          </ac:spMkLst>
        </pc:spChg>
        <pc:spChg chg="mod">
          <ac:chgData name="Nishiyama, Kazuki 1" userId="c57e64d9-7695-4079-b9fa-694d9782bf04" providerId="ADAL" clId="{2B8D9CB8-99B7-42A4-993E-F00322DD5657}" dt="2026-09-15T18:39:35.499" v="0" actId="14100"/>
          <ac:spMkLst>
            <pc:docMk/>
            <pc:sldMk cId="108764972" sldId="743"/>
            <ac:spMk id="101" creationId="{4B56EE71-7FD4-A78F-8D26-9C3205E068A6}"/>
          </ac:spMkLst>
        </pc:spChg>
        <pc:spChg chg="mod">
          <ac:chgData name="Nishiyama, Kazuki 1" userId="c57e64d9-7695-4079-b9fa-694d9782bf04" providerId="ADAL" clId="{2B8D9CB8-99B7-42A4-993E-F00322DD5657}" dt="2026-09-15T18:43:52.786" v="179" actId="1038"/>
          <ac:spMkLst>
            <pc:docMk/>
            <pc:sldMk cId="108764972" sldId="743"/>
            <ac:spMk id="102" creationId="{11B82D84-F85E-9997-DB73-8010AFBC33FC}"/>
          </ac:spMkLst>
        </pc:spChg>
        <pc:spChg chg="mod">
          <ac:chgData name="Nishiyama, Kazuki 1" userId="c57e64d9-7695-4079-b9fa-694d9782bf04" providerId="ADAL" clId="{2B8D9CB8-99B7-42A4-993E-F00322DD5657}" dt="2026-09-15T18:43:52.786" v="179" actId="1038"/>
          <ac:spMkLst>
            <pc:docMk/>
            <pc:sldMk cId="108764972" sldId="743"/>
            <ac:spMk id="103" creationId="{ED87E719-C3C8-0CFE-F730-2FF63FE3EA04}"/>
          </ac:spMkLst>
        </pc:spChg>
        <pc:spChg chg="mod">
          <ac:chgData name="Nishiyama, Kazuki 1" userId="c57e64d9-7695-4079-b9fa-694d9782bf04" providerId="ADAL" clId="{2B8D9CB8-99B7-42A4-993E-F00322DD5657}" dt="2026-09-15T18:43:52.786" v="179" actId="1038"/>
          <ac:spMkLst>
            <pc:docMk/>
            <pc:sldMk cId="108764972" sldId="743"/>
            <ac:spMk id="104" creationId="{5876C126-B0F1-9378-78FF-92B28281B24C}"/>
          </ac:spMkLst>
        </pc:spChg>
        <pc:spChg chg="mod">
          <ac:chgData name="Nishiyama, Kazuki 1" userId="c57e64d9-7695-4079-b9fa-694d9782bf04" providerId="ADAL" clId="{2B8D9CB8-99B7-42A4-993E-F00322DD5657}" dt="2026-09-15T20:19:18.846" v="334"/>
          <ac:spMkLst>
            <pc:docMk/>
            <pc:sldMk cId="108764972" sldId="743"/>
            <ac:spMk id="106" creationId="{5BB8A500-E187-4EA8-867B-C15C464E4E39}"/>
          </ac:spMkLst>
        </pc:spChg>
        <pc:spChg chg="mod">
          <ac:chgData name="Nishiyama, Kazuki 1" userId="c57e64d9-7695-4079-b9fa-694d9782bf04" providerId="ADAL" clId="{2B8D9CB8-99B7-42A4-993E-F00322DD5657}" dt="2026-09-15T20:20:15.702" v="369"/>
          <ac:spMkLst>
            <pc:docMk/>
            <pc:sldMk cId="108764972" sldId="743"/>
            <ac:spMk id="107" creationId="{5CFC31B9-7EC1-2C3B-4071-57CD3C7BF310}"/>
          </ac:spMkLst>
        </pc:spChg>
        <pc:spChg chg="mod">
          <ac:chgData name="Nishiyama, Kazuki 1" userId="c57e64d9-7695-4079-b9fa-694d9782bf04" providerId="ADAL" clId="{2B8D9CB8-99B7-42A4-993E-F00322DD5657}" dt="2026-09-15T20:19:34.630" v="335" actId="14100"/>
          <ac:spMkLst>
            <pc:docMk/>
            <pc:sldMk cId="108764972" sldId="743"/>
            <ac:spMk id="108" creationId="{81935F0B-F430-06E9-33FE-41D8C9FC0B20}"/>
          </ac:spMkLst>
        </pc:spChg>
        <pc:spChg chg="mod">
          <ac:chgData name="Nishiyama, Kazuki 1" userId="c57e64d9-7695-4079-b9fa-694d9782bf04" providerId="ADAL" clId="{2B8D9CB8-99B7-42A4-993E-F00322DD5657}" dt="2026-09-16T01:23:29.134" v="4324"/>
          <ac:spMkLst>
            <pc:docMk/>
            <pc:sldMk cId="108764972" sldId="743"/>
            <ac:spMk id="109" creationId="{9544AC5B-BBDB-6043-A761-91E95B1E9C7A}"/>
          </ac:spMkLst>
        </pc:spChg>
        <pc:spChg chg="mod">
          <ac:chgData name="Nishiyama, Kazuki 1" userId="c57e64d9-7695-4079-b9fa-694d9782bf04" providerId="ADAL" clId="{2B8D9CB8-99B7-42A4-993E-F00322DD5657}" dt="2026-09-16T00:52:52.250" v="4266"/>
          <ac:spMkLst>
            <pc:docMk/>
            <pc:sldMk cId="108764972" sldId="743"/>
            <ac:spMk id="113" creationId="{D65DB3FB-BAE7-0D64-3C0E-0B4AFABB9A50}"/>
          </ac:spMkLst>
        </pc:spChg>
        <pc:spChg chg="mod">
          <ac:chgData name="Nishiyama, Kazuki 1" userId="c57e64d9-7695-4079-b9fa-694d9782bf04" providerId="ADAL" clId="{2B8D9CB8-99B7-42A4-993E-F00322DD5657}" dt="2026-09-16T00:51:13.117" v="4255" actId="20577"/>
          <ac:spMkLst>
            <pc:docMk/>
            <pc:sldMk cId="108764972" sldId="743"/>
            <ac:spMk id="116" creationId="{764C1E1F-C437-9809-6B8E-423C287CB417}"/>
          </ac:spMkLst>
        </pc:spChg>
        <pc:spChg chg="mod">
          <ac:chgData name="Nishiyama, Kazuki 1" userId="c57e64d9-7695-4079-b9fa-694d9782bf04" providerId="ADAL" clId="{2B8D9CB8-99B7-42A4-993E-F00322DD5657}" dt="2026-09-16T00:51:10.216" v="4253" actId="20577"/>
          <ac:spMkLst>
            <pc:docMk/>
            <pc:sldMk cId="108764972" sldId="743"/>
            <ac:spMk id="119" creationId="{13FD0B37-B459-DE79-2377-43F5571E0445}"/>
          </ac:spMkLst>
        </pc:spChg>
        <pc:spChg chg="mod">
          <ac:chgData name="Nishiyama, Kazuki 1" userId="c57e64d9-7695-4079-b9fa-694d9782bf04" providerId="ADAL" clId="{2B8D9CB8-99B7-42A4-993E-F00322DD5657}" dt="2026-09-16T00:51:07.803" v="4251" actId="20577"/>
          <ac:spMkLst>
            <pc:docMk/>
            <pc:sldMk cId="108764972" sldId="743"/>
            <ac:spMk id="120" creationId="{67BA66E5-8F88-2746-31AC-458CED4BF2BC}"/>
          </ac:spMkLst>
        </pc:spChg>
        <pc:cxnChg chg="add mod">
          <ac:chgData name="Nishiyama, Kazuki 1" userId="c57e64d9-7695-4079-b9fa-694d9782bf04" providerId="ADAL" clId="{2B8D9CB8-99B7-42A4-993E-F00322DD5657}" dt="2026-09-15T20:19:47.481" v="345" actId="1038"/>
          <ac:cxnSpMkLst>
            <pc:docMk/>
            <pc:sldMk cId="108764972" sldId="743"/>
            <ac:cxnSpMk id="6" creationId="{BEED79F2-21D5-EBA5-B67B-833676E9A0CF}"/>
          </ac:cxnSpMkLst>
        </pc:cxnChg>
        <pc:cxnChg chg="add mod">
          <ac:chgData name="Nishiyama, Kazuki 1" userId="c57e64d9-7695-4079-b9fa-694d9782bf04" providerId="ADAL" clId="{2B8D9CB8-99B7-42A4-993E-F00322DD5657}" dt="2026-09-15T20:19:58.234" v="347" actId="14100"/>
          <ac:cxnSpMkLst>
            <pc:docMk/>
            <pc:sldMk cId="108764972" sldId="743"/>
            <ac:cxnSpMk id="8" creationId="{8C6C661E-0083-9C3B-23EA-B6D1C590C532}"/>
          </ac:cxnSpMkLst>
        </pc:cxnChg>
        <pc:cxnChg chg="add mod">
          <ac:chgData name="Nishiyama, Kazuki 1" userId="c57e64d9-7695-4079-b9fa-694d9782bf04" providerId="ADAL" clId="{2B8D9CB8-99B7-42A4-993E-F00322DD5657}" dt="2026-09-15T20:20:25.654" v="371" actId="14100"/>
          <ac:cxnSpMkLst>
            <pc:docMk/>
            <pc:sldMk cId="108764972" sldId="743"/>
            <ac:cxnSpMk id="11" creationId="{A6EC8809-8E70-D1C5-9820-80CD53264D24}"/>
          </ac:cxnSpMkLst>
        </pc:cxnChg>
      </pc:sldChg>
      <pc:sldChg chg="addSp delSp modSp mod">
        <pc:chgData name="Nishiyama, Kazuki 1" userId="c57e64d9-7695-4079-b9fa-694d9782bf04" providerId="ADAL" clId="{2B8D9CB8-99B7-42A4-993E-F00322DD5657}" dt="2026-09-16T02:41:14.382" v="6190" actId="122"/>
        <pc:sldMkLst>
          <pc:docMk/>
          <pc:sldMk cId="3729883744" sldId="745"/>
        </pc:sldMkLst>
        <pc:spChg chg="add mod">
          <ac:chgData name="Nishiyama, Kazuki 1" userId="c57e64d9-7695-4079-b9fa-694d9782bf04" providerId="ADAL" clId="{2B8D9CB8-99B7-42A4-993E-F00322DD5657}" dt="2026-09-15T22:29:59.642" v="1102" actId="1076"/>
          <ac:spMkLst>
            <pc:docMk/>
            <pc:sldMk cId="3729883744" sldId="745"/>
            <ac:spMk id="2" creationId="{CCD96149-E137-8B5E-DE4E-79E466F81B81}"/>
          </ac:spMkLst>
        </pc:spChg>
        <pc:spChg chg="mod">
          <ac:chgData name="Nishiyama, Kazuki 1" userId="c57e64d9-7695-4079-b9fa-694d9782bf04" providerId="ADAL" clId="{2B8D9CB8-99B7-42A4-993E-F00322DD5657}" dt="2026-09-16T02:07:39.764" v="5733" actId="1037"/>
          <ac:spMkLst>
            <pc:docMk/>
            <pc:sldMk cId="3729883744" sldId="745"/>
            <ac:spMk id="4" creationId="{EEB59C21-4DB0-DDB9-B353-9DBE2EBE9BF4}"/>
          </ac:spMkLst>
        </pc:spChg>
        <pc:spChg chg="add">
          <ac:chgData name="Nishiyama, Kazuki 1" userId="c57e64d9-7695-4079-b9fa-694d9782bf04" providerId="ADAL" clId="{2B8D9CB8-99B7-42A4-993E-F00322DD5657}" dt="2026-09-15T20:33:17.853" v="598" actId="22"/>
          <ac:spMkLst>
            <pc:docMk/>
            <pc:sldMk cId="3729883744" sldId="745"/>
            <ac:spMk id="5" creationId="{ACCD17CC-A0EE-E9B4-201E-E6D1832687F3}"/>
          </ac:spMkLst>
        </pc:spChg>
        <pc:spChg chg="add mod">
          <ac:chgData name="Nishiyama, Kazuki 1" userId="c57e64d9-7695-4079-b9fa-694d9782bf04" providerId="ADAL" clId="{2B8D9CB8-99B7-42A4-993E-F00322DD5657}" dt="2026-09-15T22:30:14.562" v="1104" actId="1038"/>
          <ac:spMkLst>
            <pc:docMk/>
            <pc:sldMk cId="3729883744" sldId="745"/>
            <ac:spMk id="6" creationId="{B837FC4A-3E03-B287-1334-500C0BB8762B}"/>
          </ac:spMkLst>
        </pc:spChg>
        <pc:spChg chg="add mod">
          <ac:chgData name="Nishiyama, Kazuki 1" userId="c57e64d9-7695-4079-b9fa-694d9782bf04" providerId="ADAL" clId="{2B8D9CB8-99B7-42A4-993E-F00322DD5657}" dt="2026-09-15T20:33:30.303" v="613" actId="1036"/>
          <ac:spMkLst>
            <pc:docMk/>
            <pc:sldMk cId="3729883744" sldId="745"/>
            <ac:spMk id="7" creationId="{5FB4CC80-912B-2E9E-AB46-C0DA3A0C08F1}"/>
          </ac:spMkLst>
        </pc:spChg>
        <pc:spChg chg="add mod">
          <ac:chgData name="Nishiyama, Kazuki 1" userId="c57e64d9-7695-4079-b9fa-694d9782bf04" providerId="ADAL" clId="{2B8D9CB8-99B7-42A4-993E-F00322DD5657}" dt="2026-09-15T22:30:24.838" v="1111" actId="1036"/>
          <ac:spMkLst>
            <pc:docMk/>
            <pc:sldMk cId="3729883744" sldId="745"/>
            <ac:spMk id="8" creationId="{6094FA05-CAA5-DD99-79D7-3093AE0716BB}"/>
          </ac:spMkLst>
        </pc:spChg>
        <pc:spChg chg="mod">
          <ac:chgData name="Nishiyama, Kazuki 1" userId="c57e64d9-7695-4079-b9fa-694d9782bf04" providerId="ADAL" clId="{2B8D9CB8-99B7-42A4-993E-F00322DD5657}" dt="2026-09-15T20:11:49.772" v="180" actId="14100"/>
          <ac:spMkLst>
            <pc:docMk/>
            <pc:sldMk cId="3729883744" sldId="745"/>
            <ac:spMk id="9" creationId="{ABB16B68-E98D-4A23-E8A4-80D3653D7A74}"/>
          </ac:spMkLst>
        </pc:spChg>
        <pc:spChg chg="add mod">
          <ac:chgData name="Nishiyama, Kazuki 1" userId="c57e64d9-7695-4079-b9fa-694d9782bf04" providerId="ADAL" clId="{2B8D9CB8-99B7-42A4-993E-F00322DD5657}" dt="2026-09-15T22:41:14.665" v="1756" actId="1036"/>
          <ac:spMkLst>
            <pc:docMk/>
            <pc:sldMk cId="3729883744" sldId="745"/>
            <ac:spMk id="10" creationId="{2E1E7AE8-EA87-BBD0-9A21-A5F7026A2EF1}"/>
          </ac:spMkLst>
        </pc:spChg>
        <pc:spChg chg="add mod">
          <ac:chgData name="Nishiyama, Kazuki 1" userId="c57e64d9-7695-4079-b9fa-694d9782bf04" providerId="ADAL" clId="{2B8D9CB8-99B7-42A4-993E-F00322DD5657}" dt="2026-09-16T02:07:32.070" v="5728" actId="1076"/>
          <ac:spMkLst>
            <pc:docMk/>
            <pc:sldMk cId="3729883744" sldId="745"/>
            <ac:spMk id="11" creationId="{0B192C2C-08BD-4B6F-8F59-F3C5E9775763}"/>
          </ac:spMkLst>
        </pc:spChg>
        <pc:spChg chg="del">
          <ac:chgData name="Nishiyama, Kazuki 1" userId="c57e64d9-7695-4079-b9fa-694d9782bf04" providerId="ADAL" clId="{2B8D9CB8-99B7-42A4-993E-F00322DD5657}" dt="2026-09-15T22:29:43.976" v="1100" actId="478"/>
          <ac:spMkLst>
            <pc:docMk/>
            <pc:sldMk cId="3729883744" sldId="745"/>
            <ac:spMk id="11" creationId="{61A5B856-AEA8-7972-A345-EE678B37CE35}"/>
          </ac:spMkLst>
        </pc:spChg>
        <pc:spChg chg="del">
          <ac:chgData name="Nishiyama, Kazuki 1" userId="c57e64d9-7695-4079-b9fa-694d9782bf04" providerId="ADAL" clId="{2B8D9CB8-99B7-42A4-993E-F00322DD5657}" dt="2026-09-15T20:33:17.244" v="597" actId="478"/>
          <ac:spMkLst>
            <pc:docMk/>
            <pc:sldMk cId="3729883744" sldId="745"/>
            <ac:spMk id="12" creationId="{2C0960B6-525A-1C02-B5BB-B3918B214F26}"/>
          </ac:spMkLst>
        </pc:spChg>
        <pc:spChg chg="mod">
          <ac:chgData name="Nishiyama, Kazuki 1" userId="c57e64d9-7695-4079-b9fa-694d9782bf04" providerId="ADAL" clId="{2B8D9CB8-99B7-42A4-993E-F00322DD5657}" dt="2026-09-16T01:24:23.515" v="4368" actId="20577"/>
          <ac:spMkLst>
            <pc:docMk/>
            <pc:sldMk cId="3729883744" sldId="745"/>
            <ac:spMk id="13" creationId="{A89CC184-07A7-FEE0-9237-AD189BAAAF2D}"/>
          </ac:spMkLst>
        </pc:spChg>
        <pc:spChg chg="mod">
          <ac:chgData name="Nishiyama, Kazuki 1" userId="c57e64d9-7695-4079-b9fa-694d9782bf04" providerId="ADAL" clId="{2B8D9CB8-99B7-42A4-993E-F00322DD5657}" dt="2026-09-15T20:11:49.772" v="180" actId="14100"/>
          <ac:spMkLst>
            <pc:docMk/>
            <pc:sldMk cId="3729883744" sldId="745"/>
            <ac:spMk id="18" creationId="{F21EF977-3057-A9CF-0B4D-D8CEC3CAC37E}"/>
          </ac:spMkLst>
        </pc:spChg>
        <pc:spChg chg="add mod">
          <ac:chgData name="Nishiyama, Kazuki 1" userId="c57e64d9-7695-4079-b9fa-694d9782bf04" providerId="ADAL" clId="{2B8D9CB8-99B7-42A4-993E-F00322DD5657}" dt="2026-09-15T23:18:14.460" v="4212" actId="207"/>
          <ac:spMkLst>
            <pc:docMk/>
            <pc:sldMk cId="3729883744" sldId="745"/>
            <ac:spMk id="19" creationId="{77FD0877-629A-C317-8623-5F819FC865A7}"/>
          </ac:spMkLst>
        </pc:spChg>
        <pc:spChg chg="del">
          <ac:chgData name="Nishiyama, Kazuki 1" userId="c57e64d9-7695-4079-b9fa-694d9782bf04" providerId="ADAL" clId="{2B8D9CB8-99B7-42A4-993E-F00322DD5657}" dt="2026-09-15T20:33:17.244" v="597" actId="478"/>
          <ac:spMkLst>
            <pc:docMk/>
            <pc:sldMk cId="3729883744" sldId="745"/>
            <ac:spMk id="21" creationId="{670E1429-F94D-43A1-B0D7-4E20CD0C00B1}"/>
          </ac:spMkLst>
        </pc:spChg>
        <pc:spChg chg="del">
          <ac:chgData name="Nishiyama, Kazuki 1" userId="c57e64d9-7695-4079-b9fa-694d9782bf04" providerId="ADAL" clId="{2B8D9CB8-99B7-42A4-993E-F00322DD5657}" dt="2026-09-15T20:33:17.244" v="597" actId="478"/>
          <ac:spMkLst>
            <pc:docMk/>
            <pc:sldMk cId="3729883744" sldId="745"/>
            <ac:spMk id="25" creationId="{86FCB4CD-FDF0-173F-8401-648759967193}"/>
          </ac:spMkLst>
        </pc:spChg>
        <pc:spChg chg="del">
          <ac:chgData name="Nishiyama, Kazuki 1" userId="c57e64d9-7695-4079-b9fa-694d9782bf04" providerId="ADAL" clId="{2B8D9CB8-99B7-42A4-993E-F00322DD5657}" dt="2026-09-15T22:29:38.230" v="1099" actId="478"/>
          <ac:spMkLst>
            <pc:docMk/>
            <pc:sldMk cId="3729883744" sldId="745"/>
            <ac:spMk id="53" creationId="{5B455755-E29F-9C74-B8D2-5FEC3E0D87A9}"/>
          </ac:spMkLst>
        </pc:spChg>
        <pc:spChg chg="mod">
          <ac:chgData name="Nishiyama, Kazuki 1" userId="c57e64d9-7695-4079-b9fa-694d9782bf04" providerId="ADAL" clId="{2B8D9CB8-99B7-42A4-993E-F00322DD5657}" dt="2026-09-16T02:41:14.382" v="6190" actId="122"/>
          <ac:spMkLst>
            <pc:docMk/>
            <pc:sldMk cId="3729883744" sldId="745"/>
            <ac:spMk id="57" creationId="{92B33C4E-B1B5-9234-3CE6-0134D4212BD8}"/>
          </ac:spMkLst>
        </pc:spChg>
        <pc:spChg chg="del">
          <ac:chgData name="Nishiyama, Kazuki 1" userId="c57e64d9-7695-4079-b9fa-694d9782bf04" providerId="ADAL" clId="{2B8D9CB8-99B7-42A4-993E-F00322DD5657}" dt="2026-09-15T22:29:38.230" v="1099" actId="478"/>
          <ac:spMkLst>
            <pc:docMk/>
            <pc:sldMk cId="3729883744" sldId="745"/>
            <ac:spMk id="65" creationId="{38DBDF73-12CE-67C4-421E-CAB3CAB72F26}"/>
          </ac:spMkLst>
        </pc:spChg>
        <pc:graphicFrameChg chg="mod modGraphic">
          <ac:chgData name="Nishiyama, Kazuki 1" userId="c57e64d9-7695-4079-b9fa-694d9782bf04" providerId="ADAL" clId="{2B8D9CB8-99B7-42A4-993E-F00322DD5657}" dt="2026-09-15T22:40:08.566" v="1656" actId="1076"/>
          <ac:graphicFrameMkLst>
            <pc:docMk/>
            <pc:sldMk cId="3729883744" sldId="745"/>
            <ac:graphicFrameMk id="63" creationId="{B5137126-0A40-F2B4-AA19-171A4FA357B9}"/>
          </ac:graphicFrameMkLst>
        </pc:graphicFrameChg>
        <pc:cxnChg chg="add mod">
          <ac:chgData name="Nishiyama, Kazuki 1" userId="c57e64d9-7695-4079-b9fa-694d9782bf04" providerId="ADAL" clId="{2B8D9CB8-99B7-42A4-993E-F00322DD5657}" dt="2026-09-16T02:07:44.705" v="5734" actId="14100"/>
          <ac:cxnSpMkLst>
            <pc:docMk/>
            <pc:sldMk cId="3729883744" sldId="745"/>
            <ac:cxnSpMk id="12" creationId="{9D447042-E480-F7D8-A2F1-2490451CD43F}"/>
          </ac:cxnSpMkLst>
        </pc:cxnChg>
        <pc:cxnChg chg="add">
          <ac:chgData name="Nishiyama, Kazuki 1" userId="c57e64d9-7695-4079-b9fa-694d9782bf04" providerId="ADAL" clId="{2B8D9CB8-99B7-42A4-993E-F00322DD5657}" dt="2026-09-15T23:17:45.718" v="4177" actId="11529"/>
          <ac:cxnSpMkLst>
            <pc:docMk/>
            <pc:sldMk cId="3729883744" sldId="745"/>
            <ac:cxnSpMk id="16" creationId="{7DD3A7B8-48EF-EA7D-371F-2445AAF9FD8C}"/>
          </ac:cxnSpMkLst>
        </pc:cxnChg>
        <pc:cxnChg chg="mod">
          <ac:chgData name="Nishiyama, Kazuki 1" userId="c57e64d9-7695-4079-b9fa-694d9782bf04" providerId="ADAL" clId="{2B8D9CB8-99B7-42A4-993E-F00322DD5657}" dt="2026-09-15T22:29:43.976" v="1100" actId="478"/>
          <ac:cxnSpMkLst>
            <pc:docMk/>
            <pc:sldMk cId="3729883744" sldId="745"/>
            <ac:cxnSpMk id="42" creationId="{10EED3B0-8145-1B8F-C047-968313F1F00F}"/>
          </ac:cxnSpMkLst>
        </pc:cxnChg>
      </pc:sldChg>
      <pc:sldChg chg="addSp delSp modSp mod">
        <pc:chgData name="Nishiyama, Kazuki 1" userId="c57e64d9-7695-4079-b9fa-694d9782bf04" providerId="ADAL" clId="{2B8D9CB8-99B7-42A4-993E-F00322DD5657}" dt="2026-09-16T02:47:46.628" v="6361" actId="242"/>
        <pc:sldMkLst>
          <pc:docMk/>
          <pc:sldMk cId="1133909580" sldId="747"/>
        </pc:sldMkLst>
        <pc:spChg chg="add mod">
          <ac:chgData name="Nishiyama, Kazuki 1" userId="c57e64d9-7695-4079-b9fa-694d9782bf04" providerId="ADAL" clId="{2B8D9CB8-99B7-42A4-993E-F00322DD5657}" dt="2026-09-15T22:30:55.168" v="1114" actId="20577"/>
          <ac:spMkLst>
            <pc:docMk/>
            <pc:sldMk cId="1133909580" sldId="747"/>
            <ac:spMk id="2" creationId="{DCAAD175-2BFF-1514-F96A-2606A7472A2D}"/>
          </ac:spMkLst>
        </pc:spChg>
        <pc:spChg chg="add del">
          <ac:chgData name="Nishiyama, Kazuki 1" userId="c57e64d9-7695-4079-b9fa-694d9782bf04" providerId="ADAL" clId="{2B8D9CB8-99B7-42A4-993E-F00322DD5657}" dt="2026-09-15T20:34:03.764" v="619" actId="22"/>
          <ac:spMkLst>
            <pc:docMk/>
            <pc:sldMk cId="1133909580" sldId="747"/>
            <ac:spMk id="3" creationId="{58EEF627-607D-3BBF-C4A2-3B6D2DCBD91F}"/>
          </ac:spMkLst>
        </pc:spChg>
        <pc:spChg chg="add mod">
          <ac:chgData name="Nishiyama, Kazuki 1" userId="c57e64d9-7695-4079-b9fa-694d9782bf04" providerId="ADAL" clId="{2B8D9CB8-99B7-42A4-993E-F00322DD5657}" dt="2026-09-15T22:30:59.163" v="1116" actId="20577"/>
          <ac:spMkLst>
            <pc:docMk/>
            <pc:sldMk cId="1133909580" sldId="747"/>
            <ac:spMk id="3" creationId="{B70AA450-8631-5439-B252-8672B3E50F3B}"/>
          </ac:spMkLst>
        </pc:spChg>
        <pc:spChg chg="add del">
          <ac:chgData name="Nishiyama, Kazuki 1" userId="c57e64d9-7695-4079-b9fa-694d9782bf04" providerId="ADAL" clId="{2B8D9CB8-99B7-42A4-993E-F00322DD5657}" dt="2026-09-15T20:34:03.764" v="619" actId="22"/>
          <ac:spMkLst>
            <pc:docMk/>
            <pc:sldMk cId="1133909580" sldId="747"/>
            <ac:spMk id="7" creationId="{6C82A6EF-2EF2-4E50-8D49-9373295EFE71}"/>
          </ac:spMkLst>
        </pc:spChg>
        <pc:spChg chg="add del">
          <ac:chgData name="Nishiyama, Kazuki 1" userId="c57e64d9-7695-4079-b9fa-694d9782bf04" providerId="ADAL" clId="{2B8D9CB8-99B7-42A4-993E-F00322DD5657}" dt="2026-09-15T20:34:03.764" v="619" actId="22"/>
          <ac:spMkLst>
            <pc:docMk/>
            <pc:sldMk cId="1133909580" sldId="747"/>
            <ac:spMk id="9" creationId="{77FF951C-F94C-93C2-3506-48B2940C3984}"/>
          </ac:spMkLst>
        </pc:spChg>
        <pc:spChg chg="del">
          <ac:chgData name="Nishiyama, Kazuki 1" userId="c57e64d9-7695-4079-b9fa-694d9782bf04" providerId="ADAL" clId="{2B8D9CB8-99B7-42A4-993E-F00322DD5657}" dt="2026-09-15T20:34:06.356" v="620" actId="478"/>
          <ac:spMkLst>
            <pc:docMk/>
            <pc:sldMk cId="1133909580" sldId="747"/>
            <ac:spMk id="10" creationId="{86706C12-A7CC-74FC-5BAA-D0EE091991DB}"/>
          </ac:spMkLst>
        </pc:spChg>
        <pc:spChg chg="del">
          <ac:chgData name="Nishiyama, Kazuki 1" userId="c57e64d9-7695-4079-b9fa-694d9782bf04" providerId="ADAL" clId="{2B8D9CB8-99B7-42A4-993E-F00322DD5657}" dt="2026-09-15T20:34:06.356" v="620" actId="478"/>
          <ac:spMkLst>
            <pc:docMk/>
            <pc:sldMk cId="1133909580" sldId="747"/>
            <ac:spMk id="12" creationId="{F616A1A0-9C89-11A3-7171-AC8E6B0286D2}"/>
          </ac:spMkLst>
        </pc:spChg>
        <pc:spChg chg="mod">
          <ac:chgData name="Nishiyama, Kazuki 1" userId="c57e64d9-7695-4079-b9fa-694d9782bf04" providerId="ADAL" clId="{2B8D9CB8-99B7-42A4-993E-F00322DD5657}" dt="2026-09-16T01:26:24.447" v="4534" actId="20577"/>
          <ac:spMkLst>
            <pc:docMk/>
            <pc:sldMk cId="1133909580" sldId="747"/>
            <ac:spMk id="13" creationId="{F82BD7E8-6AB4-693F-BFD4-B45679B7A83B}"/>
          </ac:spMkLst>
        </pc:spChg>
        <pc:spChg chg="add del">
          <ac:chgData name="Nishiyama, Kazuki 1" userId="c57e64d9-7695-4079-b9fa-694d9782bf04" providerId="ADAL" clId="{2B8D9CB8-99B7-42A4-993E-F00322DD5657}" dt="2026-09-15T20:34:03.764" v="619" actId="22"/>
          <ac:spMkLst>
            <pc:docMk/>
            <pc:sldMk cId="1133909580" sldId="747"/>
            <ac:spMk id="14" creationId="{40DF5C60-ABBA-E6F4-5844-B85AE7BE5E0D}"/>
          </ac:spMkLst>
        </pc:spChg>
        <pc:spChg chg="mod">
          <ac:chgData name="Nishiyama, Kazuki 1" userId="c57e64d9-7695-4079-b9fa-694d9782bf04" providerId="ADAL" clId="{2B8D9CB8-99B7-42A4-993E-F00322DD5657}" dt="2026-09-15T20:17:08.444" v="313" actId="14100"/>
          <ac:spMkLst>
            <pc:docMk/>
            <pc:sldMk cId="1133909580" sldId="747"/>
            <ac:spMk id="18" creationId="{B26809ED-D363-13C9-6318-766D9EB78243}"/>
          </ac:spMkLst>
        </pc:spChg>
        <pc:spChg chg="add mod">
          <ac:chgData name="Nishiyama, Kazuki 1" userId="c57e64d9-7695-4079-b9fa-694d9782bf04" providerId="ADAL" clId="{2B8D9CB8-99B7-42A4-993E-F00322DD5657}" dt="2026-09-15T22:31:03.811" v="1118" actId="20577"/>
          <ac:spMkLst>
            <pc:docMk/>
            <pc:sldMk cId="1133909580" sldId="747"/>
            <ac:spMk id="19" creationId="{2E05D8DD-D4CA-AD28-440E-CC9EC57917E8}"/>
          </ac:spMkLst>
        </pc:spChg>
        <pc:spChg chg="add mod">
          <ac:chgData name="Nishiyama, Kazuki 1" userId="c57e64d9-7695-4079-b9fa-694d9782bf04" providerId="ADAL" clId="{2B8D9CB8-99B7-42A4-993E-F00322DD5657}" dt="2026-09-15T22:42:09.894" v="1798" actId="1036"/>
          <ac:spMkLst>
            <pc:docMk/>
            <pc:sldMk cId="1133909580" sldId="747"/>
            <ac:spMk id="21" creationId="{83270C66-EFCA-07BD-7F8F-D1FB4B9A876B}"/>
          </ac:spMkLst>
        </pc:spChg>
        <pc:spChg chg="mod">
          <ac:chgData name="Nishiyama, Kazuki 1" userId="c57e64d9-7695-4079-b9fa-694d9782bf04" providerId="ADAL" clId="{2B8D9CB8-99B7-42A4-993E-F00322DD5657}" dt="2026-09-16T02:47:46.628" v="6361" actId="242"/>
          <ac:spMkLst>
            <pc:docMk/>
            <pc:sldMk cId="1133909580" sldId="747"/>
            <ac:spMk id="49" creationId="{13ADF74B-580B-0336-44B5-5E4DF1833969}"/>
          </ac:spMkLst>
        </pc:spChg>
        <pc:spChg chg="del">
          <ac:chgData name="Nishiyama, Kazuki 1" userId="c57e64d9-7695-4079-b9fa-694d9782bf04" providerId="ADAL" clId="{2B8D9CB8-99B7-42A4-993E-F00322DD5657}" dt="2026-09-15T22:28:40.865" v="1086" actId="478"/>
          <ac:spMkLst>
            <pc:docMk/>
            <pc:sldMk cId="1133909580" sldId="747"/>
            <ac:spMk id="53" creationId="{7985C89E-1606-A064-20F9-58B0D0BF3C34}"/>
          </ac:spMkLst>
        </pc:spChg>
        <pc:spChg chg="del mod">
          <ac:chgData name="Nishiyama, Kazuki 1" userId="c57e64d9-7695-4079-b9fa-694d9782bf04" providerId="ADAL" clId="{2B8D9CB8-99B7-42A4-993E-F00322DD5657}" dt="2026-09-15T22:28:45.433" v="1088" actId="478"/>
          <ac:spMkLst>
            <pc:docMk/>
            <pc:sldMk cId="1133909580" sldId="747"/>
            <ac:spMk id="92" creationId="{650524DA-9AFC-263B-36FB-C84C2C98CC93}"/>
          </ac:spMkLst>
        </pc:spChg>
      </pc:sldChg>
      <pc:sldChg chg="addSp delSp modSp mod">
        <pc:chgData name="Nishiyama, Kazuki 1" userId="c57e64d9-7695-4079-b9fa-694d9782bf04" providerId="ADAL" clId="{2B8D9CB8-99B7-42A4-993E-F00322DD5657}" dt="2026-09-16T02:46:26.467" v="6360" actId="242"/>
        <pc:sldMkLst>
          <pc:docMk/>
          <pc:sldMk cId="3136610662" sldId="748"/>
        </pc:sldMkLst>
        <pc:spChg chg="add mod">
          <ac:chgData name="Nishiyama, Kazuki 1" userId="c57e64d9-7695-4079-b9fa-694d9782bf04" providerId="ADAL" clId="{2B8D9CB8-99B7-42A4-993E-F00322DD5657}" dt="2026-09-15T22:31:44.262" v="1146" actId="1038"/>
          <ac:spMkLst>
            <pc:docMk/>
            <pc:sldMk cId="3136610662" sldId="748"/>
            <ac:spMk id="2" creationId="{9098E1B5-8F0F-E8B4-B4B2-1186BC43EDE2}"/>
          </ac:spMkLst>
        </pc:spChg>
        <pc:spChg chg="add mod">
          <ac:chgData name="Nishiyama, Kazuki 1" userId="c57e64d9-7695-4079-b9fa-694d9782bf04" providerId="ADAL" clId="{2B8D9CB8-99B7-42A4-993E-F00322DD5657}" dt="2026-09-15T22:45:20.015" v="1958" actId="1036"/>
          <ac:spMkLst>
            <pc:docMk/>
            <pc:sldMk cId="3136610662" sldId="748"/>
            <ac:spMk id="3" creationId="{672ABB16-6B9F-694F-2EFE-9D5BF17DE3DF}"/>
          </ac:spMkLst>
        </pc:spChg>
        <pc:spChg chg="add mod">
          <ac:chgData name="Nishiyama, Kazuki 1" userId="c57e64d9-7695-4079-b9fa-694d9782bf04" providerId="ADAL" clId="{2B8D9CB8-99B7-42A4-993E-F00322DD5657}" dt="2026-09-15T22:32:24.726" v="1160" actId="1035"/>
          <ac:spMkLst>
            <pc:docMk/>
            <pc:sldMk cId="3136610662" sldId="748"/>
            <ac:spMk id="4" creationId="{BDF80F5D-350D-630C-87F1-92AA2E4C4A5A}"/>
          </ac:spMkLst>
        </pc:spChg>
        <pc:spChg chg="add mod">
          <ac:chgData name="Nishiyama, Kazuki 1" userId="c57e64d9-7695-4079-b9fa-694d9782bf04" providerId="ADAL" clId="{2B8D9CB8-99B7-42A4-993E-F00322DD5657}" dt="2026-09-15T22:47:19.346" v="2205" actId="1035"/>
          <ac:spMkLst>
            <pc:docMk/>
            <pc:sldMk cId="3136610662" sldId="748"/>
            <ac:spMk id="5" creationId="{410149C0-D563-E0C4-E9F6-B3EDB233B5FD}"/>
          </ac:spMkLst>
        </pc:spChg>
        <pc:spChg chg="del">
          <ac:chgData name="Nishiyama, Kazuki 1" userId="c57e64d9-7695-4079-b9fa-694d9782bf04" providerId="ADAL" clId="{2B8D9CB8-99B7-42A4-993E-F00322DD5657}" dt="2026-09-15T22:30:40.623" v="1112" actId="478"/>
          <ac:spMkLst>
            <pc:docMk/>
            <pc:sldMk cId="3136610662" sldId="748"/>
            <ac:spMk id="7" creationId="{AA08134C-08EE-6D45-108C-D666BFB960F9}"/>
          </ac:spMkLst>
        </pc:spChg>
        <pc:spChg chg="add mod">
          <ac:chgData name="Nishiyama, Kazuki 1" userId="c57e64d9-7695-4079-b9fa-694d9782bf04" providerId="ADAL" clId="{2B8D9CB8-99B7-42A4-993E-F00322DD5657}" dt="2026-09-16T02:46:26.467" v="6360" actId="242"/>
          <ac:spMkLst>
            <pc:docMk/>
            <pc:sldMk cId="3136610662" sldId="748"/>
            <ac:spMk id="8" creationId="{E34E5404-86E0-B8FF-402F-EE715674295D}"/>
          </ac:spMkLst>
        </pc:spChg>
        <pc:spChg chg="del">
          <ac:chgData name="Nishiyama, Kazuki 1" userId="c57e64d9-7695-4079-b9fa-694d9782bf04" providerId="ADAL" clId="{2B8D9CB8-99B7-42A4-993E-F00322DD5657}" dt="2026-09-15T20:34:23.411" v="622" actId="478"/>
          <ac:spMkLst>
            <pc:docMk/>
            <pc:sldMk cId="3136610662" sldId="748"/>
            <ac:spMk id="12" creationId="{DC3D6662-FBFE-8356-ADBC-FF762085626E}"/>
          </ac:spMkLst>
        </pc:spChg>
        <pc:spChg chg="mod">
          <ac:chgData name="Nishiyama, Kazuki 1" userId="c57e64d9-7695-4079-b9fa-694d9782bf04" providerId="ADAL" clId="{2B8D9CB8-99B7-42A4-993E-F00322DD5657}" dt="2026-09-16T01:29:32.360" v="4862"/>
          <ac:spMkLst>
            <pc:docMk/>
            <pc:sldMk cId="3136610662" sldId="748"/>
            <ac:spMk id="13" creationId="{42B53A37-3E2C-6A87-4137-E177F6642BA2}"/>
          </ac:spMkLst>
        </pc:spChg>
        <pc:spChg chg="del">
          <ac:chgData name="Nishiyama, Kazuki 1" userId="c57e64d9-7695-4079-b9fa-694d9782bf04" providerId="ADAL" clId="{2B8D9CB8-99B7-42A4-993E-F00322DD5657}" dt="2026-09-15T22:30:40.623" v="1112" actId="478"/>
          <ac:spMkLst>
            <pc:docMk/>
            <pc:sldMk cId="3136610662" sldId="748"/>
            <ac:spMk id="16" creationId="{6A91662F-EF26-B545-9527-E2D4DB71DA72}"/>
          </ac:spMkLst>
        </pc:spChg>
        <pc:spChg chg="mod">
          <ac:chgData name="Nishiyama, Kazuki 1" userId="c57e64d9-7695-4079-b9fa-694d9782bf04" providerId="ADAL" clId="{2B8D9CB8-99B7-42A4-993E-F00322DD5657}" dt="2026-09-15T20:16:56.098" v="311" actId="14100"/>
          <ac:spMkLst>
            <pc:docMk/>
            <pc:sldMk cId="3136610662" sldId="748"/>
            <ac:spMk id="18" creationId="{B12EEB87-ABE1-7624-77D6-263EA7A8CBE0}"/>
          </ac:spMkLst>
        </pc:spChg>
        <pc:spChg chg="mod">
          <ac:chgData name="Nishiyama, Kazuki 1" userId="c57e64d9-7695-4079-b9fa-694d9782bf04" providerId="ADAL" clId="{2B8D9CB8-99B7-42A4-993E-F00322DD5657}" dt="2026-09-15T22:32:03.228" v="1149" actId="208"/>
          <ac:spMkLst>
            <pc:docMk/>
            <pc:sldMk cId="3136610662" sldId="748"/>
            <ac:spMk id="19" creationId="{00927F8F-D281-E899-00F9-66BB07109572}"/>
          </ac:spMkLst>
        </pc:spChg>
        <pc:spChg chg="mod">
          <ac:chgData name="Nishiyama, Kazuki 1" userId="c57e64d9-7695-4079-b9fa-694d9782bf04" providerId="ADAL" clId="{2B8D9CB8-99B7-42A4-993E-F00322DD5657}" dt="2026-09-15T22:32:07.921" v="1150" actId="208"/>
          <ac:spMkLst>
            <pc:docMk/>
            <pc:sldMk cId="3136610662" sldId="748"/>
            <ac:spMk id="23" creationId="{1CB04F04-098B-EADF-BF32-A731451A1819}"/>
          </ac:spMkLst>
        </pc:spChg>
        <pc:spChg chg="del">
          <ac:chgData name="Nishiyama, Kazuki 1" userId="c57e64d9-7695-4079-b9fa-694d9782bf04" providerId="ADAL" clId="{2B8D9CB8-99B7-42A4-993E-F00322DD5657}" dt="2026-09-15T20:34:23.411" v="622" actId="478"/>
          <ac:spMkLst>
            <pc:docMk/>
            <pc:sldMk cId="3136610662" sldId="748"/>
            <ac:spMk id="24" creationId="{269E7C56-6E1C-7E60-E4C8-ACE02EE3B930}"/>
          </ac:spMkLst>
        </pc:spChg>
        <pc:spChg chg="mod">
          <ac:chgData name="Nishiyama, Kazuki 1" userId="c57e64d9-7695-4079-b9fa-694d9782bf04" providerId="ADAL" clId="{2B8D9CB8-99B7-42A4-993E-F00322DD5657}" dt="2026-09-16T02:46:26.467" v="6360" actId="242"/>
          <ac:spMkLst>
            <pc:docMk/>
            <pc:sldMk cId="3136610662" sldId="748"/>
            <ac:spMk id="28" creationId="{0253E994-32E8-E647-02A0-C94F3D1C721A}"/>
          </ac:spMkLst>
        </pc:spChg>
        <pc:picChg chg="mod">
          <ac:chgData name="Nishiyama, Kazuki 1" userId="c57e64d9-7695-4079-b9fa-694d9782bf04" providerId="ADAL" clId="{2B8D9CB8-99B7-42A4-993E-F00322DD5657}" dt="2026-09-15T22:31:47.212" v="1148" actId="1076"/>
          <ac:picMkLst>
            <pc:docMk/>
            <pc:sldMk cId="3136610662" sldId="748"/>
            <ac:picMk id="10" creationId="{ABAB0402-B787-E0CE-8B84-6E98F189A28C}"/>
          </ac:picMkLst>
        </pc:picChg>
      </pc:sldChg>
      <pc:sldChg chg="addSp delSp modSp mod">
        <pc:chgData name="Nishiyama, Kazuki 1" userId="c57e64d9-7695-4079-b9fa-694d9782bf04" providerId="ADAL" clId="{2B8D9CB8-99B7-42A4-993E-F00322DD5657}" dt="2026-09-16T02:51:10.692" v="6405" actId="20577"/>
        <pc:sldMkLst>
          <pc:docMk/>
          <pc:sldMk cId="2205569048" sldId="749"/>
        </pc:sldMkLst>
        <pc:spChg chg="add mod">
          <ac:chgData name="Nishiyama, Kazuki 1" userId="c57e64d9-7695-4079-b9fa-694d9782bf04" providerId="ADAL" clId="{2B8D9CB8-99B7-42A4-993E-F00322DD5657}" dt="2026-09-15T22:32:55.059" v="1165" actId="571"/>
          <ac:spMkLst>
            <pc:docMk/>
            <pc:sldMk cId="2205569048" sldId="749"/>
            <ac:spMk id="5" creationId="{9F1370A7-2E4D-AA07-329D-FB473C979B94}"/>
          </ac:spMkLst>
        </pc:spChg>
        <pc:spChg chg="add">
          <ac:chgData name="Nishiyama, Kazuki 1" userId="c57e64d9-7695-4079-b9fa-694d9782bf04" providerId="ADAL" clId="{2B8D9CB8-99B7-42A4-993E-F00322DD5657}" dt="2026-09-15T20:34:41.550" v="625" actId="22"/>
          <ac:spMkLst>
            <pc:docMk/>
            <pc:sldMk cId="2205569048" sldId="749"/>
            <ac:spMk id="6" creationId="{7121A2B4-CC95-F749-56A6-554DB3DCDE4A}"/>
          </ac:spMkLst>
        </pc:spChg>
        <pc:spChg chg="add mod">
          <ac:chgData name="Nishiyama, Kazuki 1" userId="c57e64d9-7695-4079-b9fa-694d9782bf04" providerId="ADAL" clId="{2B8D9CB8-99B7-42A4-993E-F00322DD5657}" dt="2026-09-15T22:32:55.059" v="1165" actId="571"/>
          <ac:spMkLst>
            <pc:docMk/>
            <pc:sldMk cId="2205569048" sldId="749"/>
            <ac:spMk id="7" creationId="{E9B8C9D3-53E8-151D-7BFA-B5B8D67EC999}"/>
          </ac:spMkLst>
        </pc:spChg>
        <pc:spChg chg="add mod">
          <ac:chgData name="Nishiyama, Kazuki 1" userId="c57e64d9-7695-4079-b9fa-694d9782bf04" providerId="ADAL" clId="{2B8D9CB8-99B7-42A4-993E-F00322DD5657}" dt="2026-09-15T22:50:34.730" v="2411" actId="1036"/>
          <ac:spMkLst>
            <pc:docMk/>
            <pc:sldMk cId="2205569048" sldId="749"/>
            <ac:spMk id="8" creationId="{BF25CE8F-F8B4-975C-2E0F-EFBE75FC0F33}"/>
          </ac:spMkLst>
        </pc:spChg>
        <pc:spChg chg="mod">
          <ac:chgData name="Nishiyama, Kazuki 1" userId="c57e64d9-7695-4079-b9fa-694d9782bf04" providerId="ADAL" clId="{2B8D9CB8-99B7-42A4-993E-F00322DD5657}" dt="2026-09-15T20:16:47.253" v="310" actId="14100"/>
          <ac:spMkLst>
            <pc:docMk/>
            <pc:sldMk cId="2205569048" sldId="749"/>
            <ac:spMk id="9" creationId="{E1CDFC9E-4C48-089B-AA22-F35FC3C8E412}"/>
          </ac:spMkLst>
        </pc:spChg>
        <pc:spChg chg="del">
          <ac:chgData name="Nishiyama, Kazuki 1" userId="c57e64d9-7695-4079-b9fa-694d9782bf04" providerId="ADAL" clId="{2B8D9CB8-99B7-42A4-993E-F00322DD5657}" dt="2026-09-15T22:32:47.377" v="1163" actId="478"/>
          <ac:spMkLst>
            <pc:docMk/>
            <pc:sldMk cId="2205569048" sldId="749"/>
            <ac:spMk id="11" creationId="{2DFF4D53-64DB-70AC-36E4-FE3250AF331B}"/>
          </ac:spMkLst>
        </pc:spChg>
        <pc:spChg chg="del">
          <ac:chgData name="Nishiyama, Kazuki 1" userId="c57e64d9-7695-4079-b9fa-694d9782bf04" providerId="ADAL" clId="{2B8D9CB8-99B7-42A4-993E-F00322DD5657}" dt="2026-09-15T20:34:41.216" v="624" actId="478"/>
          <ac:spMkLst>
            <pc:docMk/>
            <pc:sldMk cId="2205569048" sldId="749"/>
            <ac:spMk id="12" creationId="{4FC49537-39BF-27D6-2B42-AA6B231E421B}"/>
          </ac:spMkLst>
        </pc:spChg>
        <pc:spChg chg="add mod">
          <ac:chgData name="Nishiyama, Kazuki 1" userId="c57e64d9-7695-4079-b9fa-694d9782bf04" providerId="ADAL" clId="{2B8D9CB8-99B7-42A4-993E-F00322DD5657}" dt="2026-09-15T22:33:40.361" v="1206" actId="1035"/>
          <ac:spMkLst>
            <pc:docMk/>
            <pc:sldMk cId="2205569048" sldId="749"/>
            <ac:spMk id="12" creationId="{A256D1E9-5157-AEB5-430A-2C100CE495CC}"/>
          </ac:spMkLst>
        </pc:spChg>
        <pc:spChg chg="mod">
          <ac:chgData name="Nishiyama, Kazuki 1" userId="c57e64d9-7695-4079-b9fa-694d9782bf04" providerId="ADAL" clId="{2B8D9CB8-99B7-42A4-993E-F00322DD5657}" dt="2026-09-16T02:51:10.692" v="6405" actId="20577"/>
          <ac:spMkLst>
            <pc:docMk/>
            <pc:sldMk cId="2205569048" sldId="749"/>
            <ac:spMk id="13" creationId="{BEE57F8E-6222-2E29-311D-62AB9BB81D3F}"/>
          </ac:spMkLst>
        </pc:spChg>
        <pc:spChg chg="add mod">
          <ac:chgData name="Nishiyama, Kazuki 1" userId="c57e64d9-7695-4079-b9fa-694d9782bf04" providerId="ADAL" clId="{2B8D9CB8-99B7-42A4-993E-F00322DD5657}" dt="2026-09-15T22:33:32.800" v="1203" actId="1076"/>
          <ac:spMkLst>
            <pc:docMk/>
            <pc:sldMk cId="2205569048" sldId="749"/>
            <ac:spMk id="16" creationId="{90E820AD-FD29-02E2-2B5B-EFFE2701A297}"/>
          </ac:spMkLst>
        </pc:spChg>
        <pc:spChg chg="mod">
          <ac:chgData name="Nishiyama, Kazuki 1" userId="c57e64d9-7695-4079-b9fa-694d9782bf04" providerId="ADAL" clId="{2B8D9CB8-99B7-42A4-993E-F00322DD5657}" dt="2026-09-15T20:16:47.253" v="310" actId="14100"/>
          <ac:spMkLst>
            <pc:docMk/>
            <pc:sldMk cId="2205569048" sldId="749"/>
            <ac:spMk id="18" creationId="{6AAF7E81-55B7-C725-C7D0-4AB41E1A7FE0}"/>
          </ac:spMkLst>
        </pc:spChg>
        <pc:spChg chg="mod">
          <ac:chgData name="Nishiyama, Kazuki 1" userId="c57e64d9-7695-4079-b9fa-694d9782bf04" providerId="ADAL" clId="{2B8D9CB8-99B7-42A4-993E-F00322DD5657}" dt="2026-09-16T02:46:20.784" v="6359" actId="242"/>
          <ac:spMkLst>
            <pc:docMk/>
            <pc:sldMk cId="2205569048" sldId="749"/>
            <ac:spMk id="19" creationId="{8FF4F0A3-2294-E783-F75B-21276C51698A}"/>
          </ac:spMkLst>
        </pc:spChg>
        <pc:spChg chg="add mod">
          <ac:chgData name="Nishiyama, Kazuki 1" userId="c57e64d9-7695-4079-b9fa-694d9782bf04" providerId="ADAL" clId="{2B8D9CB8-99B7-42A4-993E-F00322DD5657}" dt="2026-09-16T02:13:12.311" v="6157" actId="1035"/>
          <ac:spMkLst>
            <pc:docMk/>
            <pc:sldMk cId="2205569048" sldId="749"/>
            <ac:spMk id="20" creationId="{5B40D4EA-4CBA-C293-5299-D0396E0A5614}"/>
          </ac:spMkLst>
        </pc:spChg>
        <pc:spChg chg="add mod">
          <ac:chgData name="Nishiyama, Kazuki 1" userId="c57e64d9-7695-4079-b9fa-694d9782bf04" providerId="ADAL" clId="{2B8D9CB8-99B7-42A4-993E-F00322DD5657}" dt="2026-09-15T22:33:28.089" v="1201" actId="1035"/>
          <ac:spMkLst>
            <pc:docMk/>
            <pc:sldMk cId="2205569048" sldId="749"/>
            <ac:spMk id="21" creationId="{62947F74-997F-BA4A-09C7-F5D78882E027}"/>
          </ac:spMkLst>
        </pc:spChg>
        <pc:spChg chg="del">
          <ac:chgData name="Nishiyama, Kazuki 1" userId="c57e64d9-7695-4079-b9fa-694d9782bf04" providerId="ADAL" clId="{2B8D9CB8-99B7-42A4-993E-F00322DD5657}" dt="2026-09-15T20:34:41.216" v="624" actId="478"/>
          <ac:spMkLst>
            <pc:docMk/>
            <pc:sldMk cId="2205569048" sldId="749"/>
            <ac:spMk id="21" creationId="{7E13B5E6-1057-EB57-DA50-D27787A9D04F}"/>
          </ac:spMkLst>
        </pc:spChg>
        <pc:spChg chg="mod topLvl">
          <ac:chgData name="Nishiyama, Kazuki 1" userId="c57e64d9-7695-4079-b9fa-694d9782bf04" providerId="ADAL" clId="{2B8D9CB8-99B7-42A4-993E-F00322DD5657}" dt="2026-09-15T22:32:42.288" v="1161" actId="165"/>
          <ac:spMkLst>
            <pc:docMk/>
            <pc:sldMk cId="2205569048" sldId="749"/>
            <ac:spMk id="22" creationId="{94D53E34-589D-6BE6-350F-447EED8315AB}"/>
          </ac:spMkLst>
        </pc:spChg>
        <pc:spChg chg="del mod topLvl">
          <ac:chgData name="Nishiyama, Kazuki 1" userId="c57e64d9-7695-4079-b9fa-694d9782bf04" providerId="ADAL" clId="{2B8D9CB8-99B7-42A4-993E-F00322DD5657}" dt="2026-09-15T22:32:45.398" v="1162" actId="478"/>
          <ac:spMkLst>
            <pc:docMk/>
            <pc:sldMk cId="2205569048" sldId="749"/>
            <ac:spMk id="23" creationId="{45E0BCDB-2BCE-20D5-0320-BBF3F392F4A5}"/>
          </ac:spMkLst>
        </pc:spChg>
        <pc:spChg chg="mod topLvl">
          <ac:chgData name="Nishiyama, Kazuki 1" userId="c57e64d9-7695-4079-b9fa-694d9782bf04" providerId="ADAL" clId="{2B8D9CB8-99B7-42A4-993E-F00322DD5657}" dt="2026-09-16T01:33:52.796" v="4996" actId="2085"/>
          <ac:spMkLst>
            <pc:docMk/>
            <pc:sldMk cId="2205569048" sldId="749"/>
            <ac:spMk id="24" creationId="{94CF4444-EA57-C65F-631D-4013E3FB5273}"/>
          </ac:spMkLst>
        </pc:spChg>
        <pc:spChg chg="del">
          <ac:chgData name="Nishiyama, Kazuki 1" userId="c57e64d9-7695-4079-b9fa-694d9782bf04" providerId="ADAL" clId="{2B8D9CB8-99B7-42A4-993E-F00322DD5657}" dt="2026-09-15T20:34:41.216" v="624" actId="478"/>
          <ac:spMkLst>
            <pc:docMk/>
            <pc:sldMk cId="2205569048" sldId="749"/>
            <ac:spMk id="25" creationId="{6C12CD33-ADAD-1A77-7DEA-22A433904A7A}"/>
          </ac:spMkLst>
        </pc:spChg>
        <pc:spChg chg="mod topLvl">
          <ac:chgData name="Nishiyama, Kazuki 1" userId="c57e64d9-7695-4079-b9fa-694d9782bf04" providerId="ADAL" clId="{2B8D9CB8-99B7-42A4-993E-F00322DD5657}" dt="2026-09-15T22:32:42.288" v="1161" actId="165"/>
          <ac:spMkLst>
            <pc:docMk/>
            <pc:sldMk cId="2205569048" sldId="749"/>
            <ac:spMk id="28" creationId="{0823C793-4EBA-1C50-675F-8FC971FF5CCC}"/>
          </ac:spMkLst>
        </pc:spChg>
        <pc:spChg chg="del mod topLvl">
          <ac:chgData name="Nishiyama, Kazuki 1" userId="c57e64d9-7695-4079-b9fa-694d9782bf04" providerId="ADAL" clId="{2B8D9CB8-99B7-42A4-993E-F00322DD5657}" dt="2026-09-15T22:32:45.398" v="1162" actId="478"/>
          <ac:spMkLst>
            <pc:docMk/>
            <pc:sldMk cId="2205569048" sldId="749"/>
            <ac:spMk id="30" creationId="{31C7DD9E-994E-005B-87C1-7E3653CF01A8}"/>
          </ac:spMkLst>
        </pc:spChg>
        <pc:spChg chg="add del">
          <ac:chgData name="Nishiyama, Kazuki 1" userId="c57e64d9-7695-4079-b9fa-694d9782bf04" providerId="ADAL" clId="{2B8D9CB8-99B7-42A4-993E-F00322DD5657}" dt="2026-09-15T20:34:51.223" v="626" actId="21"/>
          <ac:spMkLst>
            <pc:docMk/>
            <pc:sldMk cId="2205569048" sldId="749"/>
            <ac:spMk id="32" creationId="{4F9674B7-AECB-D436-98AF-FF784A278DF9}"/>
          </ac:spMkLst>
        </pc:spChg>
        <pc:grpChg chg="add del mod">
          <ac:chgData name="Nishiyama, Kazuki 1" userId="c57e64d9-7695-4079-b9fa-694d9782bf04" providerId="ADAL" clId="{2B8D9CB8-99B7-42A4-993E-F00322DD5657}" dt="2026-09-15T22:32:42.288" v="1161" actId="165"/>
          <ac:grpSpMkLst>
            <pc:docMk/>
            <pc:sldMk cId="2205569048" sldId="749"/>
            <ac:grpSpMk id="2" creationId="{2A698069-C0DC-8C30-8FF7-D475DB8BBABE}"/>
          </ac:grpSpMkLst>
        </pc:grpChg>
        <pc:graphicFrameChg chg="mod modGraphic">
          <ac:chgData name="Nishiyama, Kazuki 1" userId="c57e64d9-7695-4079-b9fa-694d9782bf04" providerId="ADAL" clId="{2B8D9CB8-99B7-42A4-993E-F00322DD5657}" dt="2026-09-16T02:13:03.080" v="6149" actId="1036"/>
          <ac:graphicFrameMkLst>
            <pc:docMk/>
            <pc:sldMk cId="2205569048" sldId="749"/>
            <ac:graphicFrameMk id="63" creationId="{3E72D7C0-F91E-4B65-023B-CF1A6EA91D59}"/>
          </ac:graphicFrameMkLst>
        </pc:graphicFrameChg>
        <pc:picChg chg="mod topLvl">
          <ac:chgData name="Nishiyama, Kazuki 1" userId="c57e64d9-7695-4079-b9fa-694d9782bf04" providerId="ADAL" clId="{2B8D9CB8-99B7-42A4-993E-F00322DD5657}" dt="2026-09-15T22:32:42.288" v="1161" actId="165"/>
          <ac:picMkLst>
            <pc:docMk/>
            <pc:sldMk cId="2205569048" sldId="749"/>
            <ac:picMk id="10" creationId="{D2E47AA6-9284-2DB2-8CC7-851D77ADCCA8}"/>
          </ac:picMkLst>
        </pc:picChg>
        <pc:picChg chg="mod topLvl">
          <ac:chgData name="Nishiyama, Kazuki 1" userId="c57e64d9-7695-4079-b9fa-694d9782bf04" providerId="ADAL" clId="{2B8D9CB8-99B7-42A4-993E-F00322DD5657}" dt="2026-09-15T22:32:42.288" v="1161" actId="165"/>
          <ac:picMkLst>
            <pc:docMk/>
            <pc:sldMk cId="2205569048" sldId="749"/>
            <ac:picMk id="26" creationId="{22E10303-A409-19EF-FB97-48ADBBC171D6}"/>
          </ac:picMkLst>
        </pc:picChg>
        <pc:cxnChg chg="mod">
          <ac:chgData name="Nishiyama, Kazuki 1" userId="c57e64d9-7695-4079-b9fa-694d9782bf04" providerId="ADAL" clId="{2B8D9CB8-99B7-42A4-993E-F00322DD5657}" dt="2026-09-15T22:32:47.377" v="1163" actId="478"/>
          <ac:cxnSpMkLst>
            <pc:docMk/>
            <pc:sldMk cId="2205569048" sldId="749"/>
            <ac:cxnSpMk id="42" creationId="{F19F7DE1-628E-FADC-0DC0-52E0F37EC6F1}"/>
          </ac:cxnSpMkLst>
        </pc:cxnChg>
        <pc:cxnChg chg="mod">
          <ac:chgData name="Nishiyama, Kazuki 1" userId="c57e64d9-7695-4079-b9fa-694d9782bf04" providerId="ADAL" clId="{2B8D9CB8-99B7-42A4-993E-F00322DD5657}" dt="2026-09-15T22:32:47.377" v="1163" actId="478"/>
          <ac:cxnSpMkLst>
            <pc:docMk/>
            <pc:sldMk cId="2205569048" sldId="749"/>
            <ac:cxnSpMk id="43" creationId="{3F4A1F69-CB59-1BD5-3BD9-BA0B4A1BB22B}"/>
          </ac:cxnSpMkLst>
        </pc:cxnChg>
      </pc:sldChg>
      <pc:sldChg chg="addSp delSp modSp mod">
        <pc:chgData name="Nishiyama, Kazuki 1" userId="c57e64d9-7695-4079-b9fa-694d9782bf04" providerId="ADAL" clId="{2B8D9CB8-99B7-42A4-993E-F00322DD5657}" dt="2026-09-16T02:46:14.496" v="6358" actId="242"/>
        <pc:sldMkLst>
          <pc:docMk/>
          <pc:sldMk cId="2466660512" sldId="750"/>
        </pc:sldMkLst>
        <pc:spChg chg="add mod">
          <ac:chgData name="Nishiyama, Kazuki 1" userId="c57e64d9-7695-4079-b9fa-694d9782bf04" providerId="ADAL" clId="{2B8D9CB8-99B7-42A4-993E-F00322DD5657}" dt="2026-09-15T22:34:30.590" v="1254" actId="1035"/>
          <ac:spMkLst>
            <pc:docMk/>
            <pc:sldMk cId="2466660512" sldId="750"/>
            <ac:spMk id="2" creationId="{B3C64250-5A15-5D29-BE74-BA68D6596DAE}"/>
          </ac:spMkLst>
        </pc:spChg>
        <pc:spChg chg="add mod">
          <ac:chgData name="Nishiyama, Kazuki 1" userId="c57e64d9-7695-4079-b9fa-694d9782bf04" providerId="ADAL" clId="{2B8D9CB8-99B7-42A4-993E-F00322DD5657}" dt="2026-09-15T22:34:37.954" v="1255" actId="1035"/>
          <ac:spMkLst>
            <pc:docMk/>
            <pc:sldMk cId="2466660512" sldId="750"/>
            <ac:spMk id="3" creationId="{1269BC58-FE90-2666-372D-4B9023F0ACD3}"/>
          </ac:spMkLst>
        </pc:spChg>
        <pc:spChg chg="del">
          <ac:chgData name="Nishiyama, Kazuki 1" userId="c57e64d9-7695-4079-b9fa-694d9782bf04" providerId="ADAL" clId="{2B8D9CB8-99B7-42A4-993E-F00322DD5657}" dt="2026-09-15T22:34:09.933" v="1212" actId="478"/>
          <ac:spMkLst>
            <pc:docMk/>
            <pc:sldMk cId="2466660512" sldId="750"/>
            <ac:spMk id="12" creationId="{EAF472B7-C078-1635-792C-95F32B9DC3B4}"/>
          </ac:spMkLst>
        </pc:spChg>
        <pc:spChg chg="mod">
          <ac:chgData name="Nishiyama, Kazuki 1" userId="c57e64d9-7695-4079-b9fa-694d9782bf04" providerId="ADAL" clId="{2B8D9CB8-99B7-42A4-993E-F00322DD5657}" dt="2026-09-16T02:37:48.944" v="6167" actId="3064"/>
          <ac:spMkLst>
            <pc:docMk/>
            <pc:sldMk cId="2466660512" sldId="750"/>
            <ac:spMk id="13" creationId="{2C837932-9E45-6CAD-E009-D39906BC570A}"/>
          </ac:spMkLst>
        </pc:spChg>
        <pc:spChg chg="mod">
          <ac:chgData name="Nishiyama, Kazuki 1" userId="c57e64d9-7695-4079-b9fa-694d9782bf04" providerId="ADAL" clId="{2B8D9CB8-99B7-42A4-993E-F00322DD5657}" dt="2026-09-15T20:16:22.207" v="301" actId="14100"/>
          <ac:spMkLst>
            <pc:docMk/>
            <pc:sldMk cId="2466660512" sldId="750"/>
            <ac:spMk id="18" creationId="{9B7DA1A6-B8FC-DA3D-F9E8-75AAED8BB2BB}"/>
          </ac:spMkLst>
        </pc:spChg>
        <pc:spChg chg="del">
          <ac:chgData name="Nishiyama, Kazuki 1" userId="c57e64d9-7695-4079-b9fa-694d9782bf04" providerId="ADAL" clId="{2B8D9CB8-99B7-42A4-993E-F00322DD5657}" dt="2026-09-15T22:34:22.466" v="1215" actId="478"/>
          <ac:spMkLst>
            <pc:docMk/>
            <pc:sldMk cId="2466660512" sldId="750"/>
            <ac:spMk id="30" creationId="{DE5EF10D-4B6C-4A47-62AA-6EB886C345A0}"/>
          </ac:spMkLst>
        </pc:spChg>
        <pc:spChg chg="mod">
          <ac:chgData name="Nishiyama, Kazuki 1" userId="c57e64d9-7695-4079-b9fa-694d9782bf04" providerId="ADAL" clId="{2B8D9CB8-99B7-42A4-993E-F00322DD5657}" dt="2026-09-16T02:46:14.496" v="6358" actId="242"/>
          <ac:spMkLst>
            <pc:docMk/>
            <pc:sldMk cId="2466660512" sldId="750"/>
            <ac:spMk id="37" creationId="{B65C7E33-30C2-C427-C7C7-BFA3B6C316C0}"/>
          </ac:spMkLst>
        </pc:spChg>
      </pc:sldChg>
      <pc:sldChg chg="addSp delSp modSp mod">
        <pc:chgData name="Nishiyama, Kazuki 1" userId="c57e64d9-7695-4079-b9fa-694d9782bf04" providerId="ADAL" clId="{2B8D9CB8-99B7-42A4-993E-F00322DD5657}" dt="2026-09-16T02:51:28.382" v="6411" actId="20577"/>
        <pc:sldMkLst>
          <pc:docMk/>
          <pc:sldMk cId="331131355" sldId="752"/>
        </pc:sldMkLst>
        <pc:spChg chg="mod ord">
          <ac:chgData name="Nishiyama, Kazuki 1" userId="c57e64d9-7695-4079-b9fa-694d9782bf04" providerId="ADAL" clId="{2B8D9CB8-99B7-42A4-993E-F00322DD5657}" dt="2026-09-15T22:36:12.134" v="1473"/>
          <ac:spMkLst>
            <pc:docMk/>
            <pc:sldMk cId="331131355" sldId="752"/>
            <ac:spMk id="4" creationId="{D625CA5E-C87A-B8B2-D001-17AC4E8D63FF}"/>
          </ac:spMkLst>
        </pc:spChg>
        <pc:spChg chg="add mod ord">
          <ac:chgData name="Nishiyama, Kazuki 1" userId="c57e64d9-7695-4079-b9fa-694d9782bf04" providerId="ADAL" clId="{2B8D9CB8-99B7-42A4-993E-F00322DD5657}" dt="2026-09-15T22:36:12.150" v="1519"/>
          <ac:spMkLst>
            <pc:docMk/>
            <pc:sldMk cId="331131355" sldId="752"/>
            <ac:spMk id="5" creationId="{5AD20D70-9F3F-38B0-B512-D777D0DB5065}"/>
          </ac:spMkLst>
        </pc:spChg>
        <pc:spChg chg="add mod ord">
          <ac:chgData name="Nishiyama, Kazuki 1" userId="c57e64d9-7695-4079-b9fa-694d9782bf04" providerId="ADAL" clId="{2B8D9CB8-99B7-42A4-993E-F00322DD5657}" dt="2026-09-15T22:36:12.150" v="1501"/>
          <ac:spMkLst>
            <pc:docMk/>
            <pc:sldMk cId="331131355" sldId="752"/>
            <ac:spMk id="6" creationId="{90506FB0-D29C-2DB6-8938-D0593A6B9118}"/>
          </ac:spMkLst>
        </pc:spChg>
        <pc:spChg chg="add mod ord">
          <ac:chgData name="Nishiyama, Kazuki 1" userId="c57e64d9-7695-4079-b9fa-694d9782bf04" providerId="ADAL" clId="{2B8D9CB8-99B7-42A4-993E-F00322DD5657}" dt="2026-09-15T22:36:12.150" v="1509"/>
          <ac:spMkLst>
            <pc:docMk/>
            <pc:sldMk cId="331131355" sldId="752"/>
            <ac:spMk id="7" creationId="{3335BAD5-3962-6B54-3253-8F2D5B969A3F}"/>
          </ac:spMkLst>
        </pc:spChg>
        <pc:spChg chg="add mod ord">
          <ac:chgData name="Nishiyama, Kazuki 1" userId="c57e64d9-7695-4079-b9fa-694d9782bf04" providerId="ADAL" clId="{2B8D9CB8-99B7-42A4-993E-F00322DD5657}" dt="2026-09-15T22:36:12.150" v="1503"/>
          <ac:spMkLst>
            <pc:docMk/>
            <pc:sldMk cId="331131355" sldId="752"/>
            <ac:spMk id="8" creationId="{E781A96F-4C98-5249-7317-C3077DFF80D1}"/>
          </ac:spMkLst>
        </pc:spChg>
        <pc:spChg chg="mod ord">
          <ac:chgData name="Nishiyama, Kazuki 1" userId="c57e64d9-7695-4079-b9fa-694d9782bf04" providerId="ADAL" clId="{2B8D9CB8-99B7-42A4-993E-F00322DD5657}" dt="2026-09-15T22:36:12.134" v="1465"/>
          <ac:spMkLst>
            <pc:docMk/>
            <pc:sldMk cId="331131355" sldId="752"/>
            <ac:spMk id="9" creationId="{58F275A1-CCC8-7476-12BA-F84BF2F27644}"/>
          </ac:spMkLst>
        </pc:spChg>
        <pc:spChg chg="add mod ord">
          <ac:chgData name="Nishiyama, Kazuki 1" userId="c57e64d9-7695-4079-b9fa-694d9782bf04" providerId="ADAL" clId="{2B8D9CB8-99B7-42A4-993E-F00322DD5657}" dt="2026-09-15T22:36:12.150" v="1513"/>
          <ac:spMkLst>
            <pc:docMk/>
            <pc:sldMk cId="331131355" sldId="752"/>
            <ac:spMk id="10" creationId="{808DEAF1-C2D3-DBC6-4219-C0080D312A06}"/>
          </ac:spMkLst>
        </pc:spChg>
        <pc:spChg chg="mod ord">
          <ac:chgData name="Nishiyama, Kazuki 1" userId="c57e64d9-7695-4079-b9fa-694d9782bf04" providerId="ADAL" clId="{2B8D9CB8-99B7-42A4-993E-F00322DD5657}" dt="2026-09-15T22:36:12.134" v="1475"/>
          <ac:spMkLst>
            <pc:docMk/>
            <pc:sldMk cId="331131355" sldId="752"/>
            <ac:spMk id="11" creationId="{2E1A323F-D4F1-3070-322B-73907E233A71}"/>
          </ac:spMkLst>
        </pc:spChg>
        <pc:spChg chg="del">
          <ac:chgData name="Nishiyama, Kazuki 1" userId="c57e64d9-7695-4079-b9fa-694d9782bf04" providerId="ADAL" clId="{2B8D9CB8-99B7-42A4-993E-F00322DD5657}" dt="2026-09-15T20:35:09.300" v="628" actId="478"/>
          <ac:spMkLst>
            <pc:docMk/>
            <pc:sldMk cId="331131355" sldId="752"/>
            <ac:spMk id="12" creationId="{2385AEF9-CC15-CEE8-E9C3-178F1F6739EE}"/>
          </ac:spMkLst>
        </pc:spChg>
        <pc:spChg chg="mod ord">
          <ac:chgData name="Nishiyama, Kazuki 1" userId="c57e64d9-7695-4079-b9fa-694d9782bf04" providerId="ADAL" clId="{2B8D9CB8-99B7-42A4-993E-F00322DD5657}" dt="2026-09-16T02:51:28.382" v="6411" actId="20577"/>
          <ac:spMkLst>
            <pc:docMk/>
            <pc:sldMk cId="331131355" sldId="752"/>
            <ac:spMk id="13" creationId="{266F8790-5B72-B343-EEDF-CE85017DEC1E}"/>
          </ac:spMkLst>
        </pc:spChg>
        <pc:spChg chg="mod ord">
          <ac:chgData name="Nishiyama, Kazuki 1" userId="c57e64d9-7695-4079-b9fa-694d9782bf04" providerId="ADAL" clId="{2B8D9CB8-99B7-42A4-993E-F00322DD5657}" dt="2026-09-15T22:36:12.134" v="1481"/>
          <ac:spMkLst>
            <pc:docMk/>
            <pc:sldMk cId="331131355" sldId="752"/>
            <ac:spMk id="14" creationId="{7C3AA0D0-7B2B-B086-0856-633828B30231}"/>
          </ac:spMkLst>
        </pc:spChg>
        <pc:spChg chg="mod ord">
          <ac:chgData name="Nishiyama, Kazuki 1" userId="c57e64d9-7695-4079-b9fa-694d9782bf04" providerId="ADAL" clId="{2B8D9CB8-99B7-42A4-993E-F00322DD5657}" dt="2026-09-15T22:36:12.134" v="1471"/>
          <ac:spMkLst>
            <pc:docMk/>
            <pc:sldMk cId="331131355" sldId="752"/>
            <ac:spMk id="15" creationId="{3F95A336-32C6-99FB-64A7-411B7890E69F}"/>
          </ac:spMkLst>
        </pc:spChg>
        <pc:spChg chg="mod ord topLvl">
          <ac:chgData name="Nishiyama, Kazuki 1" userId="c57e64d9-7695-4079-b9fa-694d9782bf04" providerId="ADAL" clId="{2B8D9CB8-99B7-42A4-993E-F00322DD5657}" dt="2026-09-15T22:36:12.150" v="1495"/>
          <ac:spMkLst>
            <pc:docMk/>
            <pc:sldMk cId="331131355" sldId="752"/>
            <ac:spMk id="16" creationId="{B5CA4F08-12E3-7629-C1A3-E2E0DBBBECFB}"/>
          </ac:spMkLst>
        </pc:spChg>
        <pc:spChg chg="mod ord">
          <ac:chgData name="Nishiyama, Kazuki 1" userId="c57e64d9-7695-4079-b9fa-694d9782bf04" providerId="ADAL" clId="{2B8D9CB8-99B7-42A4-993E-F00322DD5657}" dt="2026-09-15T22:36:12.134" v="1477"/>
          <ac:spMkLst>
            <pc:docMk/>
            <pc:sldMk cId="331131355" sldId="752"/>
            <ac:spMk id="17" creationId="{5A3BBE37-7B5E-6641-CC7A-56631CB3D3CE}"/>
          </ac:spMkLst>
        </pc:spChg>
        <pc:spChg chg="mod ord">
          <ac:chgData name="Nishiyama, Kazuki 1" userId="c57e64d9-7695-4079-b9fa-694d9782bf04" providerId="ADAL" clId="{2B8D9CB8-99B7-42A4-993E-F00322DD5657}" dt="2026-09-15T22:36:12.134" v="1463"/>
          <ac:spMkLst>
            <pc:docMk/>
            <pc:sldMk cId="331131355" sldId="752"/>
            <ac:spMk id="18" creationId="{6C1EEC83-0439-8312-2FAC-AA22F625FB9A}"/>
          </ac:spMkLst>
        </pc:spChg>
        <pc:spChg chg="add mod ord">
          <ac:chgData name="Nishiyama, Kazuki 1" userId="c57e64d9-7695-4079-b9fa-694d9782bf04" providerId="ADAL" clId="{2B8D9CB8-99B7-42A4-993E-F00322DD5657}" dt="2026-09-15T22:57:37.179" v="2974" actId="1036"/>
          <ac:spMkLst>
            <pc:docMk/>
            <pc:sldMk cId="331131355" sldId="752"/>
            <ac:spMk id="19" creationId="{55E9AC69-5978-9041-3992-DAFE3323B8CB}"/>
          </ac:spMkLst>
        </pc:spChg>
        <pc:spChg chg="del">
          <ac:chgData name="Nishiyama, Kazuki 1" userId="c57e64d9-7695-4079-b9fa-694d9782bf04" providerId="ADAL" clId="{2B8D9CB8-99B7-42A4-993E-F00322DD5657}" dt="2026-09-15T20:35:09.300" v="628" actId="478"/>
          <ac:spMkLst>
            <pc:docMk/>
            <pc:sldMk cId="331131355" sldId="752"/>
            <ac:spMk id="21" creationId="{3C11BB81-65FB-8974-4E66-15B3ABD2F273}"/>
          </ac:spMkLst>
        </pc:spChg>
        <pc:spChg chg="add mod ord">
          <ac:chgData name="Nishiyama, Kazuki 1" userId="c57e64d9-7695-4079-b9fa-694d9782bf04" providerId="ADAL" clId="{2B8D9CB8-99B7-42A4-993E-F00322DD5657}" dt="2026-09-15T22:36:12.150" v="1507"/>
          <ac:spMkLst>
            <pc:docMk/>
            <pc:sldMk cId="331131355" sldId="752"/>
            <ac:spMk id="22" creationId="{F09BD44F-6F80-12C5-F539-0D2AC88F8012}"/>
          </ac:spMkLst>
        </pc:spChg>
        <pc:spChg chg="del">
          <ac:chgData name="Nishiyama, Kazuki 1" userId="c57e64d9-7695-4079-b9fa-694d9782bf04" providerId="ADAL" clId="{2B8D9CB8-99B7-42A4-993E-F00322DD5657}" dt="2026-09-15T20:35:09.300" v="628" actId="478"/>
          <ac:spMkLst>
            <pc:docMk/>
            <pc:sldMk cId="331131355" sldId="752"/>
            <ac:spMk id="25" creationId="{9537ED1B-E86D-A27E-1E98-592F7FDA8730}"/>
          </ac:spMkLst>
        </pc:spChg>
        <pc:spChg chg="mod ord">
          <ac:chgData name="Nishiyama, Kazuki 1" userId="c57e64d9-7695-4079-b9fa-694d9782bf04" providerId="ADAL" clId="{2B8D9CB8-99B7-42A4-993E-F00322DD5657}" dt="2026-09-15T22:36:12.134" v="1467"/>
          <ac:spMkLst>
            <pc:docMk/>
            <pc:sldMk cId="331131355" sldId="752"/>
            <ac:spMk id="27" creationId="{970893B1-4FA1-B318-44B2-AD7346A7B420}"/>
          </ac:spMkLst>
        </pc:spChg>
        <pc:spChg chg="del mod topLvl">
          <ac:chgData name="Nishiyama, Kazuki 1" userId="c57e64d9-7695-4079-b9fa-694d9782bf04" providerId="ADAL" clId="{2B8D9CB8-99B7-42A4-993E-F00322DD5657}" dt="2026-09-15T22:35:15.761" v="1272" actId="478"/>
          <ac:spMkLst>
            <pc:docMk/>
            <pc:sldMk cId="331131355" sldId="752"/>
            <ac:spMk id="32" creationId="{E3CB474B-329D-E5B5-883A-C4413D8D7962}"/>
          </ac:spMkLst>
        </pc:spChg>
        <pc:spChg chg="mod ord">
          <ac:chgData name="Nishiyama, Kazuki 1" userId="c57e64d9-7695-4079-b9fa-694d9782bf04" providerId="ADAL" clId="{2B8D9CB8-99B7-42A4-993E-F00322DD5657}" dt="2026-09-15T22:36:12.134" v="1485"/>
          <ac:spMkLst>
            <pc:docMk/>
            <pc:sldMk cId="331131355" sldId="752"/>
            <ac:spMk id="33" creationId="{6A1ABD64-330F-C513-A35E-2960C9A9FDE6}"/>
          </ac:spMkLst>
        </pc:spChg>
        <pc:spChg chg="mod ord topLvl">
          <ac:chgData name="Nishiyama, Kazuki 1" userId="c57e64d9-7695-4079-b9fa-694d9782bf04" providerId="ADAL" clId="{2B8D9CB8-99B7-42A4-993E-F00322DD5657}" dt="2026-09-15T22:36:12.150" v="1497"/>
          <ac:spMkLst>
            <pc:docMk/>
            <pc:sldMk cId="331131355" sldId="752"/>
            <ac:spMk id="35" creationId="{D8918D4E-47FF-654F-5FEE-B607BBF01C7F}"/>
          </ac:spMkLst>
        </pc:spChg>
        <pc:spChg chg="del mod topLvl">
          <ac:chgData name="Nishiyama, Kazuki 1" userId="c57e64d9-7695-4079-b9fa-694d9782bf04" providerId="ADAL" clId="{2B8D9CB8-99B7-42A4-993E-F00322DD5657}" dt="2026-09-15T22:35:15.761" v="1272" actId="478"/>
          <ac:spMkLst>
            <pc:docMk/>
            <pc:sldMk cId="331131355" sldId="752"/>
            <ac:spMk id="44" creationId="{2B53E0CD-041E-290A-F08A-A87B434ED78F}"/>
          </ac:spMkLst>
        </pc:spChg>
        <pc:spChg chg="mod ord">
          <ac:chgData name="Nishiyama, Kazuki 1" userId="c57e64d9-7695-4079-b9fa-694d9782bf04" providerId="ADAL" clId="{2B8D9CB8-99B7-42A4-993E-F00322DD5657}" dt="2026-09-15T22:36:12.150" v="1517"/>
          <ac:spMkLst>
            <pc:docMk/>
            <pc:sldMk cId="331131355" sldId="752"/>
            <ac:spMk id="45" creationId="{1BB4308B-1066-0D96-53B0-51A37738502A}"/>
          </ac:spMkLst>
        </pc:spChg>
        <pc:spChg chg="del">
          <ac:chgData name="Nishiyama, Kazuki 1" userId="c57e64d9-7695-4079-b9fa-694d9782bf04" providerId="ADAL" clId="{2B8D9CB8-99B7-42A4-993E-F00322DD5657}" dt="2026-09-15T22:35:18.167" v="1273" actId="478"/>
          <ac:spMkLst>
            <pc:docMk/>
            <pc:sldMk cId="331131355" sldId="752"/>
            <ac:spMk id="46" creationId="{91BFF636-3896-5B1C-772D-BAD472109D4D}"/>
          </ac:spMkLst>
        </pc:spChg>
        <pc:spChg chg="del">
          <ac:chgData name="Nishiyama, Kazuki 1" userId="c57e64d9-7695-4079-b9fa-694d9782bf04" providerId="ADAL" clId="{2B8D9CB8-99B7-42A4-993E-F00322DD5657}" dt="2026-09-15T20:35:09.300" v="628" actId="478"/>
          <ac:spMkLst>
            <pc:docMk/>
            <pc:sldMk cId="331131355" sldId="752"/>
            <ac:spMk id="49" creationId="{8D4BB787-6E72-95B9-9DFB-CC6660DF2B88}"/>
          </ac:spMkLst>
        </pc:spChg>
        <pc:spChg chg="add del mod ord">
          <ac:chgData name="Nishiyama, Kazuki 1" userId="c57e64d9-7695-4079-b9fa-694d9782bf04" providerId="ADAL" clId="{2B8D9CB8-99B7-42A4-993E-F00322DD5657}" dt="2026-09-16T02:48:06.298" v="6362" actId="242"/>
          <ac:spMkLst>
            <pc:docMk/>
            <pc:sldMk cId="331131355" sldId="752"/>
            <ac:spMk id="51" creationId="{9FA82917-D6A1-4BE4-7AE4-9E028C992FD9}"/>
          </ac:spMkLst>
        </pc:spChg>
        <pc:grpChg chg="add del mod">
          <ac:chgData name="Nishiyama, Kazuki 1" userId="c57e64d9-7695-4079-b9fa-694d9782bf04" providerId="ADAL" clId="{2B8D9CB8-99B7-42A4-993E-F00322DD5657}" dt="2026-09-15T22:35:13.138" v="1271" actId="165"/>
          <ac:grpSpMkLst>
            <pc:docMk/>
            <pc:sldMk cId="331131355" sldId="752"/>
            <ac:grpSpMk id="2" creationId="{99EE6C37-A548-73EC-D9DA-900D2C420694}"/>
          </ac:grpSpMkLst>
        </pc:grpChg>
        <pc:graphicFrameChg chg="mod">
          <ac:chgData name="Nishiyama, Kazuki 1" userId="c57e64d9-7695-4079-b9fa-694d9782bf04" providerId="ADAL" clId="{2B8D9CB8-99B7-42A4-993E-F00322DD5657}" dt="2026-09-15T22:36:12.150" v="1521"/>
          <ac:graphicFrameMkLst>
            <pc:docMk/>
            <pc:sldMk cId="331131355" sldId="752"/>
            <ac:graphicFrameMk id="54" creationId="{0AAA9E8B-E714-739A-8C98-18454443DB1A}"/>
          </ac:graphicFrameMkLst>
        </pc:graphicFrameChg>
        <pc:graphicFrameChg chg="mod ord modGraphic">
          <ac:chgData name="Nishiyama, Kazuki 1" userId="c57e64d9-7695-4079-b9fa-694d9782bf04" providerId="ADAL" clId="{2B8D9CB8-99B7-42A4-993E-F00322DD5657}" dt="2026-09-15T22:36:12.150" v="1491"/>
          <ac:graphicFrameMkLst>
            <pc:docMk/>
            <pc:sldMk cId="331131355" sldId="752"/>
            <ac:graphicFrameMk id="63" creationId="{00EFB078-ABAB-2FA0-927E-FCC9194962A3}"/>
          </ac:graphicFrameMkLst>
        </pc:graphicFrameChg>
        <pc:picChg chg="mod ord">
          <ac:chgData name="Nishiyama, Kazuki 1" userId="c57e64d9-7695-4079-b9fa-694d9782bf04" providerId="ADAL" clId="{2B8D9CB8-99B7-42A4-993E-F00322DD5657}" dt="2026-09-15T22:36:12.134" v="1479"/>
          <ac:picMkLst>
            <pc:docMk/>
            <pc:sldMk cId="331131355" sldId="752"/>
            <ac:picMk id="3" creationId="{992FE8F2-A09C-F6CE-6330-3E3C8116C7F9}"/>
          </ac:picMkLst>
        </pc:picChg>
        <pc:picChg chg="mod ord">
          <ac:chgData name="Nishiyama, Kazuki 1" userId="c57e64d9-7695-4079-b9fa-694d9782bf04" providerId="ADAL" clId="{2B8D9CB8-99B7-42A4-993E-F00322DD5657}" dt="2026-09-15T22:36:12.134" v="1483"/>
          <ac:picMkLst>
            <pc:docMk/>
            <pc:sldMk cId="331131355" sldId="752"/>
            <ac:picMk id="29" creationId="{7136F48E-178E-37B0-5B05-4BC65FF47C6E}"/>
          </ac:picMkLst>
        </pc:picChg>
        <pc:picChg chg="mod ord">
          <ac:chgData name="Nishiyama, Kazuki 1" userId="c57e64d9-7695-4079-b9fa-694d9782bf04" providerId="ADAL" clId="{2B8D9CB8-99B7-42A4-993E-F00322DD5657}" dt="2026-09-15T22:36:12.150" v="1515"/>
          <ac:picMkLst>
            <pc:docMk/>
            <pc:sldMk cId="331131355" sldId="752"/>
            <ac:picMk id="41" creationId="{E46652D3-C966-A262-C45B-81C4641DD84B}"/>
          </ac:picMkLst>
        </pc:picChg>
        <pc:picChg chg="mod ord topLvl">
          <ac:chgData name="Nishiyama, Kazuki 1" userId="c57e64d9-7695-4079-b9fa-694d9782bf04" providerId="ADAL" clId="{2B8D9CB8-99B7-42A4-993E-F00322DD5657}" dt="2026-09-15T22:36:12.150" v="1493"/>
          <ac:picMkLst>
            <pc:docMk/>
            <pc:sldMk cId="331131355" sldId="752"/>
            <ac:picMk id="48" creationId="{367F0DAE-BA82-D8BA-423E-9D27C480F169}"/>
          </ac:picMkLst>
        </pc:picChg>
        <pc:cxnChg chg="mod ord">
          <ac:chgData name="Nishiyama, Kazuki 1" userId="c57e64d9-7695-4079-b9fa-694d9782bf04" providerId="ADAL" clId="{2B8D9CB8-99B7-42A4-993E-F00322DD5657}" dt="2026-09-15T22:36:12.150" v="1511"/>
          <ac:cxnSpMkLst>
            <pc:docMk/>
            <pc:sldMk cId="331131355" sldId="752"/>
            <ac:cxnSpMk id="39" creationId="{D074431F-7F50-94DC-8CE8-7A2FD9DB9AB0}"/>
          </ac:cxnSpMkLst>
        </pc:cxnChg>
        <pc:cxnChg chg="mod ord">
          <ac:chgData name="Nishiyama, Kazuki 1" userId="c57e64d9-7695-4079-b9fa-694d9782bf04" providerId="ADAL" clId="{2B8D9CB8-99B7-42A4-993E-F00322DD5657}" dt="2026-09-15T22:36:12.150" v="1487"/>
          <ac:cxnSpMkLst>
            <pc:docMk/>
            <pc:sldMk cId="331131355" sldId="752"/>
            <ac:cxnSpMk id="42" creationId="{A3982445-7D59-0EB7-5C51-83CBD5D4F0D1}"/>
          </ac:cxnSpMkLst>
        </pc:cxnChg>
        <pc:cxnChg chg="mod ord">
          <ac:chgData name="Nishiyama, Kazuki 1" userId="c57e64d9-7695-4079-b9fa-694d9782bf04" providerId="ADAL" clId="{2B8D9CB8-99B7-42A4-993E-F00322DD5657}" dt="2026-09-15T22:36:12.150" v="1489"/>
          <ac:cxnSpMkLst>
            <pc:docMk/>
            <pc:sldMk cId="331131355" sldId="752"/>
            <ac:cxnSpMk id="43" creationId="{ED0C1C24-8013-ECC0-C7F6-05788795FCCF}"/>
          </ac:cxnSpMkLst>
        </pc:cxnChg>
      </pc:sldChg>
      <pc:sldChg chg="addSp delSp modSp mod">
        <pc:chgData name="Nishiyama, Kazuki 1" userId="c57e64d9-7695-4079-b9fa-694d9782bf04" providerId="ADAL" clId="{2B8D9CB8-99B7-42A4-993E-F00322DD5657}" dt="2026-09-16T02:48:11.799" v="6363" actId="242"/>
        <pc:sldMkLst>
          <pc:docMk/>
          <pc:sldMk cId="673865330" sldId="753"/>
        </pc:sldMkLst>
        <pc:spChg chg="add mod">
          <ac:chgData name="Nishiyama, Kazuki 1" userId="c57e64d9-7695-4079-b9fa-694d9782bf04" providerId="ADAL" clId="{2B8D9CB8-99B7-42A4-993E-F00322DD5657}" dt="2026-09-15T22:37:18.073" v="1536" actId="14100"/>
          <ac:spMkLst>
            <pc:docMk/>
            <pc:sldMk cId="673865330" sldId="753"/>
            <ac:spMk id="2" creationId="{0E52E061-E1E5-13B4-785D-D3F12E9A1EBC}"/>
          </ac:spMkLst>
        </pc:spChg>
        <pc:spChg chg="add mod ord">
          <ac:chgData name="Nishiyama, Kazuki 1" userId="c57e64d9-7695-4079-b9fa-694d9782bf04" providerId="ADAL" clId="{2B8D9CB8-99B7-42A4-993E-F00322DD5657}" dt="2026-09-15T22:36:28.384" v="1524" actId="1035"/>
          <ac:spMkLst>
            <pc:docMk/>
            <pc:sldMk cId="673865330" sldId="753"/>
            <ac:spMk id="4" creationId="{60478CDF-9A08-420A-D3CC-43A384AB16F7}"/>
          </ac:spMkLst>
        </pc:spChg>
        <pc:spChg chg="add mod ord">
          <ac:chgData name="Nishiyama, Kazuki 1" userId="c57e64d9-7695-4079-b9fa-694d9782bf04" providerId="ADAL" clId="{2B8D9CB8-99B7-42A4-993E-F00322DD5657}" dt="2026-09-15T22:37:52.593" v="1538" actId="1035"/>
          <ac:spMkLst>
            <pc:docMk/>
            <pc:sldMk cId="673865330" sldId="753"/>
            <ac:spMk id="8" creationId="{EDABCB81-92A8-D79A-BE9C-46E52C64804C}"/>
          </ac:spMkLst>
        </pc:spChg>
        <pc:spChg chg="add mod ord">
          <ac:chgData name="Nishiyama, Kazuki 1" userId="c57e64d9-7695-4079-b9fa-694d9782bf04" providerId="ADAL" clId="{2B8D9CB8-99B7-42A4-993E-F00322DD5657}" dt="2026-09-15T20:48:11.154" v="1082"/>
          <ac:spMkLst>
            <pc:docMk/>
            <pc:sldMk cId="673865330" sldId="753"/>
            <ac:spMk id="9" creationId="{0BE345B3-62FD-294E-0A18-77F920E11252}"/>
          </ac:spMkLst>
        </pc:spChg>
        <pc:spChg chg="del">
          <ac:chgData name="Nishiyama, Kazuki 1" userId="c57e64d9-7695-4079-b9fa-694d9782bf04" providerId="ADAL" clId="{2B8D9CB8-99B7-42A4-993E-F00322DD5657}" dt="2026-09-15T20:36:38.031" v="726" actId="478"/>
          <ac:spMkLst>
            <pc:docMk/>
            <pc:sldMk cId="673865330" sldId="753"/>
            <ac:spMk id="12" creationId="{70EA3C05-8296-585B-5797-040CF7ED091D}"/>
          </ac:spMkLst>
        </pc:spChg>
        <pc:spChg chg="mod ord">
          <ac:chgData name="Nishiyama, Kazuki 1" userId="c57e64d9-7695-4079-b9fa-694d9782bf04" providerId="ADAL" clId="{2B8D9CB8-99B7-42A4-993E-F00322DD5657}" dt="2026-09-16T01:43:53.892" v="5466" actId="20577"/>
          <ac:spMkLst>
            <pc:docMk/>
            <pc:sldMk cId="673865330" sldId="753"/>
            <ac:spMk id="13" creationId="{EF3F2D83-1014-44BE-9986-C87EF4128DE8}"/>
          </ac:spMkLst>
        </pc:spChg>
        <pc:spChg chg="mod ord">
          <ac:chgData name="Nishiyama, Kazuki 1" userId="c57e64d9-7695-4079-b9fa-694d9782bf04" providerId="ADAL" clId="{2B8D9CB8-99B7-42A4-993E-F00322DD5657}" dt="2026-09-15T20:47:12.145" v="996"/>
          <ac:spMkLst>
            <pc:docMk/>
            <pc:sldMk cId="673865330" sldId="753"/>
            <ac:spMk id="15" creationId="{985FE91C-2CC3-2BE7-4453-61919CF03154}"/>
          </ac:spMkLst>
        </pc:spChg>
        <pc:spChg chg="mod ord topLvl">
          <ac:chgData name="Nishiyama, Kazuki 1" userId="c57e64d9-7695-4079-b9fa-694d9782bf04" providerId="ADAL" clId="{2B8D9CB8-99B7-42A4-993E-F00322DD5657}" dt="2026-09-15T20:47:21.155" v="1040" actId="1036"/>
          <ac:spMkLst>
            <pc:docMk/>
            <pc:sldMk cId="673865330" sldId="753"/>
            <ac:spMk id="16" creationId="{45C3B56E-86B4-E2BD-E942-58DB4E96F2FD}"/>
          </ac:spMkLst>
        </pc:spChg>
        <pc:spChg chg="mod ord">
          <ac:chgData name="Nishiyama, Kazuki 1" userId="c57e64d9-7695-4079-b9fa-694d9782bf04" providerId="ADAL" clId="{2B8D9CB8-99B7-42A4-993E-F00322DD5657}" dt="2026-09-15T20:47:12.146" v="998"/>
          <ac:spMkLst>
            <pc:docMk/>
            <pc:sldMk cId="673865330" sldId="753"/>
            <ac:spMk id="17" creationId="{8CD02740-51F8-F8AB-1230-49E84FF87B71}"/>
          </ac:spMkLst>
        </pc:spChg>
        <pc:spChg chg="mod ord">
          <ac:chgData name="Nishiyama, Kazuki 1" userId="c57e64d9-7695-4079-b9fa-694d9782bf04" providerId="ADAL" clId="{2B8D9CB8-99B7-42A4-993E-F00322DD5657}" dt="2026-09-15T20:47:12.144" v="990"/>
          <ac:spMkLst>
            <pc:docMk/>
            <pc:sldMk cId="673865330" sldId="753"/>
            <ac:spMk id="18" creationId="{A433981A-81FE-3BF6-3F35-33DA9E8A0498}"/>
          </ac:spMkLst>
        </pc:spChg>
        <pc:spChg chg="mod ord">
          <ac:chgData name="Nishiyama, Kazuki 1" userId="c57e64d9-7695-4079-b9fa-694d9782bf04" providerId="ADAL" clId="{2B8D9CB8-99B7-42A4-993E-F00322DD5657}" dt="2026-09-16T02:48:11.799" v="6363" actId="242"/>
          <ac:spMkLst>
            <pc:docMk/>
            <pc:sldMk cId="673865330" sldId="753"/>
            <ac:spMk id="20" creationId="{5409546B-735A-17B9-BA9B-0F67C5EFBF44}"/>
          </ac:spMkLst>
        </pc:spChg>
        <pc:spChg chg="add mod">
          <ac:chgData name="Nishiyama, Kazuki 1" userId="c57e64d9-7695-4079-b9fa-694d9782bf04" providerId="ADAL" clId="{2B8D9CB8-99B7-42A4-993E-F00322DD5657}" dt="2026-09-15T22:37:02.333" v="1532" actId="14100"/>
          <ac:spMkLst>
            <pc:docMk/>
            <pc:sldMk cId="673865330" sldId="753"/>
            <ac:spMk id="21" creationId="{DC222860-C326-B0A4-DC28-487B30A3904E}"/>
          </ac:spMkLst>
        </pc:spChg>
        <pc:spChg chg="mod ord topLvl">
          <ac:chgData name="Nishiyama, Kazuki 1" userId="c57e64d9-7695-4079-b9fa-694d9782bf04" providerId="ADAL" clId="{2B8D9CB8-99B7-42A4-993E-F00322DD5657}" dt="2026-09-15T20:47:12.148" v="1012"/>
          <ac:spMkLst>
            <pc:docMk/>
            <pc:sldMk cId="673865330" sldId="753"/>
            <ac:spMk id="24" creationId="{7C1CFAB4-1515-1BF6-6DB7-6A104A684827}"/>
          </ac:spMkLst>
        </pc:spChg>
        <pc:spChg chg="mod ord">
          <ac:chgData name="Nishiyama, Kazuki 1" userId="c57e64d9-7695-4079-b9fa-694d9782bf04" providerId="ADAL" clId="{2B8D9CB8-99B7-42A4-993E-F00322DD5657}" dt="2026-09-15T20:47:12.145" v="992"/>
          <ac:spMkLst>
            <pc:docMk/>
            <pc:sldMk cId="673865330" sldId="753"/>
            <ac:spMk id="27" creationId="{93054097-E595-47FC-91B5-085913AF1E65}"/>
          </ac:spMkLst>
        </pc:spChg>
        <pc:spChg chg="del mod topLvl">
          <ac:chgData name="Nishiyama, Kazuki 1" userId="c57e64d9-7695-4079-b9fa-694d9782bf04" providerId="ADAL" clId="{2B8D9CB8-99B7-42A4-993E-F00322DD5657}" dt="2026-09-15T20:43:00.239" v="844" actId="478"/>
          <ac:spMkLst>
            <pc:docMk/>
            <pc:sldMk cId="673865330" sldId="753"/>
            <ac:spMk id="32" creationId="{E1BCAD84-ADAA-75B3-A345-F1212A8CAEE2}"/>
          </ac:spMkLst>
        </pc:spChg>
        <pc:spChg chg="mod ord topLvl">
          <ac:chgData name="Nishiyama, Kazuki 1" userId="c57e64d9-7695-4079-b9fa-694d9782bf04" providerId="ADAL" clId="{2B8D9CB8-99B7-42A4-993E-F00322DD5657}" dt="2026-09-15T20:47:12.148" v="1014"/>
          <ac:spMkLst>
            <pc:docMk/>
            <pc:sldMk cId="673865330" sldId="753"/>
            <ac:spMk id="34" creationId="{A63EBB6A-778B-76A2-D164-393D84B9A221}"/>
          </ac:spMkLst>
        </pc:spChg>
        <pc:spChg chg="mod ord">
          <ac:chgData name="Nishiyama, Kazuki 1" userId="c57e64d9-7695-4079-b9fa-694d9782bf04" providerId="ADAL" clId="{2B8D9CB8-99B7-42A4-993E-F00322DD5657}" dt="2026-09-15T23:01:43.232" v="3164" actId="1076"/>
          <ac:spMkLst>
            <pc:docMk/>
            <pc:sldMk cId="673865330" sldId="753"/>
            <ac:spMk id="36" creationId="{234F152B-020A-3775-6B1F-FB7EE3B5CDA6}"/>
          </ac:spMkLst>
        </pc:spChg>
        <pc:spChg chg="mod ord topLvl">
          <ac:chgData name="Nishiyama, Kazuki 1" userId="c57e64d9-7695-4079-b9fa-694d9782bf04" providerId="ADAL" clId="{2B8D9CB8-99B7-42A4-993E-F00322DD5657}" dt="2026-09-15T20:47:12.148" v="1016"/>
          <ac:spMkLst>
            <pc:docMk/>
            <pc:sldMk cId="673865330" sldId="753"/>
            <ac:spMk id="37" creationId="{609E6B4D-E8C5-9983-174E-13A2417B6353}"/>
          </ac:spMkLst>
        </pc:spChg>
        <pc:spChg chg="del mod topLvl">
          <ac:chgData name="Nishiyama, Kazuki 1" userId="c57e64d9-7695-4079-b9fa-694d9782bf04" providerId="ADAL" clId="{2B8D9CB8-99B7-42A4-993E-F00322DD5657}" dt="2026-09-15T20:44:46.549" v="944" actId="478"/>
          <ac:spMkLst>
            <pc:docMk/>
            <pc:sldMk cId="673865330" sldId="753"/>
            <ac:spMk id="38" creationId="{9C00766D-B1DF-3B99-4210-632B1ED78661}"/>
          </ac:spMkLst>
        </pc:spChg>
        <pc:grpChg chg="add del mod">
          <ac:chgData name="Nishiyama, Kazuki 1" userId="c57e64d9-7695-4079-b9fa-694d9782bf04" providerId="ADAL" clId="{2B8D9CB8-99B7-42A4-993E-F00322DD5657}" dt="2026-09-15T20:42:57.581" v="843" actId="165"/>
          <ac:grpSpMkLst>
            <pc:docMk/>
            <pc:sldMk cId="673865330" sldId="753"/>
            <ac:grpSpMk id="2" creationId="{AD2BCA08-3D7A-1231-E89A-B1C9E24A6C35}"/>
          </ac:grpSpMkLst>
        </pc:grpChg>
        <pc:graphicFrameChg chg="mod">
          <ac:chgData name="Nishiyama, Kazuki 1" userId="c57e64d9-7695-4079-b9fa-694d9782bf04" providerId="ADAL" clId="{2B8D9CB8-99B7-42A4-993E-F00322DD5657}" dt="2026-09-15T20:47:12.150" v="1026"/>
          <ac:graphicFrameMkLst>
            <pc:docMk/>
            <pc:sldMk cId="673865330" sldId="753"/>
            <ac:graphicFrameMk id="54" creationId="{0E915712-BEBA-02CF-5AC8-107155120171}"/>
          </ac:graphicFrameMkLst>
        </pc:graphicFrameChg>
        <pc:picChg chg="mod ord topLvl">
          <ac:chgData name="Nishiyama, Kazuki 1" userId="c57e64d9-7695-4079-b9fa-694d9782bf04" providerId="ADAL" clId="{2B8D9CB8-99B7-42A4-993E-F00322DD5657}" dt="2026-09-15T20:47:12.147" v="1004"/>
          <ac:picMkLst>
            <pc:docMk/>
            <pc:sldMk cId="673865330" sldId="753"/>
            <ac:picMk id="5" creationId="{9BC52C74-D256-6FD6-DD70-88A9C580D687}"/>
          </ac:picMkLst>
        </pc:picChg>
        <pc:picChg chg="mod ord topLvl">
          <ac:chgData name="Nishiyama, Kazuki 1" userId="c57e64d9-7695-4079-b9fa-694d9782bf04" providerId="ADAL" clId="{2B8D9CB8-99B7-42A4-993E-F00322DD5657}" dt="2026-09-15T20:48:24.843" v="1085" actId="1076"/>
          <ac:picMkLst>
            <pc:docMk/>
            <pc:sldMk cId="673865330" sldId="753"/>
            <ac:picMk id="10" creationId="{3573C3B0-72A2-8D32-BAC6-1C12EA57DB98}"/>
          </ac:picMkLst>
        </pc:picChg>
        <pc:picChg chg="add del mod modCrop">
          <ac:chgData name="Nishiyama, Kazuki 1" userId="c57e64d9-7695-4079-b9fa-694d9782bf04" providerId="ADAL" clId="{2B8D9CB8-99B7-42A4-993E-F00322DD5657}" dt="2026-09-15T20:46:16.047" v="967" actId="478"/>
          <ac:picMkLst>
            <pc:docMk/>
            <pc:sldMk cId="673865330" sldId="753"/>
            <ac:picMk id="11" creationId="{D5F645BD-9089-C15E-4960-A5528B4E539D}"/>
          </ac:picMkLst>
        </pc:picChg>
        <pc:picChg chg="add mod ord">
          <ac:chgData name="Nishiyama, Kazuki 1" userId="c57e64d9-7695-4079-b9fa-694d9782bf04" providerId="ADAL" clId="{2B8D9CB8-99B7-42A4-993E-F00322DD5657}" dt="2026-09-15T20:47:21.155" v="1040" actId="1036"/>
          <ac:picMkLst>
            <pc:docMk/>
            <pc:sldMk cId="673865330" sldId="753"/>
            <ac:picMk id="19" creationId="{8A1BA080-CB30-CF65-A9CB-4E4EEB72142B}"/>
          </ac:picMkLst>
        </pc:picChg>
        <pc:picChg chg="mod ord topLvl">
          <ac:chgData name="Nishiyama, Kazuki 1" userId="c57e64d9-7695-4079-b9fa-694d9782bf04" providerId="ADAL" clId="{2B8D9CB8-99B7-42A4-993E-F00322DD5657}" dt="2026-09-15T20:47:12.147" v="1010"/>
          <ac:picMkLst>
            <pc:docMk/>
            <pc:sldMk cId="673865330" sldId="753"/>
            <ac:picMk id="23" creationId="{762C0549-F4A2-D9DC-87F0-0A8DFB9FD10D}"/>
          </ac:picMkLst>
        </pc:picChg>
        <pc:cxnChg chg="mod ord">
          <ac:chgData name="Nishiyama, Kazuki 1" userId="c57e64d9-7695-4079-b9fa-694d9782bf04" providerId="ADAL" clId="{2B8D9CB8-99B7-42A4-993E-F00322DD5657}" dt="2026-09-15T23:01:43.232" v="3164" actId="1076"/>
          <ac:cxnSpMkLst>
            <pc:docMk/>
            <pc:sldMk cId="673865330" sldId="753"/>
            <ac:cxnSpMk id="50" creationId="{A8472CB7-7DBF-6018-C6F1-76214C7182B1}"/>
          </ac:cxnSpMkLst>
        </pc:cxnChg>
      </pc:sldChg>
      <pc:sldChg chg="addSp delSp modSp mod">
        <pc:chgData name="Nishiyama, Kazuki 1" userId="c57e64d9-7695-4079-b9fa-694d9782bf04" providerId="ADAL" clId="{2B8D9CB8-99B7-42A4-993E-F00322DD5657}" dt="2026-09-16T02:48:15.809" v="6364" actId="242"/>
        <pc:sldMkLst>
          <pc:docMk/>
          <pc:sldMk cId="856688751" sldId="754"/>
        </pc:sldMkLst>
        <pc:spChg chg="add mod ord">
          <ac:chgData name="Nishiyama, Kazuki 1" userId="c57e64d9-7695-4079-b9fa-694d9782bf04" providerId="ADAL" clId="{2B8D9CB8-99B7-42A4-993E-F00322DD5657}" dt="2026-09-15T22:38:19.542" v="1589"/>
          <ac:spMkLst>
            <pc:docMk/>
            <pc:sldMk cId="856688751" sldId="754"/>
            <ac:spMk id="2" creationId="{FBA93B30-F7C9-9FD9-263E-CEE09B15DA06}"/>
          </ac:spMkLst>
        </pc:spChg>
        <pc:spChg chg="mod ord">
          <ac:chgData name="Nishiyama, Kazuki 1" userId="c57e64d9-7695-4079-b9fa-694d9782bf04" providerId="ADAL" clId="{2B8D9CB8-99B7-42A4-993E-F00322DD5657}" dt="2026-09-15T22:38:19.536" v="1555"/>
          <ac:spMkLst>
            <pc:docMk/>
            <pc:sldMk cId="856688751" sldId="754"/>
            <ac:spMk id="4" creationId="{89E39BFD-C4D6-C25E-B72E-6FC6BC231057}"/>
          </ac:spMkLst>
        </pc:spChg>
        <pc:spChg chg="add mod ord">
          <ac:chgData name="Nishiyama, Kazuki 1" userId="c57e64d9-7695-4079-b9fa-694d9782bf04" providerId="ADAL" clId="{2B8D9CB8-99B7-42A4-993E-F00322DD5657}" dt="2026-09-15T22:38:19.542" v="1591"/>
          <ac:spMkLst>
            <pc:docMk/>
            <pc:sldMk cId="856688751" sldId="754"/>
            <ac:spMk id="5" creationId="{E9FF2728-0DCA-5F89-F0C6-1488B0E27DFA}"/>
          </ac:spMkLst>
        </pc:spChg>
        <pc:spChg chg="add mod ord">
          <ac:chgData name="Nishiyama, Kazuki 1" userId="c57e64d9-7695-4079-b9fa-694d9782bf04" providerId="ADAL" clId="{2B8D9CB8-99B7-42A4-993E-F00322DD5657}" dt="2026-09-15T22:38:19.540" v="1581"/>
          <ac:spMkLst>
            <pc:docMk/>
            <pc:sldMk cId="856688751" sldId="754"/>
            <ac:spMk id="6" creationId="{CE7E6AF1-9C19-99AC-FE71-BAEAF145E3A9}"/>
          </ac:spMkLst>
        </pc:spChg>
        <pc:spChg chg="add mod ord">
          <ac:chgData name="Nishiyama, Kazuki 1" userId="c57e64d9-7695-4079-b9fa-694d9782bf04" providerId="ADAL" clId="{2B8D9CB8-99B7-42A4-993E-F00322DD5657}" dt="2026-09-15T22:38:19.540" v="1583"/>
          <ac:spMkLst>
            <pc:docMk/>
            <pc:sldMk cId="856688751" sldId="754"/>
            <ac:spMk id="8" creationId="{03541828-AB5F-023A-18DF-E1E836924B0B}"/>
          </ac:spMkLst>
        </pc:spChg>
        <pc:spChg chg="mod ord">
          <ac:chgData name="Nishiyama, Kazuki 1" userId="c57e64d9-7695-4079-b9fa-694d9782bf04" providerId="ADAL" clId="{2B8D9CB8-99B7-42A4-993E-F00322DD5657}" dt="2026-09-15T22:38:19.536" v="1547"/>
          <ac:spMkLst>
            <pc:docMk/>
            <pc:sldMk cId="856688751" sldId="754"/>
            <ac:spMk id="9" creationId="{191346B8-C9F5-C28B-FFFF-B0CD9C6D7C56}"/>
          </ac:spMkLst>
        </pc:spChg>
        <pc:spChg chg="del">
          <ac:chgData name="Nishiyama, Kazuki 1" userId="c57e64d9-7695-4079-b9fa-694d9782bf04" providerId="ADAL" clId="{2B8D9CB8-99B7-42A4-993E-F00322DD5657}" dt="2026-09-15T20:41:10.658" v="787" actId="478"/>
          <ac:spMkLst>
            <pc:docMk/>
            <pc:sldMk cId="856688751" sldId="754"/>
            <ac:spMk id="11" creationId="{9B208E68-5354-0993-6DDE-5DAB9322BA90}"/>
          </ac:spMkLst>
        </pc:spChg>
        <pc:spChg chg="del">
          <ac:chgData name="Nishiyama, Kazuki 1" userId="c57e64d9-7695-4079-b9fa-694d9782bf04" providerId="ADAL" clId="{2B8D9CB8-99B7-42A4-993E-F00322DD5657}" dt="2026-09-15T20:36:52.235" v="727" actId="478"/>
          <ac:spMkLst>
            <pc:docMk/>
            <pc:sldMk cId="856688751" sldId="754"/>
            <ac:spMk id="12" creationId="{E5E3AB9D-7BDB-374E-F076-77779E58DB58}"/>
          </ac:spMkLst>
        </pc:spChg>
        <pc:spChg chg="add del mod ord">
          <ac:chgData name="Nishiyama, Kazuki 1" userId="c57e64d9-7695-4079-b9fa-694d9782bf04" providerId="ADAL" clId="{2B8D9CB8-99B7-42A4-993E-F00322DD5657}" dt="2026-09-16T01:46:45.547" v="5664" actId="20577"/>
          <ac:spMkLst>
            <pc:docMk/>
            <pc:sldMk cId="856688751" sldId="754"/>
            <ac:spMk id="13" creationId="{039DC7A2-8B3C-AC74-1A95-FF43D1DD9011}"/>
          </ac:spMkLst>
        </pc:spChg>
        <pc:spChg chg="mod ord">
          <ac:chgData name="Nishiyama, Kazuki 1" userId="c57e64d9-7695-4079-b9fa-694d9782bf04" providerId="ADAL" clId="{2B8D9CB8-99B7-42A4-993E-F00322DD5657}" dt="2026-09-15T22:38:19.538" v="1561"/>
          <ac:spMkLst>
            <pc:docMk/>
            <pc:sldMk cId="856688751" sldId="754"/>
            <ac:spMk id="14" creationId="{A9A5099F-D89F-4563-9B28-35BB0DF6F318}"/>
          </ac:spMkLst>
        </pc:spChg>
        <pc:spChg chg="mod ord">
          <ac:chgData name="Nishiyama, Kazuki 1" userId="c57e64d9-7695-4079-b9fa-694d9782bf04" providerId="ADAL" clId="{2B8D9CB8-99B7-42A4-993E-F00322DD5657}" dt="2026-09-15T22:38:19.536" v="1553"/>
          <ac:spMkLst>
            <pc:docMk/>
            <pc:sldMk cId="856688751" sldId="754"/>
            <ac:spMk id="15" creationId="{5351FF8C-0666-9DB3-A2B0-CD6CC2DC800E}"/>
          </ac:spMkLst>
        </pc:spChg>
        <pc:spChg chg="mod ord">
          <ac:chgData name="Nishiyama, Kazuki 1" userId="c57e64d9-7695-4079-b9fa-694d9782bf04" providerId="ADAL" clId="{2B8D9CB8-99B7-42A4-993E-F00322DD5657}" dt="2026-09-15T22:38:19.538" v="1557"/>
          <ac:spMkLst>
            <pc:docMk/>
            <pc:sldMk cId="856688751" sldId="754"/>
            <ac:spMk id="17" creationId="{85DF17E3-75DA-7293-03FA-E6247E412E9A}"/>
          </ac:spMkLst>
        </pc:spChg>
        <pc:spChg chg="mod ord">
          <ac:chgData name="Nishiyama, Kazuki 1" userId="c57e64d9-7695-4079-b9fa-694d9782bf04" providerId="ADAL" clId="{2B8D9CB8-99B7-42A4-993E-F00322DD5657}" dt="2026-09-15T22:38:19.534" v="1545"/>
          <ac:spMkLst>
            <pc:docMk/>
            <pc:sldMk cId="856688751" sldId="754"/>
            <ac:spMk id="18" creationId="{51384771-762B-865C-1242-8BE1F42ECF16}"/>
          </ac:spMkLst>
        </pc:spChg>
        <pc:spChg chg="add mod ord">
          <ac:chgData name="Nishiyama, Kazuki 1" userId="c57e64d9-7695-4079-b9fa-694d9782bf04" providerId="ADAL" clId="{2B8D9CB8-99B7-42A4-993E-F00322DD5657}" dt="2026-09-16T01:46:51.548" v="5681" actId="1036"/>
          <ac:spMkLst>
            <pc:docMk/>
            <pc:sldMk cId="856688751" sldId="754"/>
            <ac:spMk id="19" creationId="{AA85AF04-D610-2142-ECF4-C9FE92D23162}"/>
          </ac:spMkLst>
        </pc:spChg>
        <pc:spChg chg="mod ord topLvl">
          <ac:chgData name="Nishiyama, Kazuki 1" userId="c57e64d9-7695-4079-b9fa-694d9782bf04" providerId="ADAL" clId="{2B8D9CB8-99B7-42A4-993E-F00322DD5657}" dt="2026-09-15T22:38:19.540" v="1573"/>
          <ac:spMkLst>
            <pc:docMk/>
            <pc:sldMk cId="856688751" sldId="754"/>
            <ac:spMk id="20" creationId="{7663584D-A370-3C5B-6AB0-E19498C50F52}"/>
          </ac:spMkLst>
        </pc:spChg>
        <pc:spChg chg="del">
          <ac:chgData name="Nishiyama, Kazuki 1" userId="c57e64d9-7695-4079-b9fa-694d9782bf04" providerId="ADAL" clId="{2B8D9CB8-99B7-42A4-993E-F00322DD5657}" dt="2026-09-15T20:36:52.235" v="727" actId="478"/>
          <ac:spMkLst>
            <pc:docMk/>
            <pc:sldMk cId="856688751" sldId="754"/>
            <ac:spMk id="21" creationId="{AB4A3D46-4C48-F427-6A93-D2C0A391024A}"/>
          </ac:spMkLst>
        </pc:spChg>
        <pc:spChg chg="add mod ord">
          <ac:chgData name="Nishiyama, Kazuki 1" userId="c57e64d9-7695-4079-b9fa-694d9782bf04" providerId="ADAL" clId="{2B8D9CB8-99B7-42A4-993E-F00322DD5657}" dt="2026-09-15T22:38:19.540" v="1587"/>
          <ac:spMkLst>
            <pc:docMk/>
            <pc:sldMk cId="856688751" sldId="754"/>
            <ac:spMk id="22" creationId="{68DBE32A-7BF1-F698-3C56-A0ABA8BC9CBB}"/>
          </ac:spMkLst>
        </pc:spChg>
        <pc:spChg chg="del mod topLvl">
          <ac:chgData name="Nishiyama, Kazuki 1" userId="c57e64d9-7695-4079-b9fa-694d9782bf04" providerId="ADAL" clId="{2B8D9CB8-99B7-42A4-993E-F00322DD5657}" dt="2026-09-15T20:41:10.658" v="787" actId="478"/>
          <ac:spMkLst>
            <pc:docMk/>
            <pc:sldMk cId="856688751" sldId="754"/>
            <ac:spMk id="23" creationId="{B79ABCD8-F905-6CD6-614D-3762DADAC0B7}"/>
          </ac:spMkLst>
        </pc:spChg>
        <pc:spChg chg="del">
          <ac:chgData name="Nishiyama, Kazuki 1" userId="c57e64d9-7695-4079-b9fa-694d9782bf04" providerId="ADAL" clId="{2B8D9CB8-99B7-42A4-993E-F00322DD5657}" dt="2026-09-15T20:36:52.235" v="727" actId="478"/>
          <ac:spMkLst>
            <pc:docMk/>
            <pc:sldMk cId="856688751" sldId="754"/>
            <ac:spMk id="25" creationId="{6852404B-4E27-3855-437D-C374C5362AC0}"/>
          </ac:spMkLst>
        </pc:spChg>
        <pc:spChg chg="del mod topLvl">
          <ac:chgData name="Nishiyama, Kazuki 1" userId="c57e64d9-7695-4079-b9fa-694d9782bf04" providerId="ADAL" clId="{2B8D9CB8-99B7-42A4-993E-F00322DD5657}" dt="2026-09-15T20:41:10.658" v="787" actId="478"/>
          <ac:spMkLst>
            <pc:docMk/>
            <pc:sldMk cId="856688751" sldId="754"/>
            <ac:spMk id="26" creationId="{3B8921B0-5D93-FBA8-0442-44678BEE4602}"/>
          </ac:spMkLst>
        </pc:spChg>
        <pc:spChg chg="mod ord">
          <ac:chgData name="Nishiyama, Kazuki 1" userId="c57e64d9-7695-4079-b9fa-694d9782bf04" providerId="ADAL" clId="{2B8D9CB8-99B7-42A4-993E-F00322DD5657}" dt="2026-09-15T22:38:19.536" v="1549"/>
          <ac:spMkLst>
            <pc:docMk/>
            <pc:sldMk cId="856688751" sldId="754"/>
            <ac:spMk id="27" creationId="{BC5A2080-C9E1-67BB-EE0D-BC43C5DE2994}"/>
          </ac:spMkLst>
        </pc:spChg>
        <pc:spChg chg="mod ord topLvl">
          <ac:chgData name="Nishiyama, Kazuki 1" userId="c57e64d9-7695-4079-b9fa-694d9782bf04" providerId="ADAL" clId="{2B8D9CB8-99B7-42A4-993E-F00322DD5657}" dt="2026-09-15T22:38:19.540" v="1575"/>
          <ac:spMkLst>
            <pc:docMk/>
            <pc:sldMk cId="856688751" sldId="754"/>
            <ac:spMk id="31" creationId="{3E34118C-38DF-F3F5-1A29-F287FA9D3C76}"/>
          </ac:spMkLst>
        </pc:spChg>
        <pc:spChg chg="mod ord">
          <ac:chgData name="Nishiyama, Kazuki 1" userId="c57e64d9-7695-4079-b9fa-694d9782bf04" providerId="ADAL" clId="{2B8D9CB8-99B7-42A4-993E-F00322DD5657}" dt="2026-09-15T22:38:19.538" v="1565"/>
          <ac:spMkLst>
            <pc:docMk/>
            <pc:sldMk cId="856688751" sldId="754"/>
            <ac:spMk id="33" creationId="{F1B25576-63F3-69F7-FBB8-7DCD8E9052EA}"/>
          </ac:spMkLst>
        </pc:spChg>
        <pc:spChg chg="mod ord">
          <ac:chgData name="Nishiyama, Kazuki 1" userId="c57e64d9-7695-4079-b9fa-694d9782bf04" providerId="ADAL" clId="{2B8D9CB8-99B7-42A4-993E-F00322DD5657}" dt="2026-09-16T02:48:15.809" v="6364" actId="242"/>
          <ac:spMkLst>
            <pc:docMk/>
            <pc:sldMk cId="856688751" sldId="754"/>
            <ac:spMk id="36" creationId="{CBCB0392-1769-E351-C56A-743B0C99E92A}"/>
          </ac:spMkLst>
        </pc:spChg>
        <pc:spChg chg="del mod ord">
          <ac:chgData name="Nishiyama, Kazuki 1" userId="c57e64d9-7695-4079-b9fa-694d9782bf04" providerId="ADAL" clId="{2B8D9CB8-99B7-42A4-993E-F00322DD5657}" dt="2026-09-15T23:10:20.347" v="3829" actId="478"/>
          <ac:spMkLst>
            <pc:docMk/>
            <pc:sldMk cId="856688751" sldId="754"/>
            <ac:spMk id="38" creationId="{64F8A0A2-4F1B-CDC7-5039-9E2B48753A54}"/>
          </ac:spMkLst>
        </pc:spChg>
        <pc:grpChg chg="add del mod">
          <ac:chgData name="Nishiyama, Kazuki 1" userId="c57e64d9-7695-4079-b9fa-694d9782bf04" providerId="ADAL" clId="{2B8D9CB8-99B7-42A4-993E-F00322DD5657}" dt="2026-09-15T20:41:06.394" v="786" actId="165"/>
          <ac:grpSpMkLst>
            <pc:docMk/>
            <pc:sldMk cId="856688751" sldId="754"/>
            <ac:grpSpMk id="2" creationId="{43F10EB8-3BE5-5E98-B8C1-E8A24130C96E}"/>
          </ac:grpSpMkLst>
        </pc:grpChg>
        <pc:graphicFrameChg chg="mod">
          <ac:chgData name="Nishiyama, Kazuki 1" userId="c57e64d9-7695-4079-b9fa-694d9782bf04" providerId="ADAL" clId="{2B8D9CB8-99B7-42A4-993E-F00322DD5657}" dt="2026-09-15T22:38:19.542" v="1593"/>
          <ac:graphicFrameMkLst>
            <pc:docMk/>
            <pc:sldMk cId="856688751" sldId="754"/>
            <ac:graphicFrameMk id="54" creationId="{A8182544-4BB9-88A9-D571-5712069CDDE6}"/>
          </ac:graphicFrameMkLst>
        </pc:graphicFrameChg>
        <pc:picChg chg="mod ord">
          <ac:chgData name="Nishiyama, Kazuki 1" userId="c57e64d9-7695-4079-b9fa-694d9782bf04" providerId="ADAL" clId="{2B8D9CB8-99B7-42A4-993E-F00322DD5657}" dt="2026-09-15T22:38:19.538" v="1559"/>
          <ac:picMkLst>
            <pc:docMk/>
            <pc:sldMk cId="856688751" sldId="754"/>
            <ac:picMk id="3" creationId="{94E63FAC-9C52-31A6-0BCE-8CF6D2D5BB4D}"/>
          </ac:picMkLst>
        </pc:picChg>
        <pc:picChg chg="mod ord topLvl">
          <ac:chgData name="Nishiyama, Kazuki 1" userId="c57e64d9-7695-4079-b9fa-694d9782bf04" providerId="ADAL" clId="{2B8D9CB8-99B7-42A4-993E-F00322DD5657}" dt="2026-09-15T22:38:19.538" v="1571"/>
          <ac:picMkLst>
            <pc:docMk/>
            <pc:sldMk cId="856688751" sldId="754"/>
            <ac:picMk id="10" creationId="{45F5DB33-CB0B-E411-1A8F-B966E030052C}"/>
          </ac:picMkLst>
        </pc:picChg>
        <pc:picChg chg="mod ord">
          <ac:chgData name="Nishiyama, Kazuki 1" userId="c57e64d9-7695-4079-b9fa-694d9782bf04" providerId="ADAL" clId="{2B8D9CB8-99B7-42A4-993E-F00322DD5657}" dt="2026-09-15T22:38:19.538" v="1563"/>
          <ac:picMkLst>
            <pc:docMk/>
            <pc:sldMk cId="856688751" sldId="754"/>
            <ac:picMk id="29" creationId="{70C1072E-5339-03D0-F6A6-38E5C0A9BD19}"/>
          </ac:picMkLst>
        </pc:picChg>
        <pc:cxnChg chg="mod ord">
          <ac:chgData name="Nishiyama, Kazuki 1" userId="c57e64d9-7695-4079-b9fa-694d9782bf04" providerId="ADAL" clId="{2B8D9CB8-99B7-42A4-993E-F00322DD5657}" dt="2026-09-15T22:38:19.538" v="1567"/>
          <ac:cxnSpMkLst>
            <pc:docMk/>
            <pc:sldMk cId="856688751" sldId="754"/>
            <ac:cxnSpMk id="42" creationId="{C46E3683-FC0A-CA55-62E4-D8BCF494B88F}"/>
          </ac:cxnSpMkLst>
        </pc:cxnChg>
        <pc:cxnChg chg="mod ord">
          <ac:chgData name="Nishiyama, Kazuki 1" userId="c57e64d9-7695-4079-b9fa-694d9782bf04" providerId="ADAL" clId="{2B8D9CB8-99B7-42A4-993E-F00322DD5657}" dt="2026-09-15T22:38:19.538" v="1569"/>
          <ac:cxnSpMkLst>
            <pc:docMk/>
            <pc:sldMk cId="856688751" sldId="754"/>
            <ac:cxnSpMk id="43" creationId="{96B54FFC-11B5-A9C7-DB6B-FACC876EC102}"/>
          </ac:cxnSpMkLst>
        </pc:cxnChg>
      </pc:sldChg>
      <pc:sldChg chg="addSp delSp modSp mod">
        <pc:chgData name="Nishiyama, Kazuki 1" userId="c57e64d9-7695-4079-b9fa-694d9782bf04" providerId="ADAL" clId="{2B8D9CB8-99B7-42A4-993E-F00322DD5657}" dt="2026-09-16T02:53:28.453" v="6552"/>
        <pc:sldMkLst>
          <pc:docMk/>
          <pc:sldMk cId="949645160" sldId="755"/>
        </pc:sldMkLst>
        <pc:spChg chg="add">
          <ac:chgData name="Nishiyama, Kazuki 1" userId="c57e64d9-7695-4079-b9fa-694d9782bf04" providerId="ADAL" clId="{2B8D9CB8-99B7-42A4-993E-F00322DD5657}" dt="2026-09-15T20:38:03.760" v="742" actId="22"/>
          <ac:spMkLst>
            <pc:docMk/>
            <pc:sldMk cId="949645160" sldId="755"/>
            <ac:spMk id="6" creationId="{27F8C86B-7174-A1A5-49FC-0B8200E4CFBD}"/>
          </ac:spMkLst>
        </pc:spChg>
        <pc:spChg chg="add mod">
          <ac:chgData name="Nishiyama, Kazuki 1" userId="c57e64d9-7695-4079-b9fa-694d9782bf04" providerId="ADAL" clId="{2B8D9CB8-99B7-42A4-993E-F00322DD5657}" dt="2026-09-15T20:41:51.910" v="828" actId="1035"/>
          <ac:spMkLst>
            <pc:docMk/>
            <pc:sldMk cId="949645160" sldId="755"/>
            <ac:spMk id="8" creationId="{A3168112-1AF3-F0D8-DC86-1598448A6B85}"/>
          </ac:spMkLst>
        </pc:spChg>
        <pc:spChg chg="mod">
          <ac:chgData name="Nishiyama, Kazuki 1" userId="c57e64d9-7695-4079-b9fa-694d9782bf04" providerId="ADAL" clId="{2B8D9CB8-99B7-42A4-993E-F00322DD5657}" dt="2026-09-15T20:38:02.623" v="741" actId="14100"/>
          <ac:spMkLst>
            <pc:docMk/>
            <pc:sldMk cId="949645160" sldId="755"/>
            <ac:spMk id="9" creationId="{F0EB15B3-282E-4A21-B0F6-91603044730C}"/>
          </ac:spMkLst>
        </pc:spChg>
        <pc:spChg chg="del">
          <ac:chgData name="Nishiyama, Kazuki 1" userId="c57e64d9-7695-4079-b9fa-694d9782bf04" providerId="ADAL" clId="{2B8D9CB8-99B7-42A4-993E-F00322DD5657}" dt="2026-09-15T20:39:59.298" v="775" actId="478"/>
          <ac:spMkLst>
            <pc:docMk/>
            <pc:sldMk cId="949645160" sldId="755"/>
            <ac:spMk id="11" creationId="{69A5B0A0-ACF3-8270-7CC4-B666EEA30F6B}"/>
          </ac:spMkLst>
        </pc:spChg>
        <pc:spChg chg="del">
          <ac:chgData name="Nishiyama, Kazuki 1" userId="c57e64d9-7695-4079-b9fa-694d9782bf04" providerId="ADAL" clId="{2B8D9CB8-99B7-42A4-993E-F00322DD5657}" dt="2026-09-15T20:37:33.173" v="739" actId="478"/>
          <ac:spMkLst>
            <pc:docMk/>
            <pc:sldMk cId="949645160" sldId="755"/>
            <ac:spMk id="12" creationId="{40C80214-5B84-D666-9FFE-4B639BE3740F}"/>
          </ac:spMkLst>
        </pc:spChg>
        <pc:spChg chg="mod">
          <ac:chgData name="Nishiyama, Kazuki 1" userId="c57e64d9-7695-4079-b9fa-694d9782bf04" providerId="ADAL" clId="{2B8D9CB8-99B7-42A4-993E-F00322DD5657}" dt="2026-09-16T02:53:28.453" v="6552"/>
          <ac:spMkLst>
            <pc:docMk/>
            <pc:sldMk cId="949645160" sldId="755"/>
            <ac:spMk id="13" creationId="{511659DD-B957-C235-A41C-7F2E4F514DA5}"/>
          </ac:spMkLst>
        </pc:spChg>
        <pc:spChg chg="add mod">
          <ac:chgData name="Nishiyama, Kazuki 1" userId="c57e64d9-7695-4079-b9fa-694d9782bf04" providerId="ADAL" clId="{2B8D9CB8-99B7-42A4-993E-F00322DD5657}" dt="2026-09-15T23:11:40.946" v="3891" actId="1035"/>
          <ac:spMkLst>
            <pc:docMk/>
            <pc:sldMk cId="949645160" sldId="755"/>
            <ac:spMk id="16" creationId="{CDC507C1-1620-B77A-99E0-CB797B1E7F95}"/>
          </ac:spMkLst>
        </pc:spChg>
        <pc:spChg chg="mod">
          <ac:chgData name="Nishiyama, Kazuki 1" userId="c57e64d9-7695-4079-b9fa-694d9782bf04" providerId="ADAL" clId="{2B8D9CB8-99B7-42A4-993E-F00322DD5657}" dt="2026-09-15T20:37:59.975" v="740" actId="14100"/>
          <ac:spMkLst>
            <pc:docMk/>
            <pc:sldMk cId="949645160" sldId="755"/>
            <ac:spMk id="18" creationId="{86679567-E902-3983-9CE3-4A6436206585}"/>
          </ac:spMkLst>
        </pc:spChg>
        <pc:spChg chg="add mod">
          <ac:chgData name="Nishiyama, Kazuki 1" userId="c57e64d9-7695-4079-b9fa-694d9782bf04" providerId="ADAL" clId="{2B8D9CB8-99B7-42A4-993E-F00322DD5657}" dt="2026-09-15T20:40:07.648" v="779" actId="1035"/>
          <ac:spMkLst>
            <pc:docMk/>
            <pc:sldMk cId="949645160" sldId="755"/>
            <ac:spMk id="19" creationId="{35224926-4739-FE7D-F8CD-12396F83D5BE}"/>
          </ac:spMkLst>
        </pc:spChg>
        <pc:spChg chg="mod topLvl">
          <ac:chgData name="Nishiyama, Kazuki 1" userId="c57e64d9-7695-4079-b9fa-694d9782bf04" providerId="ADAL" clId="{2B8D9CB8-99B7-42A4-993E-F00322DD5657}" dt="2026-09-15T22:38:37.224" v="1599" actId="14100"/>
          <ac:spMkLst>
            <pc:docMk/>
            <pc:sldMk cId="949645160" sldId="755"/>
            <ac:spMk id="20" creationId="{9A40A3F6-9195-4895-5D01-859284563529}"/>
          </ac:spMkLst>
        </pc:spChg>
        <pc:spChg chg="del">
          <ac:chgData name="Nishiyama, Kazuki 1" userId="c57e64d9-7695-4079-b9fa-694d9782bf04" providerId="ADAL" clId="{2B8D9CB8-99B7-42A4-993E-F00322DD5657}" dt="2026-09-15T20:37:33.173" v="739" actId="478"/>
          <ac:spMkLst>
            <pc:docMk/>
            <pc:sldMk cId="949645160" sldId="755"/>
            <ac:spMk id="21" creationId="{886305A5-830D-3B18-3C87-53DF9D0D943F}"/>
          </ac:spMkLst>
        </pc:spChg>
        <pc:spChg chg="add mod">
          <ac:chgData name="Nishiyama, Kazuki 1" userId="c57e64d9-7695-4079-b9fa-694d9782bf04" providerId="ADAL" clId="{2B8D9CB8-99B7-42A4-993E-F00322DD5657}" dt="2026-09-15T22:38:37.224" v="1599" actId="14100"/>
          <ac:spMkLst>
            <pc:docMk/>
            <pc:sldMk cId="949645160" sldId="755"/>
            <ac:spMk id="22" creationId="{D9D8A045-5850-2D2E-9C68-03A9124EF056}"/>
          </ac:spMkLst>
        </pc:spChg>
        <pc:spChg chg="del mod topLvl">
          <ac:chgData name="Nishiyama, Kazuki 1" userId="c57e64d9-7695-4079-b9fa-694d9782bf04" providerId="ADAL" clId="{2B8D9CB8-99B7-42A4-993E-F00322DD5657}" dt="2026-09-15T20:39:55.993" v="774" actId="478"/>
          <ac:spMkLst>
            <pc:docMk/>
            <pc:sldMk cId="949645160" sldId="755"/>
            <ac:spMk id="23" creationId="{90034834-0FA5-66C9-83C2-6927C82D747E}"/>
          </ac:spMkLst>
        </pc:spChg>
        <pc:spChg chg="del">
          <ac:chgData name="Nishiyama, Kazuki 1" userId="c57e64d9-7695-4079-b9fa-694d9782bf04" providerId="ADAL" clId="{2B8D9CB8-99B7-42A4-993E-F00322DD5657}" dt="2026-09-15T20:37:33.173" v="739" actId="478"/>
          <ac:spMkLst>
            <pc:docMk/>
            <pc:sldMk cId="949645160" sldId="755"/>
            <ac:spMk id="25" creationId="{A2E3BF50-91C2-57CC-3999-3DBC0798F3D9}"/>
          </ac:spMkLst>
        </pc:spChg>
        <pc:spChg chg="del mod topLvl">
          <ac:chgData name="Nishiyama, Kazuki 1" userId="c57e64d9-7695-4079-b9fa-694d9782bf04" providerId="ADAL" clId="{2B8D9CB8-99B7-42A4-993E-F00322DD5657}" dt="2026-09-15T20:39:55.993" v="774" actId="478"/>
          <ac:spMkLst>
            <pc:docMk/>
            <pc:sldMk cId="949645160" sldId="755"/>
            <ac:spMk id="26" creationId="{239C31D2-B2F2-FC04-968F-ADEE11166D29}"/>
          </ac:spMkLst>
        </pc:spChg>
        <pc:spChg chg="mod topLvl">
          <ac:chgData name="Nishiyama, Kazuki 1" userId="c57e64d9-7695-4079-b9fa-694d9782bf04" providerId="ADAL" clId="{2B8D9CB8-99B7-42A4-993E-F00322DD5657}" dt="2026-09-15T22:38:30.523" v="1595" actId="1035"/>
          <ac:spMkLst>
            <pc:docMk/>
            <pc:sldMk cId="949645160" sldId="755"/>
            <ac:spMk id="28" creationId="{5D69375C-A271-8E45-ECB9-2AE2F1109B1A}"/>
          </ac:spMkLst>
        </pc:spChg>
        <pc:spChg chg="mod">
          <ac:chgData name="Nishiyama, Kazuki 1" userId="c57e64d9-7695-4079-b9fa-694d9782bf04" providerId="ADAL" clId="{2B8D9CB8-99B7-42A4-993E-F00322DD5657}" dt="2026-09-16T02:52:45.882" v="6487" actId="14100"/>
          <ac:spMkLst>
            <pc:docMk/>
            <pc:sldMk cId="949645160" sldId="755"/>
            <ac:spMk id="30" creationId="{F9784611-3FB5-136D-82AA-06C73E20732C}"/>
          </ac:spMkLst>
        </pc:spChg>
        <pc:spChg chg="add mod">
          <ac:chgData name="Nishiyama, Kazuki 1" userId="c57e64d9-7695-4079-b9fa-694d9782bf04" providerId="ADAL" clId="{2B8D9CB8-99B7-42A4-993E-F00322DD5657}" dt="2026-09-15T20:40:38.214" v="785" actId="1036"/>
          <ac:spMkLst>
            <pc:docMk/>
            <pc:sldMk cId="949645160" sldId="755"/>
            <ac:spMk id="31" creationId="{612FC912-8A3D-AF67-A369-01E8D1E0CE9E}"/>
          </ac:spMkLst>
        </pc:spChg>
        <pc:spChg chg="mod">
          <ac:chgData name="Nishiyama, Kazuki 1" userId="c57e64d9-7695-4079-b9fa-694d9782bf04" providerId="ADAL" clId="{2B8D9CB8-99B7-42A4-993E-F00322DD5657}" dt="2026-09-16T02:44:41.693" v="6354" actId="242"/>
          <ac:spMkLst>
            <pc:docMk/>
            <pc:sldMk cId="949645160" sldId="755"/>
            <ac:spMk id="38" creationId="{64E5E5EB-F086-5825-4B39-0E09B14D58FE}"/>
          </ac:spMkLst>
        </pc:spChg>
        <pc:grpChg chg="add del mod">
          <ac:chgData name="Nishiyama, Kazuki 1" userId="c57e64d9-7695-4079-b9fa-694d9782bf04" providerId="ADAL" clId="{2B8D9CB8-99B7-42A4-993E-F00322DD5657}" dt="2026-09-15T20:14:49.841" v="252" actId="165"/>
          <ac:grpSpMkLst>
            <pc:docMk/>
            <pc:sldMk cId="949645160" sldId="755"/>
            <ac:grpSpMk id="2" creationId="{41D6E142-CDB6-6447-7E30-14D1D84A5BDD}"/>
          </ac:grpSpMkLst>
        </pc:grpChg>
        <pc:picChg chg="mod topLvl">
          <ac:chgData name="Nishiyama, Kazuki 1" userId="c57e64d9-7695-4079-b9fa-694d9782bf04" providerId="ADAL" clId="{2B8D9CB8-99B7-42A4-993E-F00322DD5657}" dt="2026-09-15T20:14:49.841" v="252" actId="165"/>
          <ac:picMkLst>
            <pc:docMk/>
            <pc:sldMk cId="949645160" sldId="755"/>
            <ac:picMk id="24" creationId="{537982B8-99F1-A769-7C5F-F5754BF85E46}"/>
          </ac:picMkLst>
        </pc:picChg>
        <pc:cxnChg chg="mod">
          <ac:chgData name="Nishiyama, Kazuki 1" userId="c57e64d9-7695-4079-b9fa-694d9782bf04" providerId="ADAL" clId="{2B8D9CB8-99B7-42A4-993E-F00322DD5657}" dt="2026-09-15T20:39:59.298" v="775" actId="478"/>
          <ac:cxnSpMkLst>
            <pc:docMk/>
            <pc:sldMk cId="949645160" sldId="755"/>
            <ac:cxnSpMk id="42" creationId="{494FD364-9680-D2CA-918C-4692B356975F}"/>
          </ac:cxnSpMkLst>
        </pc:cxnChg>
        <pc:cxnChg chg="mod">
          <ac:chgData name="Nishiyama, Kazuki 1" userId="c57e64d9-7695-4079-b9fa-694d9782bf04" providerId="ADAL" clId="{2B8D9CB8-99B7-42A4-993E-F00322DD5657}" dt="2026-09-15T20:39:59.298" v="775" actId="478"/>
          <ac:cxnSpMkLst>
            <pc:docMk/>
            <pc:sldMk cId="949645160" sldId="755"/>
            <ac:cxnSpMk id="43" creationId="{9B71B4AD-B91D-9153-2F07-8264AC59E8B5}"/>
          </ac:cxnSpMkLst>
        </pc:cxnChg>
      </pc:sldChg>
      <pc:sldChg chg="addSp delSp modSp mod">
        <pc:chgData name="Nishiyama, Kazuki 1" userId="c57e64d9-7695-4079-b9fa-694d9782bf04" providerId="ADAL" clId="{2B8D9CB8-99B7-42A4-993E-F00322DD5657}" dt="2026-09-16T02:54:18.257" v="6557" actId="179"/>
        <pc:sldMkLst>
          <pc:docMk/>
          <pc:sldMk cId="2386333217" sldId="756"/>
        </pc:sldMkLst>
        <pc:spChg chg="add mod">
          <ac:chgData name="Nishiyama, Kazuki 1" userId="c57e64d9-7695-4079-b9fa-694d9782bf04" providerId="ADAL" clId="{2B8D9CB8-99B7-42A4-993E-F00322DD5657}" dt="2026-09-15T20:38:16.106" v="746" actId="20577"/>
          <ac:spMkLst>
            <pc:docMk/>
            <pc:sldMk cId="2386333217" sldId="756"/>
            <ac:spMk id="5" creationId="{54220012-29EA-0159-B007-283978C6C95D}"/>
          </ac:spMkLst>
        </pc:spChg>
        <pc:spChg chg="add mod">
          <ac:chgData name="Nishiyama, Kazuki 1" userId="c57e64d9-7695-4079-b9fa-694d9782bf04" providerId="ADAL" clId="{2B8D9CB8-99B7-42A4-993E-F00322DD5657}" dt="2026-09-15T20:38:55.827" v="760" actId="1036"/>
          <ac:spMkLst>
            <pc:docMk/>
            <pc:sldMk cId="2386333217" sldId="756"/>
            <ac:spMk id="7" creationId="{EE3436A6-D376-D927-E4DF-F04BEECFA9DC}"/>
          </ac:spMkLst>
        </pc:spChg>
        <pc:spChg chg="mod">
          <ac:chgData name="Nishiyama, Kazuki 1" userId="c57e64d9-7695-4079-b9fa-694d9782bf04" providerId="ADAL" clId="{2B8D9CB8-99B7-42A4-993E-F00322DD5657}" dt="2026-09-15T20:14:31.804" v="239" actId="14100"/>
          <ac:spMkLst>
            <pc:docMk/>
            <pc:sldMk cId="2386333217" sldId="756"/>
            <ac:spMk id="9" creationId="{15BA27AF-3063-D737-88C5-74B53B13A365}"/>
          </ac:spMkLst>
        </pc:spChg>
        <pc:spChg chg="del">
          <ac:chgData name="Nishiyama, Kazuki 1" userId="c57e64d9-7695-4079-b9fa-694d9782bf04" providerId="ADAL" clId="{2B8D9CB8-99B7-42A4-993E-F00322DD5657}" dt="2026-09-15T20:39:05.873" v="762" actId="478"/>
          <ac:spMkLst>
            <pc:docMk/>
            <pc:sldMk cId="2386333217" sldId="756"/>
            <ac:spMk id="11" creationId="{C2CF1BE1-342E-9E86-0EB1-FA6788A465A8}"/>
          </ac:spMkLst>
        </pc:spChg>
        <pc:spChg chg="del">
          <ac:chgData name="Nishiyama, Kazuki 1" userId="c57e64d9-7695-4079-b9fa-694d9782bf04" providerId="ADAL" clId="{2B8D9CB8-99B7-42A4-993E-F00322DD5657}" dt="2026-09-15T20:38:11.415" v="743" actId="478"/>
          <ac:spMkLst>
            <pc:docMk/>
            <pc:sldMk cId="2386333217" sldId="756"/>
            <ac:spMk id="12" creationId="{68AA157B-31D1-CB71-F394-7E1C0592A980}"/>
          </ac:spMkLst>
        </pc:spChg>
        <pc:spChg chg="mod">
          <ac:chgData name="Nishiyama, Kazuki 1" userId="c57e64d9-7695-4079-b9fa-694d9782bf04" providerId="ADAL" clId="{2B8D9CB8-99B7-42A4-993E-F00322DD5657}" dt="2026-09-16T02:54:18.257" v="6557" actId="179"/>
          <ac:spMkLst>
            <pc:docMk/>
            <pc:sldMk cId="2386333217" sldId="756"/>
            <ac:spMk id="13" creationId="{17E31885-5D64-4CB7-9215-0DC076A50652}"/>
          </ac:spMkLst>
        </pc:spChg>
        <pc:spChg chg="mod">
          <ac:chgData name="Nishiyama, Kazuki 1" userId="c57e64d9-7695-4079-b9fa-694d9782bf04" providerId="ADAL" clId="{2B8D9CB8-99B7-42A4-993E-F00322DD5657}" dt="2026-09-15T20:38:33.833" v="754" actId="1037"/>
          <ac:spMkLst>
            <pc:docMk/>
            <pc:sldMk cId="2386333217" sldId="756"/>
            <ac:spMk id="16" creationId="{4C2A1BB8-6E30-0601-4508-CA71E8264409}"/>
          </ac:spMkLst>
        </pc:spChg>
        <pc:spChg chg="mod">
          <ac:chgData name="Nishiyama, Kazuki 1" userId="c57e64d9-7695-4079-b9fa-694d9782bf04" providerId="ADAL" clId="{2B8D9CB8-99B7-42A4-993E-F00322DD5657}" dt="2026-09-15T20:38:38.778" v="756" actId="1076"/>
          <ac:spMkLst>
            <pc:docMk/>
            <pc:sldMk cId="2386333217" sldId="756"/>
            <ac:spMk id="18" creationId="{A61104E6-C1E2-4D73-6AA8-2CC2E6EA7DB0}"/>
          </ac:spMkLst>
        </pc:spChg>
        <pc:spChg chg="add mod">
          <ac:chgData name="Nishiyama, Kazuki 1" userId="c57e64d9-7695-4079-b9fa-694d9782bf04" providerId="ADAL" clId="{2B8D9CB8-99B7-42A4-993E-F00322DD5657}" dt="2026-09-15T23:17:09.680" v="4176" actId="1035"/>
          <ac:spMkLst>
            <pc:docMk/>
            <pc:sldMk cId="2386333217" sldId="756"/>
            <ac:spMk id="19" creationId="{C1176E2B-B8DE-95AC-AE83-485BC9B18631}"/>
          </ac:spMkLst>
        </pc:spChg>
        <pc:spChg chg="add mod">
          <ac:chgData name="Nishiyama, Kazuki 1" userId="c57e64d9-7695-4079-b9fa-694d9782bf04" providerId="ADAL" clId="{2B8D9CB8-99B7-42A4-993E-F00322DD5657}" dt="2026-09-15T20:39:11.668" v="763" actId="1076"/>
          <ac:spMkLst>
            <pc:docMk/>
            <pc:sldMk cId="2386333217" sldId="756"/>
            <ac:spMk id="20" creationId="{24286A86-F7A0-8F85-1F9C-9CC3089A0700}"/>
          </ac:spMkLst>
        </pc:spChg>
        <pc:spChg chg="del">
          <ac:chgData name="Nishiyama, Kazuki 1" userId="c57e64d9-7695-4079-b9fa-694d9782bf04" providerId="ADAL" clId="{2B8D9CB8-99B7-42A4-993E-F00322DD5657}" dt="2026-09-15T20:38:11.415" v="743" actId="478"/>
          <ac:spMkLst>
            <pc:docMk/>
            <pc:sldMk cId="2386333217" sldId="756"/>
            <ac:spMk id="21" creationId="{A759642E-34CC-A143-CC16-6BC58D963799}"/>
          </ac:spMkLst>
        </pc:spChg>
        <pc:spChg chg="add mod">
          <ac:chgData name="Nishiyama, Kazuki 1" userId="c57e64d9-7695-4079-b9fa-694d9782bf04" providerId="ADAL" clId="{2B8D9CB8-99B7-42A4-993E-F00322DD5657}" dt="2026-09-15T20:39:24.001" v="771" actId="1036"/>
          <ac:spMkLst>
            <pc:docMk/>
            <pc:sldMk cId="2386333217" sldId="756"/>
            <ac:spMk id="23" creationId="{94654E62-3076-6D4B-4AE9-D188D9A9E318}"/>
          </ac:spMkLst>
        </pc:spChg>
        <pc:spChg chg="add mod">
          <ac:chgData name="Nishiyama, Kazuki 1" userId="c57e64d9-7695-4079-b9fa-694d9782bf04" providerId="ADAL" clId="{2B8D9CB8-99B7-42A4-993E-F00322DD5657}" dt="2026-09-15T20:39:36.197" v="773" actId="1076"/>
          <ac:spMkLst>
            <pc:docMk/>
            <pc:sldMk cId="2386333217" sldId="756"/>
            <ac:spMk id="24" creationId="{60A3D933-BA33-F5BA-22A4-4BEDC24C90AE}"/>
          </ac:spMkLst>
        </pc:spChg>
        <pc:spChg chg="del">
          <ac:chgData name="Nishiyama, Kazuki 1" userId="c57e64d9-7695-4079-b9fa-694d9782bf04" providerId="ADAL" clId="{2B8D9CB8-99B7-42A4-993E-F00322DD5657}" dt="2026-09-15T20:38:11.415" v="743" actId="478"/>
          <ac:spMkLst>
            <pc:docMk/>
            <pc:sldMk cId="2386333217" sldId="756"/>
            <ac:spMk id="25" creationId="{555C1606-69C4-C8B2-BD2D-6AEC6661C5C7}"/>
          </ac:spMkLst>
        </pc:spChg>
        <pc:spChg chg="mod">
          <ac:chgData name="Nishiyama, Kazuki 1" userId="c57e64d9-7695-4079-b9fa-694d9782bf04" providerId="ADAL" clId="{2B8D9CB8-99B7-42A4-993E-F00322DD5657}" dt="2026-09-16T02:45:37.941" v="6357" actId="242"/>
          <ac:spMkLst>
            <pc:docMk/>
            <pc:sldMk cId="2386333217" sldId="756"/>
            <ac:spMk id="30" creationId="{C089A786-2E6F-933A-9B87-C87AEED93398}"/>
          </ac:spMkLst>
        </pc:spChg>
        <pc:spChg chg="mod">
          <ac:chgData name="Nishiyama, Kazuki 1" userId="c57e64d9-7695-4079-b9fa-694d9782bf04" providerId="ADAL" clId="{2B8D9CB8-99B7-42A4-993E-F00322DD5657}" dt="2026-09-15T20:38:33.833" v="754" actId="1037"/>
          <ac:spMkLst>
            <pc:docMk/>
            <pc:sldMk cId="2386333217" sldId="756"/>
            <ac:spMk id="34" creationId="{9ACAEAB3-60BF-8C0C-617B-A147AFDD4DEA}"/>
          </ac:spMkLst>
        </pc:spChg>
        <pc:spChg chg="del mod">
          <ac:chgData name="Nishiyama, Kazuki 1" userId="c57e64d9-7695-4079-b9fa-694d9782bf04" providerId="ADAL" clId="{2B8D9CB8-99B7-42A4-993E-F00322DD5657}" dt="2026-09-15T20:39:18.303" v="765" actId="478"/>
          <ac:spMkLst>
            <pc:docMk/>
            <pc:sldMk cId="2386333217" sldId="756"/>
            <ac:spMk id="37" creationId="{E902270F-88EB-1C92-9D11-C655DA7B338C}"/>
          </ac:spMkLst>
        </pc:spChg>
        <pc:spChg chg="mod">
          <ac:chgData name="Nishiyama, Kazuki 1" userId="c57e64d9-7695-4079-b9fa-694d9782bf04" providerId="ADAL" clId="{2B8D9CB8-99B7-42A4-993E-F00322DD5657}" dt="2026-09-16T02:45:37.941" v="6357" actId="242"/>
          <ac:spMkLst>
            <pc:docMk/>
            <pc:sldMk cId="2386333217" sldId="756"/>
            <ac:spMk id="38" creationId="{2AE56723-EFCF-D96F-309F-0937137BAA30}"/>
          </ac:spMkLst>
        </pc:spChg>
        <pc:spChg chg="del mod">
          <ac:chgData name="Nishiyama, Kazuki 1" userId="c57e64d9-7695-4079-b9fa-694d9782bf04" providerId="ADAL" clId="{2B8D9CB8-99B7-42A4-993E-F00322DD5657}" dt="2026-09-15T20:39:29.555" v="772" actId="478"/>
          <ac:spMkLst>
            <pc:docMk/>
            <pc:sldMk cId="2386333217" sldId="756"/>
            <ac:spMk id="39" creationId="{3205673C-5137-C73E-7212-14CDD1A0AD1B}"/>
          </ac:spMkLst>
        </pc:spChg>
        <pc:spChg chg="mod">
          <ac:chgData name="Nishiyama, Kazuki 1" userId="c57e64d9-7695-4079-b9fa-694d9782bf04" providerId="ADAL" clId="{2B8D9CB8-99B7-42A4-993E-F00322DD5657}" dt="2026-09-15T20:38:33.833" v="754" actId="1037"/>
          <ac:spMkLst>
            <pc:docMk/>
            <pc:sldMk cId="2386333217" sldId="756"/>
            <ac:spMk id="40" creationId="{81EDF27B-B965-C3A5-9C2C-D54B423A6801}"/>
          </ac:spMkLst>
        </pc:spChg>
        <pc:picChg chg="mod">
          <ac:chgData name="Nishiyama, Kazuki 1" userId="c57e64d9-7695-4079-b9fa-694d9782bf04" providerId="ADAL" clId="{2B8D9CB8-99B7-42A4-993E-F00322DD5657}" dt="2026-09-15T20:38:33.833" v="754" actId="1037"/>
          <ac:picMkLst>
            <pc:docMk/>
            <pc:sldMk cId="2386333217" sldId="756"/>
            <ac:picMk id="10" creationId="{E2A88861-B257-82E9-1A2E-A3FE67905A4B}"/>
          </ac:picMkLst>
        </pc:picChg>
        <pc:picChg chg="mod">
          <ac:chgData name="Nishiyama, Kazuki 1" userId="c57e64d9-7695-4079-b9fa-694d9782bf04" providerId="ADAL" clId="{2B8D9CB8-99B7-42A4-993E-F00322DD5657}" dt="2026-09-15T20:38:33.833" v="754" actId="1037"/>
          <ac:picMkLst>
            <pc:docMk/>
            <pc:sldMk cId="2386333217" sldId="756"/>
            <ac:picMk id="22" creationId="{B53E9E7F-760B-0743-AE7E-DDE26F2502D6}"/>
          </ac:picMkLst>
        </pc:picChg>
        <pc:cxnChg chg="mod">
          <ac:chgData name="Nishiyama, Kazuki 1" userId="c57e64d9-7695-4079-b9fa-694d9782bf04" providerId="ADAL" clId="{2B8D9CB8-99B7-42A4-993E-F00322DD5657}" dt="2026-09-15T20:39:05.873" v="762" actId="478"/>
          <ac:cxnSpMkLst>
            <pc:docMk/>
            <pc:sldMk cId="2386333217" sldId="756"/>
            <ac:cxnSpMk id="42" creationId="{9C4F0DB5-474B-8588-D813-4EC1571543A3}"/>
          </ac:cxnSpMkLst>
        </pc:cxnChg>
        <pc:cxnChg chg="mod">
          <ac:chgData name="Nishiyama, Kazuki 1" userId="c57e64d9-7695-4079-b9fa-694d9782bf04" providerId="ADAL" clId="{2B8D9CB8-99B7-42A4-993E-F00322DD5657}" dt="2026-09-15T20:39:05.873" v="762" actId="478"/>
          <ac:cxnSpMkLst>
            <pc:docMk/>
            <pc:sldMk cId="2386333217" sldId="756"/>
            <ac:cxnSpMk id="43" creationId="{1DD3BF94-66F7-C2C5-748F-7863976A75F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1"/>
            <a:ext cx="2949575" cy="498475"/>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6039" y="1"/>
            <a:ext cx="2949575" cy="498475"/>
          </a:xfrm>
          <a:prstGeom prst="rect">
            <a:avLst/>
          </a:prstGeom>
        </p:spPr>
        <p:txBody>
          <a:bodyPr vert="horz" lIns="91440" tIns="45720" rIns="91440" bIns="45720" rtlCol="0"/>
          <a:lstStyle>
            <a:lvl1pPr algn="r">
              <a:defRPr sz="1200"/>
            </a:lvl1pPr>
          </a:lstStyle>
          <a:p>
            <a:fld id="{D3E935DF-9414-4DFA-8768-7C36EAE75EEB}" type="datetimeFigureOut">
              <a:rPr kumimoji="1" lang="ja-JP" altLang="en-US" smtClean="0"/>
              <a:t>2026/9/16</a:t>
            </a:fld>
            <a:endParaRPr kumimoji="1" lang="ja-JP" altLang="en-US"/>
          </a:p>
        </p:txBody>
      </p:sp>
      <p:sp>
        <p:nvSpPr>
          <p:cNvPr id="4" name="スライド イメージ プレースホルダー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1038" y="4783139"/>
            <a:ext cx="5445125" cy="391318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0864"/>
            <a:ext cx="2949575" cy="498475"/>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6039" y="9440864"/>
            <a:ext cx="2949575" cy="498475"/>
          </a:xfrm>
          <a:prstGeom prst="rect">
            <a:avLst/>
          </a:prstGeom>
        </p:spPr>
        <p:txBody>
          <a:bodyPr vert="horz" lIns="91440" tIns="45720" rIns="91440" bIns="45720" rtlCol="0" anchor="b"/>
          <a:lstStyle>
            <a:lvl1pPr algn="r">
              <a:defRPr sz="1200"/>
            </a:lvl1pPr>
          </a:lstStyle>
          <a:p>
            <a:fld id="{870075FC-9CC0-4149-AD1F-C7E7EAA29882}" type="slidenum">
              <a:rPr kumimoji="1" lang="ja-JP" altLang="en-US" smtClean="0"/>
              <a:t>‹#›</a:t>
            </a:fld>
            <a:endParaRPr kumimoji="1" lang="ja-JP" altLang="en-US"/>
          </a:p>
        </p:txBody>
      </p:sp>
    </p:spTree>
    <p:extLst>
      <p:ext uri="{BB962C8B-B14F-4D97-AF65-F5344CB8AC3E}">
        <p14:creationId xmlns:p14="http://schemas.microsoft.com/office/powerpoint/2010/main" val="134014820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194413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870075FC-9CC0-4149-AD1F-C7E7EAA29882}" type="slidenum">
              <a:rPr kumimoji="1" lang="ja-JP" altLang="en-US" smtClean="0"/>
              <a:t>2</a:t>
            </a:fld>
            <a:endParaRPr kumimoji="1" lang="ja-JP" altLang="en-US"/>
          </a:p>
        </p:txBody>
      </p:sp>
    </p:spTree>
    <p:extLst>
      <p:ext uri="{BB962C8B-B14F-4D97-AF65-F5344CB8AC3E}">
        <p14:creationId xmlns:p14="http://schemas.microsoft.com/office/powerpoint/2010/main" val="3843205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8F87A-8466-CE9D-8054-54C820C1580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3726EC8-E249-7F6C-BF31-2FF726B26B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10CCC7-906B-DFA4-97BB-A9B5FEAB8E13}"/>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435108FC-9325-E0E7-4C6C-064E5F20DB8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4215371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E111A-7AE1-C456-2899-838FDF8ECF3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5801E7-710F-9EF5-E731-B48939A1D24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CB453C-0065-95CF-523B-8DB160B5C109}"/>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50E45470-46FC-87E5-1E05-0E4F3EC5D1D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093037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32E93-B00A-0F96-CC97-6DF7C0550AE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612BBF7-A918-E46A-D8F8-16CB5D458DC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B03E4BB-C4FA-A14C-CC6A-BBF3500DC934}"/>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7C28403D-52FD-C9A5-752E-12AC87D159A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692094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9A031-2581-819C-5FD6-D8C74DE2A2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FBBBA96-7985-D785-9634-1C0AE205683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C64D7F3-DD4F-47F6-06D4-E9ABB6899197}"/>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D36EDAD4-54F7-C048-909D-3526B10F39C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124718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CF3E2-C671-056F-B615-D531A3D16FE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4008EB2-03EC-F4F4-B498-B7EBB0DAAC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62465C-E726-F470-B795-3695779D79D9}"/>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8B79089E-6770-A622-B8D9-0AA2C54FD86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8854670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43243-578A-2A36-BD3B-11A7CBD89E7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B7AB24C-B0F6-E619-10C8-42A6AB31069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C47A743-E6BE-7DFB-7681-EB5439D9A2CE}"/>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A5369CAE-5779-4619-F9E7-A6CE46E35381}"/>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792636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42A56-5190-FE1F-37D4-B477A54D7E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CB27A7D-BB8B-436D-36C2-DB950EA9482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3BB1472-EFF5-FCE5-6A14-7E05A1149E69}"/>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025F90BD-9D86-3F85-B21D-5F896F0590D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341500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D5CB0-C166-810E-FD32-F4C9EC3E14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168332-2C07-36BE-D4DE-C5C6BDEE862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F81BDE-520B-9C33-20D3-3A18A96DC36A}"/>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C74A95F7-1E92-8032-DF3A-CE9E29F1757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075234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A4C39-B4D7-87E9-8158-9BAB874D44F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6B1DA63-80CE-72F6-764A-F4F0D804C9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9CD7FAD-C2BB-FC3E-8E5F-8B66B017AE4E}"/>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7F8DFF01-3887-5E24-6B7F-7CD33777D592}"/>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7365938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0C692-FDCD-552D-32D4-A80C82246FC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B8D0A9-645B-4326-300A-2ADDFB73191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EB10723-0D82-B528-849F-514876C833CD}"/>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2BF77C2A-0963-8D43-D26C-D82ABF15FC0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3244518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C936D-82A0-ED6D-9FB1-7FA8324634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8712561-BDF9-CD2D-5EE2-26271F18E74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8646A5-BF10-D97A-78F0-AE44A3B9D8C6}"/>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D06EFF60-533A-246D-E9AE-ABA4E16B1AD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5488645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62165-A05B-93BB-F8E2-C23489F4D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B58899E-1178-4710-09BA-D5FC4DB947F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B852F19-329B-C1C0-804F-65C8571E9334}"/>
              </a:ext>
            </a:extLst>
          </p:cNvPr>
          <p:cNvSpPr>
            <a:spLocks noGrp="1"/>
          </p:cNvSpPr>
          <p:nvPr>
            <p:ph type="body" idx="1"/>
          </p:nvPr>
        </p:nvSpPr>
        <p:spPr/>
        <p:txBody>
          <a:bodyPr/>
          <a:lstStyle/>
          <a:p>
            <a:endParaRPr lang="en-US" altLang="ja-JP" dirty="0"/>
          </a:p>
        </p:txBody>
      </p:sp>
      <p:sp>
        <p:nvSpPr>
          <p:cNvPr id="4" name="スライド番号プレースホルダー 3">
            <a:extLst>
              <a:ext uri="{FF2B5EF4-FFF2-40B4-BE49-F238E27FC236}">
                <a16:creationId xmlns:a16="http://schemas.microsoft.com/office/drawing/2014/main" id="{F486C4D8-5D5A-5B88-282E-AE01D9E627E3}"/>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0075FC-9CC0-4149-AD1F-C7E7EAA29882}"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985756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themeOverride" Target="../theme/themeOverride2.xml"/><Relationship Id="rId2" Type="http://schemas.openxmlformats.org/officeDocument/2006/relationships/slideMaster" Target="../slideMasters/slideMaster1.xml"/><Relationship Id="rId3"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themeOverride" Target="../theme/themeOverride3.xml"/><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themeOverride" Target="../theme/themeOverride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hemeOverride" Target="../theme/themeOverride5.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hemeOverride" Target="../theme/themeOverride6.xml"/><Relationship Id="rId2" Type="http://schemas.openxmlformats.org/officeDocument/2006/relationships/slideMaster" Target="../slideMasters/slideMaster1.xml"/><Relationship Id="rId3" Type="http://schemas.openxmlformats.org/officeDocument/2006/relationships/image" Target="../media/image2.jpeg"/><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本編">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dirty="0"/>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dirty="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dirty="0">
                <a:solidFill>
                  <a:schemeClr val="tx2"/>
                </a:solidFill>
                <a:effectLst/>
                <a:latin typeface="+mn-lt"/>
              </a:rPr>
              <a:t>©Hankyu Hanshin Holdings,Inc. All rights reserved.</a:t>
            </a:r>
            <a:endParaRPr kumimoji="1" lang="ja-JP" altLang="en-US" sz="600" spc="100" baseline="0" dirty="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2924108278"/>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本編_2">
    <p:spTree>
      <p:nvGrpSpPr>
        <p:cNvPr id="1" name=""/>
        <p:cNvGrpSpPr/>
        <p:nvPr/>
      </p:nvGrpSpPr>
      <p:grpSpPr>
        <a:xfrm>
          <a:off x="0" y="0"/>
          <a:ext cx="0" cy="0"/>
          <a:chOff x="0" y="0"/>
          <a:chExt cx="0" cy="0"/>
        </a:xfrm>
      </p:grpSpPr>
      <p:pic>
        <p:nvPicPr>
          <p:cNvPr id="11" name="図 10">
            <a:extLst>
              <a:ext uri="{FF2B5EF4-FFF2-40B4-BE49-F238E27FC236}">
                <a16:creationId xmlns:a16="http://schemas.microsoft.com/office/drawing/2014/main" id="{892C3924-33BD-8485-492E-B593BA65AEA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5641847"/>
          </a:xfrm>
          <a:prstGeom prst="rect">
            <a:avLst/>
          </a:prstGeom>
        </p:spPr>
      </p:pic>
      <p:sp>
        <p:nvSpPr>
          <p:cNvPr id="2" name="正方形/長方形 1">
            <a:extLst>
              <a:ext uri="{FF2B5EF4-FFF2-40B4-BE49-F238E27FC236}">
                <a16:creationId xmlns:a16="http://schemas.microsoft.com/office/drawing/2014/main" id="{37A10132-035F-F308-0D15-F3B4944B5399}"/>
              </a:ext>
            </a:extLst>
          </p:cNvPr>
          <p:cNvSpPr/>
          <p:nvPr userDrawn="1"/>
        </p:nvSpPr>
        <p:spPr>
          <a:xfrm>
            <a:off x="0" y="0"/>
            <a:ext cx="12191999" cy="6858000"/>
          </a:xfrm>
          <a:prstGeom prst="rect">
            <a:avLst/>
          </a:prstGeom>
          <a:gradFill flip="none" rotWithShape="1">
            <a:gsLst>
              <a:gs pos="77000">
                <a:schemeClr val="bg1"/>
              </a:gs>
              <a:gs pos="19000">
                <a:schemeClr val="bg1">
                  <a:alpha val="70000"/>
                </a:schemeClr>
              </a:gs>
            </a:gsLst>
            <a:lin ang="5400000" scaled="1"/>
            <a:tileRect/>
          </a:gradFill>
          <a:ln w="25400"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lt1"/>
              </a:solidFill>
            </a:endParaRPr>
          </a:p>
        </p:txBody>
      </p:sp>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dirty="0"/>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dirty="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dirty="0">
                <a:solidFill>
                  <a:schemeClr val="tx2"/>
                </a:solidFill>
                <a:effectLst/>
                <a:latin typeface="+mn-lt"/>
              </a:rPr>
              <a:t>©Hankyu Hanshin Holdings,Inc. All rights reserved.</a:t>
            </a:r>
            <a:endParaRPr kumimoji="1" lang="ja-JP" altLang="en-US" sz="600" spc="100" baseline="0" dirty="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3537423166"/>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本編_3">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正方形/長方形 3">
            <a:extLst>
              <a:ext uri="{FF2B5EF4-FFF2-40B4-BE49-F238E27FC236}">
                <a16:creationId xmlns:a16="http://schemas.microsoft.com/office/drawing/2014/main" id="{F78711AC-8B3D-DEF7-9777-18F6266CD9DA}"/>
              </a:ext>
            </a:extLst>
          </p:cNvPr>
          <p:cNvSpPr/>
          <p:nvPr userDrawn="1"/>
        </p:nvSpPr>
        <p:spPr>
          <a:xfrm rot="10800000">
            <a:off x="1" y="1350000"/>
            <a:ext cx="12192000" cy="5508000"/>
          </a:xfrm>
          <a:prstGeom prst="rect">
            <a:avLst/>
          </a:prstGeom>
          <a:solidFill>
            <a:schemeClr val="tx2">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0" tIns="0" rIns="0" bIns="18000"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endParaRPr kumimoji="1" lang="ja-JP" altLang="en-US" sz="1000" dirty="0">
              <a:solidFill>
                <a:schemeClr val="tx1"/>
              </a:solidFill>
              <a:latin typeface="+mj-ea"/>
              <a:ea typeface="+mj-ea"/>
              <a:cs typeface="Meiryo UI" panose="020B0604030504040204" pitchFamily="50" charset="-128"/>
            </a:endParaRPr>
          </a:p>
        </p:txBody>
      </p:sp>
      <p:sp>
        <p:nvSpPr>
          <p:cNvPr id="28" name="正方形/長方形 27">
            <a:extLst>
              <a:ext uri="{FF2B5EF4-FFF2-40B4-BE49-F238E27FC236}">
                <a16:creationId xmlns:a16="http://schemas.microsoft.com/office/drawing/2014/main" id="{0E7F9161-B862-232B-4E53-87DA064DDABC}"/>
              </a:ext>
            </a:extLst>
          </p:cNvPr>
          <p:cNvSpPr/>
          <p:nvPr userDrawn="1"/>
        </p:nvSpPr>
        <p:spPr>
          <a:xfrm>
            <a:off x="-7620" y="1341744"/>
            <a:ext cx="12199274" cy="5531621"/>
          </a:xfrm>
          <a:custGeom>
            <a:avLst/>
            <a:gdLst>
              <a:gd name="connsiteX0" fmla="*/ 0 w 7221511"/>
              <a:gd name="connsiteY0" fmla="*/ 0 h 3492709"/>
              <a:gd name="connsiteX1" fmla="*/ 7221511 w 7221511"/>
              <a:gd name="connsiteY1" fmla="*/ 0 h 3492709"/>
              <a:gd name="connsiteX2" fmla="*/ 7221511 w 7221511"/>
              <a:gd name="connsiteY2" fmla="*/ 3492709 h 3492709"/>
              <a:gd name="connsiteX3" fmla="*/ 0 w 7221511"/>
              <a:gd name="connsiteY3" fmla="*/ 3492709 h 3492709"/>
              <a:gd name="connsiteX4" fmla="*/ 0 w 7221511"/>
              <a:gd name="connsiteY4" fmla="*/ 0 h 3492709"/>
              <a:gd name="connsiteX0" fmla="*/ 0 w 7221511"/>
              <a:gd name="connsiteY0" fmla="*/ 2008682 h 5501391"/>
              <a:gd name="connsiteX1" fmla="*/ 6891727 w 7221511"/>
              <a:gd name="connsiteY1" fmla="*/ 0 h 5501391"/>
              <a:gd name="connsiteX2" fmla="*/ 7221511 w 7221511"/>
              <a:gd name="connsiteY2" fmla="*/ 5501391 h 5501391"/>
              <a:gd name="connsiteX3" fmla="*/ 0 w 7221511"/>
              <a:gd name="connsiteY3" fmla="*/ 5501391 h 5501391"/>
              <a:gd name="connsiteX4" fmla="*/ 0 w 7221511"/>
              <a:gd name="connsiteY4" fmla="*/ 2008682 h 5501391"/>
              <a:gd name="connsiteX0" fmla="*/ 0 w 12183255"/>
              <a:gd name="connsiteY0" fmla="*/ 2008682 h 5501391"/>
              <a:gd name="connsiteX1" fmla="*/ 6891727 w 12183255"/>
              <a:gd name="connsiteY1" fmla="*/ 0 h 5501391"/>
              <a:gd name="connsiteX2" fmla="*/ 12183255 w 12183255"/>
              <a:gd name="connsiteY2" fmla="*/ 3972394 h 5501391"/>
              <a:gd name="connsiteX3" fmla="*/ 0 w 12183255"/>
              <a:gd name="connsiteY3" fmla="*/ 5501391 h 5501391"/>
              <a:gd name="connsiteX4" fmla="*/ 0 w 12183255"/>
              <a:gd name="connsiteY4" fmla="*/ 2008682 h 5501391"/>
              <a:gd name="connsiteX0" fmla="*/ 0 w 12183255"/>
              <a:gd name="connsiteY0" fmla="*/ 2008682 h 5501391"/>
              <a:gd name="connsiteX1" fmla="*/ 6891727 w 12183255"/>
              <a:gd name="connsiteY1" fmla="*/ 0 h 5501391"/>
              <a:gd name="connsiteX2" fmla="*/ 8934138 w 12183255"/>
              <a:gd name="connsiteY2" fmla="*/ 1581463 h 5501391"/>
              <a:gd name="connsiteX3" fmla="*/ 12183255 w 12183255"/>
              <a:gd name="connsiteY3" fmla="*/ 3972394 h 5501391"/>
              <a:gd name="connsiteX4" fmla="*/ 0 w 12183255"/>
              <a:gd name="connsiteY4" fmla="*/ 5501391 h 5501391"/>
              <a:gd name="connsiteX5" fmla="*/ 0 w 12183255"/>
              <a:gd name="connsiteY5" fmla="*/ 2008682 h 5501391"/>
              <a:gd name="connsiteX0" fmla="*/ 0 w 12201993"/>
              <a:gd name="connsiteY0" fmla="*/ 2016176 h 5508885"/>
              <a:gd name="connsiteX1" fmla="*/ 6891727 w 12201993"/>
              <a:gd name="connsiteY1" fmla="*/ 7494 h 5508885"/>
              <a:gd name="connsiteX2" fmla="*/ 12201993 w 12201993"/>
              <a:gd name="connsiteY2" fmla="*/ 0 h 5508885"/>
              <a:gd name="connsiteX3" fmla="*/ 12183255 w 12201993"/>
              <a:gd name="connsiteY3" fmla="*/ 3979888 h 5508885"/>
              <a:gd name="connsiteX4" fmla="*/ 0 w 12201993"/>
              <a:gd name="connsiteY4" fmla="*/ 5508885 h 5508885"/>
              <a:gd name="connsiteX5" fmla="*/ 0 w 12201993"/>
              <a:gd name="connsiteY5" fmla="*/ 2016176 h 5508885"/>
              <a:gd name="connsiteX0" fmla="*/ 0 w 12201993"/>
              <a:gd name="connsiteY0" fmla="*/ 2016176 h 5508885"/>
              <a:gd name="connsiteX1" fmla="*/ 6891727 w 12201993"/>
              <a:gd name="connsiteY1" fmla="*/ 7494 h 5508885"/>
              <a:gd name="connsiteX2" fmla="*/ 12201993 w 12201993"/>
              <a:gd name="connsiteY2" fmla="*/ 0 h 5508885"/>
              <a:gd name="connsiteX3" fmla="*/ 12183255 w 12201993"/>
              <a:gd name="connsiteY3" fmla="*/ 3979888 h 5508885"/>
              <a:gd name="connsiteX4" fmla="*/ 2758190 w 12201993"/>
              <a:gd name="connsiteY4" fmla="*/ 5141626 h 5508885"/>
              <a:gd name="connsiteX5" fmla="*/ 0 w 12201993"/>
              <a:gd name="connsiteY5" fmla="*/ 5508885 h 5508885"/>
              <a:gd name="connsiteX6" fmla="*/ 0 w 12201993"/>
              <a:gd name="connsiteY6" fmla="*/ 2016176 h 5508885"/>
              <a:gd name="connsiteX0" fmla="*/ 0 w 12201993"/>
              <a:gd name="connsiteY0" fmla="*/ 2016176 h 5516380"/>
              <a:gd name="connsiteX1" fmla="*/ 6891727 w 12201993"/>
              <a:gd name="connsiteY1" fmla="*/ 7494 h 5516380"/>
              <a:gd name="connsiteX2" fmla="*/ 12201993 w 12201993"/>
              <a:gd name="connsiteY2" fmla="*/ 0 h 5516380"/>
              <a:gd name="connsiteX3" fmla="*/ 12183255 w 12201993"/>
              <a:gd name="connsiteY3" fmla="*/ 3979888 h 5516380"/>
              <a:gd name="connsiteX4" fmla="*/ 4077324 w 12201993"/>
              <a:gd name="connsiteY4" fmla="*/ 5516380 h 5516380"/>
              <a:gd name="connsiteX5" fmla="*/ 0 w 12201993"/>
              <a:gd name="connsiteY5" fmla="*/ 5508885 h 5516380"/>
              <a:gd name="connsiteX6" fmla="*/ 0 w 12201993"/>
              <a:gd name="connsiteY6" fmla="*/ 2016176 h 5516380"/>
              <a:gd name="connsiteX0" fmla="*/ 0 w 12201993"/>
              <a:gd name="connsiteY0" fmla="*/ 2855625 h 5516380"/>
              <a:gd name="connsiteX1" fmla="*/ 6891727 w 12201993"/>
              <a:gd name="connsiteY1" fmla="*/ 7494 h 5516380"/>
              <a:gd name="connsiteX2" fmla="*/ 12201993 w 12201993"/>
              <a:gd name="connsiteY2" fmla="*/ 0 h 5516380"/>
              <a:gd name="connsiteX3" fmla="*/ 12183255 w 12201993"/>
              <a:gd name="connsiteY3" fmla="*/ 3979888 h 5516380"/>
              <a:gd name="connsiteX4" fmla="*/ 4077324 w 12201993"/>
              <a:gd name="connsiteY4" fmla="*/ 5516380 h 5516380"/>
              <a:gd name="connsiteX5" fmla="*/ 0 w 12201993"/>
              <a:gd name="connsiteY5" fmla="*/ 5508885 h 5516380"/>
              <a:gd name="connsiteX6" fmla="*/ 0 w 12201993"/>
              <a:gd name="connsiteY6" fmla="*/ 2855625 h 5516380"/>
              <a:gd name="connsiteX0" fmla="*/ 0 w 12183255"/>
              <a:gd name="connsiteY0" fmla="*/ 2855625 h 5516380"/>
              <a:gd name="connsiteX1" fmla="*/ 6891727 w 12183255"/>
              <a:gd name="connsiteY1" fmla="*/ 7494 h 5516380"/>
              <a:gd name="connsiteX2" fmla="*/ 11977140 w 12183255"/>
              <a:gd name="connsiteY2" fmla="*/ 0 h 5516380"/>
              <a:gd name="connsiteX3" fmla="*/ 12183255 w 12183255"/>
              <a:gd name="connsiteY3" fmla="*/ 3979888 h 5516380"/>
              <a:gd name="connsiteX4" fmla="*/ 4077324 w 12183255"/>
              <a:gd name="connsiteY4" fmla="*/ 5516380 h 5516380"/>
              <a:gd name="connsiteX5" fmla="*/ 0 w 12183255"/>
              <a:gd name="connsiteY5" fmla="*/ 5508885 h 5516380"/>
              <a:gd name="connsiteX6" fmla="*/ 0 w 12183255"/>
              <a:gd name="connsiteY6" fmla="*/ 2855625 h 5516380"/>
              <a:gd name="connsiteX0" fmla="*/ 0 w 12183255"/>
              <a:gd name="connsiteY0" fmla="*/ 2848131 h 5508886"/>
              <a:gd name="connsiteX1" fmla="*/ 6891727 w 12183255"/>
              <a:gd name="connsiteY1" fmla="*/ 0 h 5508886"/>
              <a:gd name="connsiteX2" fmla="*/ 12172013 w 12183255"/>
              <a:gd name="connsiteY2" fmla="*/ 7496 h 5508886"/>
              <a:gd name="connsiteX3" fmla="*/ 12183255 w 12183255"/>
              <a:gd name="connsiteY3" fmla="*/ 3972394 h 5508886"/>
              <a:gd name="connsiteX4" fmla="*/ 4077324 w 12183255"/>
              <a:gd name="connsiteY4" fmla="*/ 5508886 h 5508886"/>
              <a:gd name="connsiteX5" fmla="*/ 0 w 12183255"/>
              <a:gd name="connsiteY5" fmla="*/ 5501391 h 5508886"/>
              <a:gd name="connsiteX6" fmla="*/ 0 w 12183255"/>
              <a:gd name="connsiteY6" fmla="*/ 2848131 h 5508886"/>
              <a:gd name="connsiteX0" fmla="*/ 0 w 12183255"/>
              <a:gd name="connsiteY0" fmla="*/ 2848131 h 5508886"/>
              <a:gd name="connsiteX1" fmla="*/ 5917367 w 12183255"/>
              <a:gd name="connsiteY1" fmla="*/ 0 h 5508886"/>
              <a:gd name="connsiteX2" fmla="*/ 12172013 w 12183255"/>
              <a:gd name="connsiteY2" fmla="*/ 7496 h 5508886"/>
              <a:gd name="connsiteX3" fmla="*/ 12183255 w 12183255"/>
              <a:gd name="connsiteY3" fmla="*/ 3972394 h 5508886"/>
              <a:gd name="connsiteX4" fmla="*/ 4077324 w 12183255"/>
              <a:gd name="connsiteY4" fmla="*/ 5508886 h 5508886"/>
              <a:gd name="connsiteX5" fmla="*/ 0 w 12183255"/>
              <a:gd name="connsiteY5" fmla="*/ 5501391 h 5508886"/>
              <a:gd name="connsiteX6" fmla="*/ 0 w 12183255"/>
              <a:gd name="connsiteY6" fmla="*/ 2848131 h 5508886"/>
              <a:gd name="connsiteX0" fmla="*/ 0 w 12183255"/>
              <a:gd name="connsiteY0" fmla="*/ 2863121 h 5523876"/>
              <a:gd name="connsiteX1" fmla="*/ 5932357 w 12183255"/>
              <a:gd name="connsiteY1" fmla="*/ 0 h 5523876"/>
              <a:gd name="connsiteX2" fmla="*/ 12172013 w 12183255"/>
              <a:gd name="connsiteY2" fmla="*/ 22486 h 5523876"/>
              <a:gd name="connsiteX3" fmla="*/ 12183255 w 12183255"/>
              <a:gd name="connsiteY3" fmla="*/ 3987384 h 5523876"/>
              <a:gd name="connsiteX4" fmla="*/ 4077324 w 12183255"/>
              <a:gd name="connsiteY4" fmla="*/ 5523876 h 5523876"/>
              <a:gd name="connsiteX5" fmla="*/ 0 w 12183255"/>
              <a:gd name="connsiteY5" fmla="*/ 5516381 h 5523876"/>
              <a:gd name="connsiteX6" fmla="*/ 0 w 12183255"/>
              <a:gd name="connsiteY6" fmla="*/ 2863121 h 5523876"/>
              <a:gd name="connsiteX0" fmla="*/ 0 w 12187778"/>
              <a:gd name="connsiteY0" fmla="*/ 2870615 h 5531370"/>
              <a:gd name="connsiteX1" fmla="*/ 5932357 w 12187778"/>
              <a:gd name="connsiteY1" fmla="*/ 7494 h 5531370"/>
              <a:gd name="connsiteX2" fmla="*/ 12187003 w 12187778"/>
              <a:gd name="connsiteY2" fmla="*/ 0 h 5531370"/>
              <a:gd name="connsiteX3" fmla="*/ 12183255 w 12187778"/>
              <a:gd name="connsiteY3" fmla="*/ 3994878 h 5531370"/>
              <a:gd name="connsiteX4" fmla="*/ 4077324 w 12187778"/>
              <a:gd name="connsiteY4" fmla="*/ 5531370 h 5531370"/>
              <a:gd name="connsiteX5" fmla="*/ 0 w 12187778"/>
              <a:gd name="connsiteY5" fmla="*/ 5523875 h 5531370"/>
              <a:gd name="connsiteX6" fmla="*/ 0 w 12187778"/>
              <a:gd name="connsiteY6" fmla="*/ 2870615 h 5531370"/>
              <a:gd name="connsiteX0" fmla="*/ 0 w 12198004"/>
              <a:gd name="connsiteY0" fmla="*/ 2870615 h 5531370"/>
              <a:gd name="connsiteX1" fmla="*/ 5932357 w 12198004"/>
              <a:gd name="connsiteY1" fmla="*/ 7494 h 5531370"/>
              <a:gd name="connsiteX2" fmla="*/ 12187003 w 12198004"/>
              <a:gd name="connsiteY2" fmla="*/ 0 h 5531370"/>
              <a:gd name="connsiteX3" fmla="*/ 12198004 w 12198004"/>
              <a:gd name="connsiteY3" fmla="*/ 3994878 h 5531370"/>
              <a:gd name="connsiteX4" fmla="*/ 4077324 w 12198004"/>
              <a:gd name="connsiteY4" fmla="*/ 5531370 h 5531370"/>
              <a:gd name="connsiteX5" fmla="*/ 0 w 12198004"/>
              <a:gd name="connsiteY5" fmla="*/ 5523875 h 5531370"/>
              <a:gd name="connsiteX6" fmla="*/ 0 w 12198004"/>
              <a:gd name="connsiteY6" fmla="*/ 2870615 h 5531370"/>
              <a:gd name="connsiteX0" fmla="*/ 0 w 12198004"/>
              <a:gd name="connsiteY0" fmla="*/ 2863121 h 5523876"/>
              <a:gd name="connsiteX1" fmla="*/ 5932357 w 12198004"/>
              <a:gd name="connsiteY1" fmla="*/ 0 h 5523876"/>
              <a:gd name="connsiteX2" fmla="*/ 12187003 w 12198004"/>
              <a:gd name="connsiteY2" fmla="*/ 11556 h 5523876"/>
              <a:gd name="connsiteX3" fmla="*/ 12198004 w 12198004"/>
              <a:gd name="connsiteY3" fmla="*/ 3987384 h 5523876"/>
              <a:gd name="connsiteX4" fmla="*/ 4077324 w 12198004"/>
              <a:gd name="connsiteY4" fmla="*/ 5523876 h 5523876"/>
              <a:gd name="connsiteX5" fmla="*/ 0 w 12198004"/>
              <a:gd name="connsiteY5" fmla="*/ 5516381 h 5523876"/>
              <a:gd name="connsiteX6" fmla="*/ 0 w 12198004"/>
              <a:gd name="connsiteY6" fmla="*/ 2863121 h 5523876"/>
              <a:gd name="connsiteX0" fmla="*/ 0 w 12198004"/>
              <a:gd name="connsiteY0" fmla="*/ 2863121 h 5523876"/>
              <a:gd name="connsiteX1" fmla="*/ 5932357 w 12198004"/>
              <a:gd name="connsiteY1" fmla="*/ 0 h 5523876"/>
              <a:gd name="connsiteX2" fmla="*/ 12187003 w 12198004"/>
              <a:gd name="connsiteY2" fmla="*/ 11556 h 5523876"/>
              <a:gd name="connsiteX3" fmla="*/ 12198004 w 12198004"/>
              <a:gd name="connsiteY3" fmla="*/ 4458872 h 5523876"/>
              <a:gd name="connsiteX4" fmla="*/ 4077324 w 12198004"/>
              <a:gd name="connsiteY4" fmla="*/ 5523876 h 5523876"/>
              <a:gd name="connsiteX5" fmla="*/ 0 w 12198004"/>
              <a:gd name="connsiteY5" fmla="*/ 5516381 h 5523876"/>
              <a:gd name="connsiteX6" fmla="*/ 0 w 12198004"/>
              <a:gd name="connsiteY6" fmla="*/ 2863121 h 5523876"/>
              <a:gd name="connsiteX0" fmla="*/ 0 w 12188479"/>
              <a:gd name="connsiteY0" fmla="*/ 2863121 h 5523876"/>
              <a:gd name="connsiteX1" fmla="*/ 5932357 w 12188479"/>
              <a:gd name="connsiteY1" fmla="*/ 0 h 5523876"/>
              <a:gd name="connsiteX2" fmla="*/ 12187003 w 12188479"/>
              <a:gd name="connsiteY2" fmla="*/ 11556 h 5523876"/>
              <a:gd name="connsiteX3" fmla="*/ 12188479 w 12188479"/>
              <a:gd name="connsiteY3" fmla="*/ 4496972 h 5523876"/>
              <a:gd name="connsiteX4" fmla="*/ 4077324 w 12188479"/>
              <a:gd name="connsiteY4" fmla="*/ 5523876 h 5523876"/>
              <a:gd name="connsiteX5" fmla="*/ 0 w 12188479"/>
              <a:gd name="connsiteY5" fmla="*/ 5516381 h 5523876"/>
              <a:gd name="connsiteX6" fmla="*/ 0 w 12188479"/>
              <a:gd name="connsiteY6" fmla="*/ 2863121 h 5523876"/>
              <a:gd name="connsiteX0" fmla="*/ 0 w 12196099"/>
              <a:gd name="connsiteY0" fmla="*/ 4105181 h 5523876"/>
              <a:gd name="connsiteX1" fmla="*/ 5939977 w 12196099"/>
              <a:gd name="connsiteY1" fmla="*/ 0 h 5523876"/>
              <a:gd name="connsiteX2" fmla="*/ 12194623 w 12196099"/>
              <a:gd name="connsiteY2" fmla="*/ 11556 h 5523876"/>
              <a:gd name="connsiteX3" fmla="*/ 12196099 w 12196099"/>
              <a:gd name="connsiteY3" fmla="*/ 4496972 h 5523876"/>
              <a:gd name="connsiteX4" fmla="*/ 4084944 w 12196099"/>
              <a:gd name="connsiteY4" fmla="*/ 5523876 h 5523876"/>
              <a:gd name="connsiteX5" fmla="*/ 7620 w 12196099"/>
              <a:gd name="connsiteY5" fmla="*/ 5516381 h 5523876"/>
              <a:gd name="connsiteX6" fmla="*/ 0 w 12196099"/>
              <a:gd name="connsiteY6" fmla="*/ 4105181 h 5523876"/>
              <a:gd name="connsiteX0" fmla="*/ 0 w 12196099"/>
              <a:gd name="connsiteY0" fmla="*/ 4105181 h 5523876"/>
              <a:gd name="connsiteX1" fmla="*/ 5939977 w 12196099"/>
              <a:gd name="connsiteY1" fmla="*/ 0 h 5523876"/>
              <a:gd name="connsiteX2" fmla="*/ 12194623 w 12196099"/>
              <a:gd name="connsiteY2" fmla="*/ 11556 h 5523876"/>
              <a:gd name="connsiteX3" fmla="*/ 12196099 w 12196099"/>
              <a:gd name="connsiteY3" fmla="*/ 4027072 h 5523876"/>
              <a:gd name="connsiteX4" fmla="*/ 4084944 w 12196099"/>
              <a:gd name="connsiteY4" fmla="*/ 5523876 h 5523876"/>
              <a:gd name="connsiteX5" fmla="*/ 7620 w 12196099"/>
              <a:gd name="connsiteY5" fmla="*/ 5516381 h 5523876"/>
              <a:gd name="connsiteX6" fmla="*/ 0 w 12196099"/>
              <a:gd name="connsiteY6" fmla="*/ 4105181 h 5523876"/>
              <a:gd name="connsiteX0" fmla="*/ 0 w 12199274"/>
              <a:gd name="connsiteY0" fmla="*/ 4105181 h 5523876"/>
              <a:gd name="connsiteX1" fmla="*/ 5939977 w 12199274"/>
              <a:gd name="connsiteY1" fmla="*/ 0 h 5523876"/>
              <a:gd name="connsiteX2" fmla="*/ 12194623 w 12199274"/>
              <a:gd name="connsiteY2" fmla="*/ 11556 h 5523876"/>
              <a:gd name="connsiteX3" fmla="*/ 12199274 w 12199274"/>
              <a:gd name="connsiteY3" fmla="*/ 4030247 h 5523876"/>
              <a:gd name="connsiteX4" fmla="*/ 4084944 w 12199274"/>
              <a:gd name="connsiteY4" fmla="*/ 5523876 h 5523876"/>
              <a:gd name="connsiteX5" fmla="*/ 7620 w 12199274"/>
              <a:gd name="connsiteY5" fmla="*/ 5516381 h 5523876"/>
              <a:gd name="connsiteX6" fmla="*/ 0 w 12199274"/>
              <a:gd name="connsiteY6" fmla="*/ 4105181 h 5523876"/>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7620 w 12199274"/>
              <a:gd name="connsiteY5" fmla="*/ 5516381 h 5536068"/>
              <a:gd name="connsiteX6" fmla="*/ 0 w 12199274"/>
              <a:gd name="connsiteY6" fmla="*/ 4105181 h 5536068"/>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15240 w 12199274"/>
              <a:gd name="connsiteY5" fmla="*/ 5363981 h 5536068"/>
              <a:gd name="connsiteX6" fmla="*/ 0 w 12199274"/>
              <a:gd name="connsiteY6" fmla="*/ 4105181 h 5536068"/>
              <a:gd name="connsiteX0" fmla="*/ 0 w 12199274"/>
              <a:gd name="connsiteY0" fmla="*/ 4105181 h 5539241"/>
              <a:gd name="connsiteX1" fmla="*/ 5939977 w 12199274"/>
              <a:gd name="connsiteY1" fmla="*/ 0 h 5539241"/>
              <a:gd name="connsiteX2" fmla="*/ 12194623 w 12199274"/>
              <a:gd name="connsiteY2" fmla="*/ 11556 h 5539241"/>
              <a:gd name="connsiteX3" fmla="*/ 12199274 w 12199274"/>
              <a:gd name="connsiteY3" fmla="*/ 4030247 h 5539241"/>
              <a:gd name="connsiteX4" fmla="*/ 4450704 w 12199274"/>
              <a:gd name="connsiteY4" fmla="*/ 5536068 h 5539241"/>
              <a:gd name="connsiteX5" fmla="*/ 15240 w 12199274"/>
              <a:gd name="connsiteY5" fmla="*/ 5539241 h 5539241"/>
              <a:gd name="connsiteX6" fmla="*/ 0 w 12199274"/>
              <a:gd name="connsiteY6" fmla="*/ 4105181 h 5539241"/>
              <a:gd name="connsiteX0" fmla="*/ 0 w 12199274"/>
              <a:gd name="connsiteY0" fmla="*/ 4105181 h 5536068"/>
              <a:gd name="connsiteX1" fmla="*/ 5939977 w 12199274"/>
              <a:gd name="connsiteY1" fmla="*/ 0 h 5536068"/>
              <a:gd name="connsiteX2" fmla="*/ 12194623 w 12199274"/>
              <a:gd name="connsiteY2" fmla="*/ 11556 h 5536068"/>
              <a:gd name="connsiteX3" fmla="*/ 12199274 w 12199274"/>
              <a:gd name="connsiteY3" fmla="*/ 4030247 h 5536068"/>
              <a:gd name="connsiteX4" fmla="*/ 4450704 w 12199274"/>
              <a:gd name="connsiteY4" fmla="*/ 5536068 h 5536068"/>
              <a:gd name="connsiteX5" fmla="*/ 7620 w 12199274"/>
              <a:gd name="connsiteY5" fmla="*/ 5531621 h 5536068"/>
              <a:gd name="connsiteX6" fmla="*/ 0 w 12199274"/>
              <a:gd name="connsiteY6" fmla="*/ 4105181 h 5536068"/>
              <a:gd name="connsiteX0" fmla="*/ 0 w 12199274"/>
              <a:gd name="connsiteY0" fmla="*/ 4105181 h 5539241"/>
              <a:gd name="connsiteX1" fmla="*/ 5939977 w 12199274"/>
              <a:gd name="connsiteY1" fmla="*/ 0 h 5539241"/>
              <a:gd name="connsiteX2" fmla="*/ 12194623 w 12199274"/>
              <a:gd name="connsiteY2" fmla="*/ 11556 h 5539241"/>
              <a:gd name="connsiteX3" fmla="*/ 12199274 w 12199274"/>
              <a:gd name="connsiteY3" fmla="*/ 4030247 h 5539241"/>
              <a:gd name="connsiteX4" fmla="*/ 4450704 w 12199274"/>
              <a:gd name="connsiteY4" fmla="*/ 5536068 h 5539241"/>
              <a:gd name="connsiteX5" fmla="*/ 0 w 12199274"/>
              <a:gd name="connsiteY5" fmla="*/ 5539241 h 5539241"/>
              <a:gd name="connsiteX6" fmla="*/ 0 w 12199274"/>
              <a:gd name="connsiteY6" fmla="*/ 4105181 h 5539241"/>
              <a:gd name="connsiteX0" fmla="*/ 0 w 12199274"/>
              <a:gd name="connsiteY0" fmla="*/ 4097561 h 5531621"/>
              <a:gd name="connsiteX1" fmla="*/ 5627557 w 12199274"/>
              <a:gd name="connsiteY1" fmla="*/ 0 h 5531621"/>
              <a:gd name="connsiteX2" fmla="*/ 12194623 w 12199274"/>
              <a:gd name="connsiteY2" fmla="*/ 3936 h 5531621"/>
              <a:gd name="connsiteX3" fmla="*/ 12199274 w 12199274"/>
              <a:gd name="connsiteY3" fmla="*/ 4022627 h 5531621"/>
              <a:gd name="connsiteX4" fmla="*/ 4450704 w 12199274"/>
              <a:gd name="connsiteY4" fmla="*/ 5528448 h 5531621"/>
              <a:gd name="connsiteX5" fmla="*/ 0 w 12199274"/>
              <a:gd name="connsiteY5" fmla="*/ 5531621 h 5531621"/>
              <a:gd name="connsiteX6" fmla="*/ 0 w 12199274"/>
              <a:gd name="connsiteY6" fmla="*/ 4097561 h 5531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9274" h="5531621">
                <a:moveTo>
                  <a:pt x="0" y="4097561"/>
                </a:moveTo>
                <a:lnTo>
                  <a:pt x="5627557" y="0"/>
                </a:lnTo>
                <a:lnTo>
                  <a:pt x="12194623" y="3936"/>
                </a:lnTo>
                <a:cubicBezTo>
                  <a:pt x="12198370" y="1325569"/>
                  <a:pt x="12195527" y="2700994"/>
                  <a:pt x="12199274" y="4022627"/>
                </a:cubicBezTo>
                <a:lnTo>
                  <a:pt x="4450704" y="5528448"/>
                </a:lnTo>
                <a:lnTo>
                  <a:pt x="0" y="5531621"/>
                </a:lnTo>
                <a:lnTo>
                  <a:pt x="0" y="4097561"/>
                </a:lnTo>
                <a:close/>
              </a:path>
            </a:pathLst>
          </a:custGeom>
          <a:gradFill flip="none" rotWithShape="1">
            <a:gsLst>
              <a:gs pos="0">
                <a:schemeClr val="tx2">
                  <a:lumMod val="20000"/>
                  <a:lumOff val="80000"/>
                  <a:alpha val="74000"/>
                </a:schemeClr>
              </a:gs>
              <a:gs pos="84000">
                <a:schemeClr val="bg1"/>
              </a:gs>
            </a:gsLst>
            <a:lin ang="19200000" scaled="0"/>
            <a:tileRect/>
          </a:gradFill>
          <a:ln>
            <a:noFill/>
          </a:ln>
        </p:spPr>
        <p:style>
          <a:lnRef idx="2">
            <a:schemeClr val="accent2">
              <a:shade val="50000"/>
            </a:schemeClr>
          </a:lnRef>
          <a:fillRef idx="1">
            <a:schemeClr val="accent2"/>
          </a:fillRef>
          <a:effectRef idx="0">
            <a:schemeClr val="accent2"/>
          </a:effectRef>
          <a:fontRef idx="minor">
            <a:schemeClr val="lt1"/>
          </a:fontRef>
        </p:style>
        <p:txBody>
          <a:bodyPr rot="0" spcFirstLastPara="0" vertOverflow="overflow" horzOverflow="overflow" vert="horz" wrap="square" lIns="0" tIns="0" rIns="0" bIns="18000" numCol="1" spcCol="0" rtlCol="0" fromWordArt="0" anchor="ctr" anchorCtr="0" forceAA="0" compatLnSpc="1">
            <a:prstTxWarp prst="textNoShape">
              <a:avLst/>
            </a:prstTxWarp>
            <a:noAutofit/>
          </a:bodyPr>
          <a:lstStyle/>
          <a:p>
            <a:pPr marL="0" marR="0" indent="0" algn="ctr" defTabSz="914377" rtl="0" eaLnBrk="1" fontAlgn="auto" latinLnBrk="0" hangingPunct="1">
              <a:lnSpc>
                <a:spcPct val="100000"/>
              </a:lnSpc>
              <a:spcBef>
                <a:spcPts val="0"/>
              </a:spcBef>
              <a:spcAft>
                <a:spcPts val="0"/>
              </a:spcAft>
              <a:buClrTx/>
              <a:buSzTx/>
              <a:buFontTx/>
              <a:buNone/>
              <a:tabLst/>
            </a:pPr>
            <a:endParaRPr kumimoji="1" lang="ja-JP" altLang="en-US" sz="1000" dirty="0">
              <a:solidFill>
                <a:schemeClr val="tx1"/>
              </a:solidFill>
              <a:latin typeface="+mj-ea"/>
              <a:ea typeface="+mj-ea"/>
              <a:cs typeface="Meiryo UI" panose="020B0604030504040204" pitchFamily="50" charset="-128"/>
            </a:endParaRPr>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14713"/>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dirty="0"/>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F83FCCE4-3781-8360-088C-7FFD9ECFE262}"/>
              </a:ext>
            </a:extLst>
          </p:cNvPr>
          <p:cNvGrpSpPr/>
          <p:nvPr userDrawn="1"/>
        </p:nvGrpSpPr>
        <p:grpSpPr>
          <a:xfrm>
            <a:off x="-2665917" y="2628901"/>
            <a:ext cx="2472696" cy="4229099"/>
            <a:chOff x="-2472696" y="1"/>
            <a:chExt cx="2472696" cy="4229099"/>
          </a:xfrm>
        </p:grpSpPr>
        <p:sp>
          <p:nvSpPr>
            <p:cNvPr id="6" name="正方形/長方形 5">
              <a:extLst>
                <a:ext uri="{FF2B5EF4-FFF2-40B4-BE49-F238E27FC236}">
                  <a16:creationId xmlns:a16="http://schemas.microsoft.com/office/drawing/2014/main" id="{685CC341-E695-A1A6-E036-7BAD62FF1DF5}"/>
                </a:ext>
              </a:extLst>
            </p:cNvPr>
            <p:cNvSpPr/>
            <p:nvPr userDrawn="1"/>
          </p:nvSpPr>
          <p:spPr>
            <a:xfrm>
              <a:off x="-2472696" y="1"/>
              <a:ext cx="2472696" cy="4229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76240D32-58AD-72A5-4B91-B1938678CCBA}"/>
                </a:ext>
              </a:extLst>
            </p:cNvPr>
            <p:cNvSpPr txBox="1"/>
            <p:nvPr userDrawn="1"/>
          </p:nvSpPr>
          <p:spPr>
            <a:xfrm>
              <a:off x="-2256712" y="265455"/>
              <a:ext cx="1944000" cy="288000"/>
            </a:xfrm>
            <a:prstGeom prst="rect">
              <a:avLst/>
            </a:prstGeom>
            <a:noFill/>
          </p:spPr>
          <p:txBody>
            <a:bodyPr wrap="none" lIns="0" tIns="0" rIns="0" bIns="0" rtlCol="0">
              <a:noAutofit/>
            </a:bodyPr>
            <a:lstStyle/>
            <a:p>
              <a:pPr algn="l"/>
              <a:r>
                <a:rPr kumimoji="1" lang="ja-JP" altLang="en-US" sz="1400" b="1" dirty="0"/>
                <a:t>ベース</a:t>
              </a:r>
              <a:r>
                <a:rPr kumimoji="1" lang="ja-JP" altLang="en-US" sz="1050" b="0" dirty="0"/>
                <a:t>（テキスト・背景）</a:t>
              </a:r>
            </a:p>
          </p:txBody>
        </p:sp>
        <p:sp>
          <p:nvSpPr>
            <p:cNvPr id="12" name="正方形/長方形 11">
              <a:extLst>
                <a:ext uri="{FF2B5EF4-FFF2-40B4-BE49-F238E27FC236}">
                  <a16:creationId xmlns:a16="http://schemas.microsoft.com/office/drawing/2014/main" id="{C84DA671-9C7F-CACF-843A-F7EFF61A5A4C}"/>
                </a:ext>
              </a:extLst>
            </p:cNvPr>
            <p:cNvSpPr>
              <a:spLocks noChangeAspect="1"/>
            </p:cNvSpPr>
            <p:nvPr userDrawn="1"/>
          </p:nvSpPr>
          <p:spPr>
            <a:xfrm>
              <a:off x="-2256712" y="550690"/>
              <a:ext cx="360000" cy="360000"/>
            </a:xfrm>
            <a:prstGeom prst="rect">
              <a:avLst/>
            </a:prstGeom>
            <a:solidFill>
              <a:srgbClr val="2323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EA15937E-DD30-3D65-2689-287A20D53F3D}"/>
                </a:ext>
              </a:extLst>
            </p:cNvPr>
            <p:cNvSpPr>
              <a:spLocks noChangeAspect="1"/>
            </p:cNvSpPr>
            <p:nvPr userDrawn="1"/>
          </p:nvSpPr>
          <p:spPr>
            <a:xfrm>
              <a:off x="-1164102" y="550690"/>
              <a:ext cx="360000" cy="360000"/>
            </a:xfrm>
            <a:prstGeom prst="rect">
              <a:avLst/>
            </a:prstGeom>
            <a:solidFill>
              <a:srgbClr val="FFFFFF"/>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1F63737-B85B-E9C2-37D7-864189DD8806}"/>
                </a:ext>
              </a:extLst>
            </p:cNvPr>
            <p:cNvSpPr txBox="1"/>
            <p:nvPr userDrawn="1"/>
          </p:nvSpPr>
          <p:spPr>
            <a:xfrm>
              <a:off x="-2256712" y="1087419"/>
              <a:ext cx="1944000" cy="288000"/>
            </a:xfrm>
            <a:prstGeom prst="rect">
              <a:avLst/>
            </a:prstGeom>
            <a:noFill/>
          </p:spPr>
          <p:txBody>
            <a:bodyPr wrap="none" lIns="0" tIns="0" rIns="0" bIns="0" rtlCol="0">
              <a:noAutofit/>
            </a:bodyPr>
            <a:lstStyle/>
            <a:p>
              <a:pPr algn="l"/>
              <a:r>
                <a:rPr kumimoji="1" lang="ja-JP" altLang="en-US" sz="1400" b="1" dirty="0"/>
                <a:t>メイン</a:t>
              </a:r>
              <a:r>
                <a:rPr kumimoji="1" lang="ja-JP" altLang="en-US" sz="1050" b="0" dirty="0"/>
                <a:t>（見出し・強調）</a:t>
              </a:r>
            </a:p>
          </p:txBody>
        </p:sp>
        <p:sp>
          <p:nvSpPr>
            <p:cNvPr id="16" name="正方形/長方形 15">
              <a:extLst>
                <a:ext uri="{FF2B5EF4-FFF2-40B4-BE49-F238E27FC236}">
                  <a16:creationId xmlns:a16="http://schemas.microsoft.com/office/drawing/2014/main" id="{F80E1B78-2123-AEDD-FC5C-5276F2BF6A62}"/>
                </a:ext>
              </a:extLst>
            </p:cNvPr>
            <p:cNvSpPr>
              <a:spLocks noChangeAspect="1"/>
            </p:cNvSpPr>
            <p:nvPr userDrawn="1"/>
          </p:nvSpPr>
          <p:spPr>
            <a:xfrm>
              <a:off x="-2256712" y="1375419"/>
              <a:ext cx="360000" cy="360000"/>
            </a:xfrm>
            <a:prstGeom prst="rect">
              <a:avLst/>
            </a:prstGeom>
            <a:solidFill>
              <a:srgbClr val="2F46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B746A74-07C8-DE38-1822-142AB21A048A}"/>
                </a:ext>
              </a:extLst>
            </p:cNvPr>
            <p:cNvSpPr txBox="1"/>
            <p:nvPr userDrawn="1"/>
          </p:nvSpPr>
          <p:spPr>
            <a:xfrm>
              <a:off x="-2256712" y="1909383"/>
              <a:ext cx="1944000" cy="288000"/>
            </a:xfrm>
            <a:prstGeom prst="rect">
              <a:avLst/>
            </a:prstGeom>
            <a:noFill/>
          </p:spPr>
          <p:txBody>
            <a:bodyPr wrap="none" lIns="0" tIns="0" rIns="0" bIns="0" rtlCol="0">
              <a:noAutofit/>
            </a:bodyPr>
            <a:lstStyle/>
            <a:p>
              <a:pPr algn="l"/>
              <a:r>
                <a:rPr kumimoji="1" lang="ja-JP" altLang="en-US" sz="1400" b="1" dirty="0"/>
                <a:t>アクセント</a:t>
              </a:r>
              <a:r>
                <a:rPr kumimoji="1" lang="ja-JP" altLang="en-US" sz="1050" b="0" dirty="0"/>
                <a:t>（注目・注意）</a:t>
              </a:r>
            </a:p>
          </p:txBody>
        </p:sp>
        <p:sp>
          <p:nvSpPr>
            <p:cNvPr id="18" name="正方形/長方形 17">
              <a:extLst>
                <a:ext uri="{FF2B5EF4-FFF2-40B4-BE49-F238E27FC236}">
                  <a16:creationId xmlns:a16="http://schemas.microsoft.com/office/drawing/2014/main" id="{15025591-60E2-F1C3-64B5-6EE3562F0014}"/>
                </a:ext>
              </a:extLst>
            </p:cNvPr>
            <p:cNvSpPr>
              <a:spLocks noChangeAspect="1"/>
            </p:cNvSpPr>
            <p:nvPr userDrawn="1"/>
          </p:nvSpPr>
          <p:spPr>
            <a:xfrm>
              <a:off x="-2256712" y="2197383"/>
              <a:ext cx="360000" cy="360000"/>
            </a:xfrm>
            <a:prstGeom prst="rect">
              <a:avLst/>
            </a:prstGeom>
            <a:solidFill>
              <a:srgbClr val="D566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E7DC732-64E6-3F13-B02C-AAF49E79C100}"/>
                </a:ext>
              </a:extLst>
            </p:cNvPr>
            <p:cNvSpPr txBox="1"/>
            <p:nvPr userDrawn="1"/>
          </p:nvSpPr>
          <p:spPr>
            <a:xfrm>
              <a:off x="-2256712" y="2731347"/>
              <a:ext cx="1944000" cy="288000"/>
            </a:xfrm>
            <a:prstGeom prst="rect">
              <a:avLst/>
            </a:prstGeom>
            <a:noFill/>
          </p:spPr>
          <p:txBody>
            <a:bodyPr wrap="none" lIns="0" tIns="0" rIns="0" bIns="0" rtlCol="0">
              <a:noAutofit/>
            </a:bodyPr>
            <a:lstStyle/>
            <a:p>
              <a:pPr algn="l"/>
              <a:r>
                <a:rPr kumimoji="1" lang="ja-JP" altLang="en-US" sz="1400" b="1" dirty="0"/>
                <a:t>サブ</a:t>
              </a:r>
              <a:r>
                <a:rPr kumimoji="1" lang="ja-JP" altLang="en-US" sz="1050" b="0" dirty="0"/>
                <a:t>（メイン・アクセントの補完）</a:t>
              </a:r>
            </a:p>
          </p:txBody>
        </p:sp>
        <p:sp>
          <p:nvSpPr>
            <p:cNvPr id="20" name="正方形/長方形 19">
              <a:extLst>
                <a:ext uri="{FF2B5EF4-FFF2-40B4-BE49-F238E27FC236}">
                  <a16:creationId xmlns:a16="http://schemas.microsoft.com/office/drawing/2014/main" id="{618D17A2-6680-8990-4540-2712BA6471F6}"/>
                </a:ext>
              </a:extLst>
            </p:cNvPr>
            <p:cNvSpPr>
              <a:spLocks noChangeAspect="1"/>
            </p:cNvSpPr>
            <p:nvPr userDrawn="1"/>
          </p:nvSpPr>
          <p:spPr>
            <a:xfrm>
              <a:off x="-2256712" y="3016582"/>
              <a:ext cx="360000" cy="360000"/>
            </a:xfrm>
            <a:prstGeom prst="rect">
              <a:avLst/>
            </a:prstGeom>
            <a:solidFill>
              <a:srgbClr val="F0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9" name="正方形/長方形 38">
            <a:extLst>
              <a:ext uri="{FF2B5EF4-FFF2-40B4-BE49-F238E27FC236}">
                <a16:creationId xmlns:a16="http://schemas.microsoft.com/office/drawing/2014/main" id="{04017D9E-DB60-B18D-922C-63C84655481E}"/>
              </a:ext>
            </a:extLst>
          </p:cNvPr>
          <p:cNvSpPr>
            <a:spLocks/>
          </p:cNvSpPr>
          <p:nvPr userDrawn="1"/>
        </p:nvSpPr>
        <p:spPr>
          <a:xfrm>
            <a:off x="-2449933" y="6100868"/>
            <a:ext cx="906305" cy="25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ポジティブ</a:t>
            </a:r>
            <a:endParaRPr kumimoji="1" lang="en-US" altLang="ja-JP" sz="1100" b="1" dirty="0"/>
          </a:p>
        </p:txBody>
      </p:sp>
      <p:sp>
        <p:nvSpPr>
          <p:cNvPr id="40" name="正方形/長方形 39">
            <a:extLst>
              <a:ext uri="{FF2B5EF4-FFF2-40B4-BE49-F238E27FC236}">
                <a16:creationId xmlns:a16="http://schemas.microsoft.com/office/drawing/2014/main" id="{7DBB02FA-C0F8-87CE-2CDD-6E13C3FA30ED}"/>
              </a:ext>
            </a:extLst>
          </p:cNvPr>
          <p:cNvSpPr>
            <a:spLocks/>
          </p:cNvSpPr>
          <p:nvPr userDrawn="1"/>
        </p:nvSpPr>
        <p:spPr>
          <a:xfrm>
            <a:off x="-1404905" y="6100868"/>
            <a:ext cx="906305"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ネガティブ</a:t>
            </a:r>
            <a:endParaRPr kumimoji="1" lang="en-US" altLang="ja-JP" sz="1100" b="1" dirty="0"/>
          </a:p>
        </p:txBody>
      </p:sp>
      <p:sp>
        <p:nvSpPr>
          <p:cNvPr id="43" name="正方形/長方形 42">
            <a:extLst>
              <a:ext uri="{FF2B5EF4-FFF2-40B4-BE49-F238E27FC236}">
                <a16:creationId xmlns:a16="http://schemas.microsoft.com/office/drawing/2014/main" id="{F99ED439-DBBF-C3D0-8267-0DB46B648B62}"/>
              </a:ext>
            </a:extLst>
          </p:cNvPr>
          <p:cNvSpPr/>
          <p:nvPr userDrawn="1"/>
        </p:nvSpPr>
        <p:spPr>
          <a:xfrm>
            <a:off x="-2449933" y="6405668"/>
            <a:ext cx="608111"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過去</a:t>
            </a:r>
          </a:p>
        </p:txBody>
      </p:sp>
      <p:sp>
        <p:nvSpPr>
          <p:cNvPr id="44" name="正方形/長方形 43">
            <a:extLst>
              <a:ext uri="{FF2B5EF4-FFF2-40B4-BE49-F238E27FC236}">
                <a16:creationId xmlns:a16="http://schemas.microsoft.com/office/drawing/2014/main" id="{7724ABBC-6A4F-DBA9-9E60-8E2AF3BE2242}"/>
              </a:ext>
            </a:extLst>
          </p:cNvPr>
          <p:cNvSpPr/>
          <p:nvPr userDrawn="1"/>
        </p:nvSpPr>
        <p:spPr>
          <a:xfrm>
            <a:off x="-1778322" y="6405668"/>
            <a:ext cx="608111" cy="25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現在</a:t>
            </a:r>
          </a:p>
        </p:txBody>
      </p:sp>
      <p:sp>
        <p:nvSpPr>
          <p:cNvPr id="45" name="正方形/長方形 44">
            <a:extLst>
              <a:ext uri="{FF2B5EF4-FFF2-40B4-BE49-F238E27FC236}">
                <a16:creationId xmlns:a16="http://schemas.microsoft.com/office/drawing/2014/main" id="{A31C9663-56E0-6419-FC2A-C5701C1F8F38}"/>
              </a:ext>
            </a:extLst>
          </p:cNvPr>
          <p:cNvSpPr/>
          <p:nvPr userDrawn="1"/>
        </p:nvSpPr>
        <p:spPr>
          <a:xfrm>
            <a:off x="-1106711" y="6405668"/>
            <a:ext cx="608111" cy="2520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未来</a:t>
            </a:r>
          </a:p>
        </p:txBody>
      </p:sp>
      <p:sp>
        <p:nvSpPr>
          <p:cNvPr id="22" name="テキスト ボックス 21">
            <a:extLst>
              <a:ext uri="{FF2B5EF4-FFF2-40B4-BE49-F238E27FC236}">
                <a16:creationId xmlns:a16="http://schemas.microsoft.com/office/drawing/2014/main" id="{2DC1EAF7-C564-539A-1F89-AC75549C433C}"/>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dirty="0">
                <a:solidFill>
                  <a:schemeClr val="tx2"/>
                </a:solidFill>
                <a:effectLst/>
                <a:latin typeface="+mn-lt"/>
              </a:rPr>
              <a:t>©Hankyu Hanshin Holdings,Inc. All rights reserved.</a:t>
            </a:r>
            <a:endParaRPr kumimoji="1" lang="ja-JP" altLang="en-US" sz="600" spc="100" baseline="0" dirty="0">
              <a:solidFill>
                <a:schemeClr val="tx2"/>
              </a:solidFill>
              <a:latin typeface="+mn-lt"/>
              <a:cs typeface="Meiryo UI" panose="020B0604030504040204" pitchFamily="50" charset="-128"/>
            </a:endParaRPr>
          </a:p>
        </p:txBody>
      </p:sp>
      <p:sp>
        <p:nvSpPr>
          <p:cNvPr id="23" name="グラフィックス 26">
            <a:extLst>
              <a:ext uri="{FF2B5EF4-FFF2-40B4-BE49-F238E27FC236}">
                <a16:creationId xmlns:a16="http://schemas.microsoft.com/office/drawing/2014/main" id="{647B17D3-B941-8153-DCAD-7E2A4A3C023C}"/>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dirty="0">
              <a:solidFill>
                <a:schemeClr val="tx2"/>
              </a:solidFill>
              <a:latin typeface="+mj-lt"/>
            </a:endParaRPr>
          </a:p>
        </p:txBody>
      </p:sp>
    </p:spTree>
    <p:extLst>
      <p:ext uri="{BB962C8B-B14F-4D97-AF65-F5344CB8AC3E}">
        <p14:creationId xmlns:p14="http://schemas.microsoft.com/office/powerpoint/2010/main" val="778435713"/>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本編_4私たちが描く未来の沿線の姿">
    <p:spTree>
      <p:nvGrpSpPr>
        <p:cNvPr id="1" name=""/>
        <p:cNvGrpSpPr/>
        <p:nvPr/>
      </p:nvGrpSpPr>
      <p:grpSpPr>
        <a:xfrm>
          <a:off x="0" y="0"/>
          <a:ext cx="0" cy="0"/>
          <a:chOff x="0" y="0"/>
          <a:chExt cx="0" cy="0"/>
        </a:xfrm>
      </p:grpSpPr>
      <p:pic>
        <p:nvPicPr>
          <p:cNvPr id="2" name="図 1" descr="ダイアグラム&#10;&#10;AI によって生成されたコンテンツは間違っている可能性があります。">
            <a:extLst>
              <a:ext uri="{FF2B5EF4-FFF2-40B4-BE49-F238E27FC236}">
                <a16:creationId xmlns:a16="http://schemas.microsoft.com/office/drawing/2014/main" id="{7E2A0ABB-F889-539C-1CE2-396E19C3E776}"/>
              </a:ext>
            </a:extLst>
          </p:cNvPr>
          <p:cNvPicPr>
            <a:picLocks noChangeAspect="1"/>
          </p:cNvPicPr>
          <p:nvPr userDrawn="1"/>
        </p:nvPicPr>
        <p:blipFill>
          <a:blip r:embed="rId3"/>
          <a:srcRect b="4292"/>
          <a:stretch/>
        </p:blipFill>
        <p:spPr>
          <a:xfrm>
            <a:off x="2268511" y="1504492"/>
            <a:ext cx="7908978" cy="5353507"/>
          </a:xfrm>
          <a:prstGeom prst="rect">
            <a:avLst/>
          </a:prstGeom>
        </p:spPr>
      </p:pic>
      <p:sp>
        <p:nvSpPr>
          <p:cNvPr id="9" name="正方形/長方形 8">
            <a:extLst>
              <a:ext uri="{FF2B5EF4-FFF2-40B4-BE49-F238E27FC236}">
                <a16:creationId xmlns:a16="http://schemas.microsoft.com/office/drawing/2014/main" id="{A0C3C1F8-6B4B-B2DC-A553-859547DA6B44}"/>
              </a:ext>
            </a:extLst>
          </p:cNvPr>
          <p:cNvSpPr/>
          <p:nvPr userDrawn="1"/>
        </p:nvSpPr>
        <p:spPr bwMode="auto">
          <a:xfrm flipH="1">
            <a:off x="8778164" y="1494573"/>
            <a:ext cx="3168000" cy="5364000"/>
          </a:xfrm>
          <a:prstGeom prst="rect">
            <a:avLst/>
          </a:prstGeom>
          <a:gradFill flip="none" rotWithShape="1">
            <a:gsLst>
              <a:gs pos="59000">
                <a:schemeClr val="bg1"/>
              </a:gs>
              <a:gs pos="100000">
                <a:schemeClr val="bg1">
                  <a:alpha val="0"/>
                </a:schemeClr>
              </a:gs>
            </a:gsLst>
            <a:lin ang="0" scaled="1"/>
            <a:tileRect/>
          </a:gradFill>
          <a:ln w="9525">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cs typeface="+mn-cs"/>
            </a:endParaRPr>
          </a:p>
        </p:txBody>
      </p:sp>
      <p:sp>
        <p:nvSpPr>
          <p:cNvPr id="11" name="正方形/長方形 10">
            <a:extLst>
              <a:ext uri="{FF2B5EF4-FFF2-40B4-BE49-F238E27FC236}">
                <a16:creationId xmlns:a16="http://schemas.microsoft.com/office/drawing/2014/main" id="{9E8D44B7-7A66-8083-5D6A-A6F3DFFB28F1}"/>
              </a:ext>
            </a:extLst>
          </p:cNvPr>
          <p:cNvSpPr/>
          <p:nvPr userDrawn="1"/>
        </p:nvSpPr>
        <p:spPr bwMode="auto">
          <a:xfrm>
            <a:off x="124927" y="1494573"/>
            <a:ext cx="3528000" cy="5364000"/>
          </a:xfrm>
          <a:prstGeom prst="rect">
            <a:avLst/>
          </a:prstGeom>
          <a:gradFill flip="none" rotWithShape="1">
            <a:gsLst>
              <a:gs pos="59000">
                <a:schemeClr val="bg1"/>
              </a:gs>
              <a:gs pos="100000">
                <a:schemeClr val="bg1">
                  <a:alpha val="0"/>
                </a:schemeClr>
              </a:gs>
            </a:gsLst>
            <a:lin ang="0" scaled="1"/>
            <a:tileRect/>
          </a:gradFill>
          <a:ln w="9525">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cs typeface="+mn-cs"/>
            </a:endParaRPr>
          </a:p>
        </p:txBody>
      </p:sp>
      <p:sp>
        <p:nvSpPr>
          <p:cNvPr id="3" name="正方形/長方形 2">
            <a:extLst>
              <a:ext uri="{FF2B5EF4-FFF2-40B4-BE49-F238E27FC236}">
                <a16:creationId xmlns:a16="http://schemas.microsoft.com/office/drawing/2014/main" id="{3E2D18EA-CEF4-1B83-3485-1E50C7CD5652}"/>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A73BC0AE-BA46-0953-A5B8-BED2132DFC89}"/>
              </a:ext>
            </a:extLst>
          </p:cNvPr>
          <p:cNvSpPr/>
          <p:nvPr userDrawn="1"/>
        </p:nvSpPr>
        <p:spPr>
          <a:xfrm>
            <a:off x="312000" y="260713"/>
            <a:ext cx="11880000" cy="360000"/>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プレースホルダー 15">
            <a:extLst>
              <a:ext uri="{FF2B5EF4-FFF2-40B4-BE49-F238E27FC236}">
                <a16:creationId xmlns:a16="http://schemas.microsoft.com/office/drawing/2014/main" id="{F5704C66-2D58-400F-D001-99881CD3A3F4}"/>
              </a:ext>
            </a:extLst>
          </p:cNvPr>
          <p:cNvSpPr>
            <a:spLocks noGrp="1"/>
          </p:cNvSpPr>
          <p:nvPr>
            <p:ph type="body" sz="quarter" idx="11" hasCustomPrompt="1"/>
          </p:nvPr>
        </p:nvSpPr>
        <p:spPr>
          <a:xfrm>
            <a:off x="623888" y="300199"/>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dirty="0"/>
              <a:t>スライドタイトル</a:t>
            </a:r>
          </a:p>
        </p:txBody>
      </p:sp>
      <p:sp>
        <p:nvSpPr>
          <p:cNvPr id="26" name="正方形/長方形 25">
            <a:extLst>
              <a:ext uri="{FF2B5EF4-FFF2-40B4-BE49-F238E27FC236}">
                <a16:creationId xmlns:a16="http://schemas.microsoft.com/office/drawing/2014/main" id="{39129D36-7209-21D1-4B49-6171A6B40572}"/>
              </a:ext>
            </a:extLst>
          </p:cNvPr>
          <p:cNvSpPr/>
          <p:nvPr userDrawn="1"/>
        </p:nvSpPr>
        <p:spPr>
          <a:xfrm>
            <a:off x="0" y="260713"/>
            <a:ext cx="180000" cy="360000"/>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 name="グループ化 4">
            <a:extLst>
              <a:ext uri="{FF2B5EF4-FFF2-40B4-BE49-F238E27FC236}">
                <a16:creationId xmlns:a16="http://schemas.microsoft.com/office/drawing/2014/main" id="{F83FCCE4-3781-8360-088C-7FFD9ECFE262}"/>
              </a:ext>
            </a:extLst>
          </p:cNvPr>
          <p:cNvGrpSpPr/>
          <p:nvPr userDrawn="1"/>
        </p:nvGrpSpPr>
        <p:grpSpPr>
          <a:xfrm>
            <a:off x="-2665917" y="2628901"/>
            <a:ext cx="2472696" cy="4229099"/>
            <a:chOff x="-2472696" y="1"/>
            <a:chExt cx="2472696" cy="4229099"/>
          </a:xfrm>
        </p:grpSpPr>
        <p:sp>
          <p:nvSpPr>
            <p:cNvPr id="6" name="正方形/長方形 5">
              <a:extLst>
                <a:ext uri="{FF2B5EF4-FFF2-40B4-BE49-F238E27FC236}">
                  <a16:creationId xmlns:a16="http://schemas.microsoft.com/office/drawing/2014/main" id="{685CC341-E695-A1A6-E036-7BAD62FF1DF5}"/>
                </a:ext>
              </a:extLst>
            </p:cNvPr>
            <p:cNvSpPr/>
            <p:nvPr userDrawn="1"/>
          </p:nvSpPr>
          <p:spPr>
            <a:xfrm>
              <a:off x="-2472696" y="1"/>
              <a:ext cx="2472696" cy="42290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7" name="テキスト ボックス 6">
              <a:extLst>
                <a:ext uri="{FF2B5EF4-FFF2-40B4-BE49-F238E27FC236}">
                  <a16:creationId xmlns:a16="http://schemas.microsoft.com/office/drawing/2014/main" id="{76240D32-58AD-72A5-4B91-B1938678CCBA}"/>
                </a:ext>
              </a:extLst>
            </p:cNvPr>
            <p:cNvSpPr txBox="1"/>
            <p:nvPr userDrawn="1"/>
          </p:nvSpPr>
          <p:spPr>
            <a:xfrm>
              <a:off x="-2256712" y="265455"/>
              <a:ext cx="1944000" cy="288000"/>
            </a:xfrm>
            <a:prstGeom prst="rect">
              <a:avLst/>
            </a:prstGeom>
            <a:noFill/>
          </p:spPr>
          <p:txBody>
            <a:bodyPr wrap="none" lIns="0" tIns="0" rIns="0" bIns="0" rtlCol="0">
              <a:noAutofit/>
            </a:bodyPr>
            <a:lstStyle/>
            <a:p>
              <a:pPr algn="l"/>
              <a:r>
                <a:rPr kumimoji="1" lang="ja-JP" altLang="en-US" sz="1400" b="1" dirty="0"/>
                <a:t>ベース</a:t>
              </a:r>
              <a:r>
                <a:rPr kumimoji="1" lang="ja-JP" altLang="en-US" sz="1050" b="0" dirty="0"/>
                <a:t>（テキスト・背景）</a:t>
              </a:r>
            </a:p>
          </p:txBody>
        </p:sp>
        <p:sp>
          <p:nvSpPr>
            <p:cNvPr id="12" name="正方形/長方形 11">
              <a:extLst>
                <a:ext uri="{FF2B5EF4-FFF2-40B4-BE49-F238E27FC236}">
                  <a16:creationId xmlns:a16="http://schemas.microsoft.com/office/drawing/2014/main" id="{C84DA671-9C7F-CACF-843A-F7EFF61A5A4C}"/>
                </a:ext>
              </a:extLst>
            </p:cNvPr>
            <p:cNvSpPr>
              <a:spLocks noChangeAspect="1"/>
            </p:cNvSpPr>
            <p:nvPr userDrawn="1"/>
          </p:nvSpPr>
          <p:spPr>
            <a:xfrm>
              <a:off x="-2256712" y="550690"/>
              <a:ext cx="360000" cy="360000"/>
            </a:xfrm>
            <a:prstGeom prst="rect">
              <a:avLst/>
            </a:prstGeom>
            <a:solidFill>
              <a:srgbClr val="23232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4" name="正方形/長方形 13">
              <a:extLst>
                <a:ext uri="{FF2B5EF4-FFF2-40B4-BE49-F238E27FC236}">
                  <a16:creationId xmlns:a16="http://schemas.microsoft.com/office/drawing/2014/main" id="{EA15937E-DD30-3D65-2689-287A20D53F3D}"/>
                </a:ext>
              </a:extLst>
            </p:cNvPr>
            <p:cNvSpPr>
              <a:spLocks noChangeAspect="1"/>
            </p:cNvSpPr>
            <p:nvPr userDrawn="1"/>
          </p:nvSpPr>
          <p:spPr>
            <a:xfrm>
              <a:off x="-1164102" y="550690"/>
              <a:ext cx="360000" cy="360000"/>
            </a:xfrm>
            <a:prstGeom prst="rect">
              <a:avLst/>
            </a:prstGeom>
            <a:solidFill>
              <a:srgbClr val="FFFFFF"/>
            </a:solidFill>
            <a:ln w="635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B1F63737-B85B-E9C2-37D7-864189DD8806}"/>
                </a:ext>
              </a:extLst>
            </p:cNvPr>
            <p:cNvSpPr txBox="1"/>
            <p:nvPr userDrawn="1"/>
          </p:nvSpPr>
          <p:spPr>
            <a:xfrm>
              <a:off x="-2256712" y="1087419"/>
              <a:ext cx="1944000" cy="288000"/>
            </a:xfrm>
            <a:prstGeom prst="rect">
              <a:avLst/>
            </a:prstGeom>
            <a:noFill/>
          </p:spPr>
          <p:txBody>
            <a:bodyPr wrap="none" lIns="0" tIns="0" rIns="0" bIns="0" rtlCol="0">
              <a:noAutofit/>
            </a:bodyPr>
            <a:lstStyle/>
            <a:p>
              <a:pPr algn="l"/>
              <a:r>
                <a:rPr kumimoji="1" lang="ja-JP" altLang="en-US" sz="1400" b="1" dirty="0"/>
                <a:t>メイン</a:t>
              </a:r>
              <a:r>
                <a:rPr kumimoji="1" lang="ja-JP" altLang="en-US" sz="1050" b="0" dirty="0"/>
                <a:t>（見出し・強調）</a:t>
              </a:r>
            </a:p>
          </p:txBody>
        </p:sp>
        <p:sp>
          <p:nvSpPr>
            <p:cNvPr id="16" name="正方形/長方形 15">
              <a:extLst>
                <a:ext uri="{FF2B5EF4-FFF2-40B4-BE49-F238E27FC236}">
                  <a16:creationId xmlns:a16="http://schemas.microsoft.com/office/drawing/2014/main" id="{F80E1B78-2123-AEDD-FC5C-5276F2BF6A62}"/>
                </a:ext>
              </a:extLst>
            </p:cNvPr>
            <p:cNvSpPr>
              <a:spLocks noChangeAspect="1"/>
            </p:cNvSpPr>
            <p:nvPr userDrawn="1"/>
          </p:nvSpPr>
          <p:spPr>
            <a:xfrm>
              <a:off x="-2256712" y="1375419"/>
              <a:ext cx="360000" cy="360000"/>
            </a:xfrm>
            <a:prstGeom prst="rect">
              <a:avLst/>
            </a:prstGeom>
            <a:solidFill>
              <a:srgbClr val="2F46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6B746A74-07C8-DE38-1822-142AB21A048A}"/>
                </a:ext>
              </a:extLst>
            </p:cNvPr>
            <p:cNvSpPr txBox="1"/>
            <p:nvPr userDrawn="1"/>
          </p:nvSpPr>
          <p:spPr>
            <a:xfrm>
              <a:off x="-2256712" y="1909383"/>
              <a:ext cx="1944000" cy="288000"/>
            </a:xfrm>
            <a:prstGeom prst="rect">
              <a:avLst/>
            </a:prstGeom>
            <a:noFill/>
          </p:spPr>
          <p:txBody>
            <a:bodyPr wrap="none" lIns="0" tIns="0" rIns="0" bIns="0" rtlCol="0">
              <a:noAutofit/>
            </a:bodyPr>
            <a:lstStyle/>
            <a:p>
              <a:pPr algn="l"/>
              <a:r>
                <a:rPr kumimoji="1" lang="ja-JP" altLang="en-US" sz="1400" b="1" dirty="0"/>
                <a:t>アクセント</a:t>
              </a:r>
              <a:r>
                <a:rPr kumimoji="1" lang="ja-JP" altLang="en-US" sz="1050" b="0" dirty="0"/>
                <a:t>（注目・注意）</a:t>
              </a:r>
            </a:p>
          </p:txBody>
        </p:sp>
        <p:sp>
          <p:nvSpPr>
            <p:cNvPr id="18" name="正方形/長方形 17">
              <a:extLst>
                <a:ext uri="{FF2B5EF4-FFF2-40B4-BE49-F238E27FC236}">
                  <a16:creationId xmlns:a16="http://schemas.microsoft.com/office/drawing/2014/main" id="{15025591-60E2-F1C3-64B5-6EE3562F0014}"/>
                </a:ext>
              </a:extLst>
            </p:cNvPr>
            <p:cNvSpPr>
              <a:spLocks noChangeAspect="1"/>
            </p:cNvSpPr>
            <p:nvPr userDrawn="1"/>
          </p:nvSpPr>
          <p:spPr>
            <a:xfrm>
              <a:off x="-2256712" y="2197383"/>
              <a:ext cx="360000" cy="360000"/>
            </a:xfrm>
            <a:prstGeom prst="rect">
              <a:avLst/>
            </a:prstGeom>
            <a:solidFill>
              <a:srgbClr val="D566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5E7DC732-64E6-3F13-B02C-AAF49E79C100}"/>
                </a:ext>
              </a:extLst>
            </p:cNvPr>
            <p:cNvSpPr txBox="1"/>
            <p:nvPr userDrawn="1"/>
          </p:nvSpPr>
          <p:spPr>
            <a:xfrm>
              <a:off x="-2256712" y="2731347"/>
              <a:ext cx="1944000" cy="288000"/>
            </a:xfrm>
            <a:prstGeom prst="rect">
              <a:avLst/>
            </a:prstGeom>
            <a:noFill/>
          </p:spPr>
          <p:txBody>
            <a:bodyPr wrap="none" lIns="0" tIns="0" rIns="0" bIns="0" rtlCol="0">
              <a:noAutofit/>
            </a:bodyPr>
            <a:lstStyle/>
            <a:p>
              <a:pPr algn="l"/>
              <a:r>
                <a:rPr kumimoji="1" lang="ja-JP" altLang="en-US" sz="1400" b="1" dirty="0"/>
                <a:t>サブ</a:t>
              </a:r>
              <a:r>
                <a:rPr kumimoji="1" lang="ja-JP" altLang="en-US" sz="1050" b="0" dirty="0"/>
                <a:t>（メイン・アクセントの補完）</a:t>
              </a:r>
            </a:p>
          </p:txBody>
        </p:sp>
        <p:sp>
          <p:nvSpPr>
            <p:cNvPr id="20" name="正方形/長方形 19">
              <a:extLst>
                <a:ext uri="{FF2B5EF4-FFF2-40B4-BE49-F238E27FC236}">
                  <a16:creationId xmlns:a16="http://schemas.microsoft.com/office/drawing/2014/main" id="{618D17A2-6680-8990-4540-2712BA6471F6}"/>
                </a:ext>
              </a:extLst>
            </p:cNvPr>
            <p:cNvSpPr>
              <a:spLocks noChangeAspect="1"/>
            </p:cNvSpPr>
            <p:nvPr userDrawn="1"/>
          </p:nvSpPr>
          <p:spPr>
            <a:xfrm>
              <a:off x="-2256712" y="3016582"/>
              <a:ext cx="360000" cy="360000"/>
            </a:xfrm>
            <a:prstGeom prst="rect">
              <a:avLst/>
            </a:prstGeom>
            <a:solidFill>
              <a:srgbClr val="F0F2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39" name="正方形/長方形 38">
            <a:extLst>
              <a:ext uri="{FF2B5EF4-FFF2-40B4-BE49-F238E27FC236}">
                <a16:creationId xmlns:a16="http://schemas.microsoft.com/office/drawing/2014/main" id="{04017D9E-DB60-B18D-922C-63C84655481E}"/>
              </a:ext>
            </a:extLst>
          </p:cNvPr>
          <p:cNvSpPr>
            <a:spLocks/>
          </p:cNvSpPr>
          <p:nvPr userDrawn="1"/>
        </p:nvSpPr>
        <p:spPr>
          <a:xfrm>
            <a:off x="-2449933" y="6100868"/>
            <a:ext cx="906305" cy="252000"/>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ポジティブ</a:t>
            </a:r>
            <a:endParaRPr kumimoji="1" lang="en-US" altLang="ja-JP" sz="1100" b="1" dirty="0"/>
          </a:p>
        </p:txBody>
      </p:sp>
      <p:sp>
        <p:nvSpPr>
          <p:cNvPr id="40" name="正方形/長方形 39">
            <a:extLst>
              <a:ext uri="{FF2B5EF4-FFF2-40B4-BE49-F238E27FC236}">
                <a16:creationId xmlns:a16="http://schemas.microsoft.com/office/drawing/2014/main" id="{7DBB02FA-C0F8-87CE-2CDD-6E13C3FA30ED}"/>
              </a:ext>
            </a:extLst>
          </p:cNvPr>
          <p:cNvSpPr>
            <a:spLocks/>
          </p:cNvSpPr>
          <p:nvPr userDrawn="1"/>
        </p:nvSpPr>
        <p:spPr>
          <a:xfrm>
            <a:off x="-1404905" y="6100868"/>
            <a:ext cx="906305"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ネガティブ</a:t>
            </a:r>
            <a:endParaRPr kumimoji="1" lang="en-US" altLang="ja-JP" sz="1100" b="1" dirty="0"/>
          </a:p>
        </p:txBody>
      </p:sp>
      <p:sp>
        <p:nvSpPr>
          <p:cNvPr id="43" name="正方形/長方形 42">
            <a:extLst>
              <a:ext uri="{FF2B5EF4-FFF2-40B4-BE49-F238E27FC236}">
                <a16:creationId xmlns:a16="http://schemas.microsoft.com/office/drawing/2014/main" id="{F99ED439-DBBF-C3D0-8267-0DB46B648B62}"/>
              </a:ext>
            </a:extLst>
          </p:cNvPr>
          <p:cNvSpPr/>
          <p:nvPr userDrawn="1"/>
        </p:nvSpPr>
        <p:spPr>
          <a:xfrm>
            <a:off x="-2449933" y="6405668"/>
            <a:ext cx="608111" cy="252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過去</a:t>
            </a:r>
          </a:p>
        </p:txBody>
      </p:sp>
      <p:sp>
        <p:nvSpPr>
          <p:cNvPr id="44" name="正方形/長方形 43">
            <a:extLst>
              <a:ext uri="{FF2B5EF4-FFF2-40B4-BE49-F238E27FC236}">
                <a16:creationId xmlns:a16="http://schemas.microsoft.com/office/drawing/2014/main" id="{7724ABBC-6A4F-DBA9-9E60-8E2AF3BE2242}"/>
              </a:ext>
            </a:extLst>
          </p:cNvPr>
          <p:cNvSpPr/>
          <p:nvPr userDrawn="1"/>
        </p:nvSpPr>
        <p:spPr>
          <a:xfrm>
            <a:off x="-1778322" y="6405668"/>
            <a:ext cx="608111" cy="25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現在</a:t>
            </a:r>
          </a:p>
        </p:txBody>
      </p:sp>
      <p:sp>
        <p:nvSpPr>
          <p:cNvPr id="45" name="正方形/長方形 44">
            <a:extLst>
              <a:ext uri="{FF2B5EF4-FFF2-40B4-BE49-F238E27FC236}">
                <a16:creationId xmlns:a16="http://schemas.microsoft.com/office/drawing/2014/main" id="{A31C9663-56E0-6419-FC2A-C5701C1F8F38}"/>
              </a:ext>
            </a:extLst>
          </p:cNvPr>
          <p:cNvSpPr/>
          <p:nvPr userDrawn="1"/>
        </p:nvSpPr>
        <p:spPr>
          <a:xfrm>
            <a:off x="-1106711" y="6405668"/>
            <a:ext cx="608111" cy="252000"/>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未来</a:t>
            </a:r>
          </a:p>
        </p:txBody>
      </p:sp>
      <p:sp>
        <p:nvSpPr>
          <p:cNvPr id="4" name="グラフィックス 26">
            <a:extLst>
              <a:ext uri="{FF2B5EF4-FFF2-40B4-BE49-F238E27FC236}">
                <a16:creationId xmlns:a16="http://schemas.microsoft.com/office/drawing/2014/main" id="{DFC8243E-12B2-D28B-91F5-73ECC0CB1378}"/>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dirty="0">
              <a:solidFill>
                <a:schemeClr val="tx2"/>
              </a:solidFill>
              <a:latin typeface="+mj-lt"/>
            </a:endParaRPr>
          </a:p>
        </p:txBody>
      </p:sp>
      <p:sp>
        <p:nvSpPr>
          <p:cNvPr id="10" name="テキスト ボックス 9">
            <a:extLst>
              <a:ext uri="{FF2B5EF4-FFF2-40B4-BE49-F238E27FC236}">
                <a16:creationId xmlns:a16="http://schemas.microsoft.com/office/drawing/2014/main" id="{7B29E6EA-5FB4-FF9F-6DC3-9EEA34A8A6F3}"/>
              </a:ext>
            </a:extLst>
          </p:cNvPr>
          <p:cNvSpPr txBox="1"/>
          <p:nvPr userDrawn="1"/>
        </p:nvSpPr>
        <p:spPr>
          <a:xfrm rot="5400000">
            <a:off x="10646529" y="5013268"/>
            <a:ext cx="2814873" cy="92333"/>
          </a:xfrm>
          <a:prstGeom prst="rect">
            <a:avLst/>
          </a:prstGeom>
          <a:noFill/>
        </p:spPr>
        <p:txBody>
          <a:bodyPr wrap="none" lIns="0" tIns="0" rIns="0" bIns="0" rtlCol="0" anchor="ctr" anchorCtr="0">
            <a:spAutoFit/>
          </a:bodyPr>
          <a:lstStyle/>
          <a:p>
            <a:pPr algn="r">
              <a:spcBef>
                <a:spcPts val="300"/>
              </a:spcBef>
            </a:pPr>
            <a:r>
              <a:rPr lang="en-US" altLang="ja-JP" sz="600" b="0" i="0" spc="100" baseline="0" dirty="0">
                <a:solidFill>
                  <a:schemeClr val="tx2"/>
                </a:solidFill>
                <a:effectLst/>
                <a:latin typeface="+mn-lt"/>
              </a:rPr>
              <a:t>©Hankyu Hanshin Holdings,Inc. All rights reserved.</a:t>
            </a:r>
            <a:endParaRPr kumimoji="1" lang="ja-JP" altLang="en-US" sz="600" spc="100" baseline="0" dirty="0">
              <a:solidFill>
                <a:schemeClr val="tx2"/>
              </a:solidFill>
              <a:latin typeface="+mn-lt"/>
              <a:cs typeface="Meiryo UI" panose="020B0604030504040204" pitchFamily="50" charset="-128"/>
            </a:endParaRPr>
          </a:p>
        </p:txBody>
      </p:sp>
    </p:spTree>
    <p:extLst>
      <p:ext uri="{BB962C8B-B14F-4D97-AF65-F5344CB8AC3E}">
        <p14:creationId xmlns:p14="http://schemas.microsoft.com/office/powerpoint/2010/main" val="518459825"/>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2472C009-5DF7-825C-F105-7EC72341F8FE}"/>
              </a:ext>
            </a:extLst>
          </p:cNvPr>
          <p:cNvSpPr/>
          <p:nvPr userDrawn="1"/>
        </p:nvSpPr>
        <p:spPr>
          <a:xfrm>
            <a:off x="0" y="0"/>
            <a:ext cx="108000" cy="6858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20A30A24-766D-85A7-7965-38486BAEDCE0}"/>
              </a:ext>
            </a:extLst>
          </p:cNvPr>
          <p:cNvSpPr/>
          <p:nvPr userDrawn="1"/>
        </p:nvSpPr>
        <p:spPr>
          <a:xfrm>
            <a:off x="312000" y="2465396"/>
            <a:ext cx="11880000" cy="1428387"/>
          </a:xfrm>
          <a:prstGeom prst="rect">
            <a:avLst/>
          </a:prstGeom>
          <a:gradFill flip="none" rotWithShape="1">
            <a:gsLst>
              <a:gs pos="0">
                <a:schemeClr val="accent2">
                  <a:lumMod val="50000"/>
                </a:schemeClr>
              </a:gs>
              <a:gs pos="100000">
                <a:schemeClr val="accent2">
                  <a:lumMod val="40000"/>
                  <a:lumOff val="60000"/>
                </a:schemeClr>
              </a:gs>
              <a:gs pos="20000">
                <a:schemeClr val="accent2"/>
              </a:gs>
            </a:gsLst>
            <a:lin ang="0" scaled="1"/>
            <a:tileRect/>
          </a:gradFill>
          <a:ln w="25400" cap="rnd">
            <a:gradFill>
              <a:gsLst>
                <a:gs pos="20000">
                  <a:schemeClr val="accent2"/>
                </a:gs>
                <a:gs pos="0">
                  <a:schemeClr val="accent2">
                    <a:lumMod val="50000"/>
                  </a:schemeClr>
                </a:gs>
                <a:gs pos="100000">
                  <a:schemeClr val="accent2">
                    <a:lumMod val="40000"/>
                    <a:lumOff val="60000"/>
                  </a:schemeClr>
                </a:gs>
              </a:gsLst>
              <a:lin ang="0" scaled="0"/>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テキスト プレースホルダー 15">
            <a:extLst>
              <a:ext uri="{FF2B5EF4-FFF2-40B4-BE49-F238E27FC236}">
                <a16:creationId xmlns:a16="http://schemas.microsoft.com/office/drawing/2014/main" id="{D0E8D60B-44D4-8DFF-B147-EB0BF938E5DE}"/>
              </a:ext>
            </a:extLst>
          </p:cNvPr>
          <p:cNvSpPr>
            <a:spLocks noGrp="1"/>
          </p:cNvSpPr>
          <p:nvPr>
            <p:ph type="body" sz="quarter" idx="11" hasCustomPrompt="1"/>
          </p:nvPr>
        </p:nvSpPr>
        <p:spPr>
          <a:xfrm>
            <a:off x="623888" y="3038355"/>
            <a:ext cx="10944112" cy="216000"/>
          </a:xfrm>
          <a:prstGeom prst="rect">
            <a:avLst/>
          </a:prstGeom>
        </p:spPr>
        <p:txBody>
          <a:bodyPr wrap="square" lIns="0" tIns="36000" rIns="0" bIns="0" anchor="ctr" anchorCtr="0">
            <a:noAutofit/>
          </a:bodyPr>
          <a:lstStyle>
            <a:lvl1pPr marL="0" indent="0">
              <a:lnSpc>
                <a:spcPct val="100000"/>
              </a:lnSpc>
              <a:spcBef>
                <a:spcPts val="0"/>
              </a:spcBef>
              <a:buNone/>
              <a:defRPr sz="1600" b="1" spc="0" baseline="0">
                <a:solidFill>
                  <a:schemeClr val="bg1"/>
                </a:solidFill>
                <a:latin typeface="+mj-lt"/>
                <a:ea typeface="+mj-ea"/>
              </a:defRPr>
            </a:lvl1pPr>
            <a:lvl2pPr marL="36000" indent="0">
              <a:lnSpc>
                <a:spcPct val="100000"/>
              </a:lnSpc>
              <a:buNone/>
              <a:defRPr sz="2400" b="1">
                <a:solidFill>
                  <a:schemeClr val="accent1"/>
                </a:solidFill>
                <a:latin typeface="+mj-ea"/>
                <a:ea typeface="+mj-ea"/>
              </a:defRPr>
            </a:lvl2pPr>
            <a:lvl3pPr marL="36000" indent="0">
              <a:lnSpc>
                <a:spcPct val="100000"/>
              </a:lnSpc>
              <a:buNone/>
              <a:defRPr sz="2400" b="1">
                <a:solidFill>
                  <a:schemeClr val="accent1"/>
                </a:solidFill>
                <a:latin typeface="+mj-ea"/>
                <a:ea typeface="+mj-ea"/>
              </a:defRPr>
            </a:lvl3pPr>
            <a:lvl4pPr marL="36000" indent="0">
              <a:lnSpc>
                <a:spcPct val="100000"/>
              </a:lnSpc>
              <a:buNone/>
              <a:defRPr sz="2400" b="1">
                <a:solidFill>
                  <a:schemeClr val="accent1"/>
                </a:solidFill>
                <a:latin typeface="+mj-ea"/>
                <a:ea typeface="+mj-ea"/>
              </a:defRPr>
            </a:lvl4pPr>
            <a:lvl5pPr marL="36000" indent="0">
              <a:lnSpc>
                <a:spcPct val="100000"/>
              </a:lnSpc>
              <a:buNone/>
              <a:defRPr sz="2400" b="1">
                <a:solidFill>
                  <a:schemeClr val="accent1"/>
                </a:solidFill>
                <a:latin typeface="+mj-ea"/>
                <a:ea typeface="+mj-ea"/>
              </a:defRPr>
            </a:lvl5pPr>
          </a:lstStyle>
          <a:p>
            <a:pPr lvl="0"/>
            <a:r>
              <a:rPr kumimoji="1" lang="ja-JP" altLang="en-US" dirty="0"/>
              <a:t>スライドタイトル</a:t>
            </a:r>
          </a:p>
        </p:txBody>
      </p:sp>
      <p:sp>
        <p:nvSpPr>
          <p:cNvPr id="5" name="正方形/長方形 4">
            <a:extLst>
              <a:ext uri="{FF2B5EF4-FFF2-40B4-BE49-F238E27FC236}">
                <a16:creationId xmlns:a16="http://schemas.microsoft.com/office/drawing/2014/main" id="{10E1E51D-36E6-226B-3E28-FA3F2964E298}"/>
              </a:ext>
            </a:extLst>
          </p:cNvPr>
          <p:cNvSpPr/>
          <p:nvPr userDrawn="1"/>
        </p:nvSpPr>
        <p:spPr>
          <a:xfrm>
            <a:off x="0" y="2465396"/>
            <a:ext cx="180000" cy="1428387"/>
          </a:xfrm>
          <a:prstGeom prst="rect">
            <a:avLst/>
          </a:prstGeom>
          <a:solidFill>
            <a:srgbClr val="011625"/>
          </a:solidFill>
          <a:ln w="25400" cap="rnd">
            <a:solidFill>
              <a:srgbClr val="011625"/>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グラフィックス 26">
            <a:extLst>
              <a:ext uri="{FF2B5EF4-FFF2-40B4-BE49-F238E27FC236}">
                <a16:creationId xmlns:a16="http://schemas.microsoft.com/office/drawing/2014/main" id="{6E1A64E1-2A52-7B72-E415-3C9C5A2C3733}"/>
              </a:ext>
            </a:extLst>
          </p:cNvPr>
          <p:cNvSpPr/>
          <p:nvPr userDrawn="1"/>
        </p:nvSpPr>
        <p:spPr>
          <a:xfrm>
            <a:off x="11881061" y="6535058"/>
            <a:ext cx="240177" cy="279400"/>
          </a:xfrm>
          <a:prstGeom prst="rect">
            <a:avLst/>
          </a:prstGeom>
          <a:noFill/>
          <a:ln w="12623" cap="flat">
            <a:noFill/>
            <a:prstDash val="solid"/>
            <a:miter/>
          </a:ln>
        </p:spPr>
        <p:txBody>
          <a:bodyPr wrap="none" lIns="0" tIns="0" rIns="0" bIns="0" rtlCol="0" anchor="ctr"/>
          <a:lstStyle/>
          <a:p>
            <a:pPr algn="ctr"/>
            <a:fld id="{40C893B2-09BA-4D0D-933E-13433E6B7757}" type="slidenum">
              <a:rPr lang="en-US" altLang="ja-JP" sz="1200" b="1" spc="100" smtClean="0">
                <a:solidFill>
                  <a:schemeClr val="tx2"/>
                </a:solidFill>
                <a:latin typeface="+mj-lt"/>
              </a:rPr>
              <a:t>‹#›</a:t>
            </a:fld>
            <a:endParaRPr lang="ja-JP" altLang="en-US" sz="1200" b="1" spc="100" dirty="0">
              <a:solidFill>
                <a:schemeClr val="tx2"/>
              </a:solidFill>
              <a:latin typeface="+mj-lt"/>
            </a:endParaRPr>
          </a:p>
        </p:txBody>
      </p:sp>
    </p:spTree>
    <p:extLst>
      <p:ext uri="{BB962C8B-B14F-4D97-AF65-F5344CB8AC3E}">
        <p14:creationId xmlns:p14="http://schemas.microsoft.com/office/powerpoint/2010/main" val="3957167731"/>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82B69BC-5E09-5229-D1D0-EA9A5B749E41}"/>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12192000" cy="5641847"/>
          </a:xfrm>
          <a:prstGeom prst="rect">
            <a:avLst/>
          </a:prstGeom>
        </p:spPr>
      </p:pic>
      <p:sp>
        <p:nvSpPr>
          <p:cNvPr id="11" name="正方形/長方形 10">
            <a:extLst>
              <a:ext uri="{FF2B5EF4-FFF2-40B4-BE49-F238E27FC236}">
                <a16:creationId xmlns:a16="http://schemas.microsoft.com/office/drawing/2014/main" id="{8760201C-21CB-6FA6-034D-7C780A1469C8}"/>
              </a:ext>
            </a:extLst>
          </p:cNvPr>
          <p:cNvSpPr/>
          <p:nvPr userDrawn="1"/>
        </p:nvSpPr>
        <p:spPr>
          <a:xfrm>
            <a:off x="-1" y="0"/>
            <a:ext cx="12191999" cy="5641847"/>
          </a:xfrm>
          <a:prstGeom prst="rect">
            <a:avLst/>
          </a:prstGeom>
          <a:gradFill flip="none" rotWithShape="1">
            <a:gsLst>
              <a:gs pos="52000">
                <a:srgbClr val="7185B3">
                  <a:alpha val="84000"/>
                </a:srgbClr>
              </a:gs>
              <a:gs pos="0">
                <a:schemeClr val="accent2">
                  <a:lumMod val="50000"/>
                </a:schemeClr>
              </a:gs>
              <a:gs pos="100000">
                <a:schemeClr val="accent2">
                  <a:lumMod val="40000"/>
                  <a:lumOff val="60000"/>
                  <a:alpha val="0"/>
                </a:schemeClr>
              </a:gs>
              <a:gs pos="20000">
                <a:schemeClr val="accent2"/>
              </a:gs>
            </a:gsLst>
            <a:lin ang="0" scaled="1"/>
            <a:tileRect/>
          </a:gradFill>
          <a:ln w="25400" cap="rnd">
            <a:no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chemeClr val="lt1"/>
              </a:solidFill>
            </a:endParaRPr>
          </a:p>
        </p:txBody>
      </p:sp>
      <p:sp>
        <p:nvSpPr>
          <p:cNvPr id="12" name="正方形/長方形 11">
            <a:extLst>
              <a:ext uri="{FF2B5EF4-FFF2-40B4-BE49-F238E27FC236}">
                <a16:creationId xmlns:a16="http://schemas.microsoft.com/office/drawing/2014/main" id="{9820BA28-570A-ACF4-24BC-F94A36E09C6E}"/>
              </a:ext>
            </a:extLst>
          </p:cNvPr>
          <p:cNvSpPr/>
          <p:nvPr userDrawn="1"/>
        </p:nvSpPr>
        <p:spPr>
          <a:xfrm>
            <a:off x="526648" y="1541054"/>
            <a:ext cx="97240" cy="1811495"/>
          </a:xfrm>
          <a:prstGeom prst="rect">
            <a:avLst/>
          </a:prstGeom>
          <a:solidFill>
            <a:schemeClr val="bg1"/>
          </a:solidFill>
          <a:ln w="12700">
            <a:noFill/>
          </a:ln>
        </p:spPr>
        <p:txBody>
          <a:bodyPr wrap="square" lIns="0" tIns="0" rIns="0" bIns="0" rtlCol="0" anchor="ctr" anchorCtr="0">
            <a:noAutofit/>
          </a:bodyPr>
          <a:lstStyle/>
          <a:p>
            <a:pPr marL="0" marR="0" indent="0" algn="ctr" defTabSz="914400" rtl="0" eaLnBrk="1" fontAlgn="auto" latinLnBrk="0" hangingPunct="1">
              <a:lnSpc>
                <a:spcPct val="110000"/>
              </a:lnSpc>
              <a:spcAft>
                <a:spcPts val="300"/>
              </a:spcAft>
              <a:buClrTx/>
              <a:buSzTx/>
              <a:buFontTx/>
              <a:buNone/>
              <a:tabLst/>
            </a:pPr>
            <a:endParaRPr kumimoji="1" lang="ja-JP" altLang="en-US" sz="1400" b="1" i="0" u="none" strike="noStrike" kern="1200" cap="none" spc="0" normalizeH="0" baseline="0" noProof="0" dirty="0">
              <a:ln>
                <a:noFill/>
              </a:ln>
              <a:solidFill>
                <a:schemeClr val="bg1"/>
              </a:solidFill>
              <a:effectLst/>
              <a:uLnTx/>
              <a:uFillTx/>
              <a:latin typeface="BIZ UDPゴシック"/>
              <a:ea typeface="BIZ UDPゴシック"/>
              <a:cs typeface="+mn-cs"/>
            </a:endParaRPr>
          </a:p>
        </p:txBody>
      </p:sp>
      <p:sp>
        <p:nvSpPr>
          <p:cNvPr id="6" name="テキスト プレースホルダー 5">
            <a:extLst>
              <a:ext uri="{FF2B5EF4-FFF2-40B4-BE49-F238E27FC236}">
                <a16:creationId xmlns:a16="http://schemas.microsoft.com/office/drawing/2014/main" id="{DB49B84D-0C90-6B7C-E927-31C5457C251D}"/>
              </a:ext>
            </a:extLst>
          </p:cNvPr>
          <p:cNvSpPr>
            <a:spLocks noGrp="1"/>
          </p:cNvSpPr>
          <p:nvPr>
            <p:ph type="body" sz="quarter" idx="10"/>
          </p:nvPr>
        </p:nvSpPr>
        <p:spPr>
          <a:xfrm>
            <a:off x="1003300" y="1777415"/>
            <a:ext cx="5715000" cy="1338773"/>
          </a:xfrm>
          <a:prstGeom prst="rect">
            <a:avLst/>
          </a:prstGeom>
        </p:spPr>
        <p:txBody>
          <a:bodyPr lIns="0" tIns="0" rIns="0" bIns="0" anchor="ctr" anchorCtr="0"/>
          <a:lstStyle>
            <a:lvl1pPr marL="0" indent="0">
              <a:lnSpc>
                <a:spcPct val="130000"/>
              </a:lnSpc>
              <a:spcBef>
                <a:spcPts val="0"/>
              </a:spcBef>
              <a:buNone/>
              <a:defRPr b="1">
                <a:solidFill>
                  <a:schemeClr val="bg1"/>
                </a:solidFill>
                <a:latin typeface="+mj-ea"/>
                <a:ea typeface="+mj-ea"/>
              </a:defRPr>
            </a:lvl1pPr>
            <a:lvl2pPr marL="457198" indent="0">
              <a:buNone/>
              <a:defRPr>
                <a:solidFill>
                  <a:schemeClr val="bg1"/>
                </a:solidFill>
              </a:defRPr>
            </a:lvl2pPr>
            <a:lvl3pPr marL="914395" indent="0">
              <a:buNone/>
              <a:defRPr>
                <a:solidFill>
                  <a:schemeClr val="bg1"/>
                </a:solidFill>
              </a:defRPr>
            </a:lvl3pPr>
            <a:lvl4pPr marL="1371593" indent="0">
              <a:buNone/>
              <a:defRPr>
                <a:solidFill>
                  <a:schemeClr val="bg1"/>
                </a:solidFill>
              </a:defRPr>
            </a:lvl4pPr>
            <a:lvl5pPr marL="1828790" indent="0">
              <a:buNone/>
              <a:defRPr>
                <a:solidFill>
                  <a:schemeClr val="bg1"/>
                </a:solidFill>
              </a:defRPr>
            </a:lvl5pPr>
          </a:lstStyle>
          <a:p>
            <a:pPr lvl="0"/>
            <a:r>
              <a:rPr kumimoji="1" lang="ja-JP" altLang="en-US" dirty="0"/>
              <a:t>マスター テキストの書式設定</a:t>
            </a:r>
            <a:endParaRPr kumimoji="1" lang="en-US" altLang="ja-JP" dirty="0"/>
          </a:p>
          <a:p>
            <a:pPr marL="0" marR="0" lvl="0" indent="0" algn="l" defTabSz="914395"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1" lang="ja-JP" altLang="en-US" dirty="0"/>
              <a:t>マスター テキストの書式設定</a:t>
            </a:r>
          </a:p>
        </p:txBody>
      </p:sp>
      <p:pic>
        <p:nvPicPr>
          <p:cNvPr id="8" name="Picture 2" descr="hankyu-hanshin-c">
            <a:extLst>
              <a:ext uri="{FF2B5EF4-FFF2-40B4-BE49-F238E27FC236}">
                <a16:creationId xmlns:a16="http://schemas.microsoft.com/office/drawing/2014/main" id="{D2BD1769-2A15-7ABB-DF74-5EB880371BC0}"/>
              </a:ext>
            </a:extLst>
          </p:cNvPr>
          <p:cNvPicPr preferRelativeResize="0">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8201708" y="5955877"/>
            <a:ext cx="3324327" cy="52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21082697"/>
      </p:ext>
    </p:extLst>
  </p:cSld>
  <p:clrMapOvr>
    <a:masterClrMapping/>
  </p:clrMapOvr>
  <p:extLst>
    <p:ext uri="{DCECCB84-F9BA-43D5-87BE-67443E8EF086}">
      <p15:sldGuideLst xmlns:p15="http://schemas.microsoft.com/office/powerpoint/2012/main">
        <p15:guide id="1" pos="7287">
          <p15:clr>
            <a:srgbClr val="FBAE40"/>
          </p15:clr>
        </p15:guide>
        <p15:guide id="3" pos="393">
          <p15:clr>
            <a:srgbClr val="FBAE40"/>
          </p15:clr>
        </p15:guide>
        <p15:guide id="5" orient="horz" pos="4065">
          <p15:clr>
            <a:srgbClr val="FBAE40"/>
          </p15:clr>
        </p15:guide>
        <p15:guide id="7" orient="horz" pos="482">
          <p15:clr>
            <a:srgbClr val="FBAE40"/>
          </p15:clr>
        </p15:guide>
        <p15:guide id="8" orient="horz" pos="6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tags" Target="../tags/tag1.xml"/><Relationship Id="rId9" Type="http://schemas.openxmlformats.org/officeDocument/2006/relationships/oleObject" Target="../embeddings/oleObject1.bin"/><Relationship Id="rId10"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250931E-889C-8D58-2BBE-7E8A9C67FD7E}"/>
              </a:ext>
            </a:extLst>
          </p:cNvPr>
          <p:cNvGraphicFramePr>
            <a:graphicFrameLocks/>
          </p:cNvGraphicFramePr>
          <p:nvPr userDrawn="1">
            <p:custDataLst>
              <p:tags r:id="rId8"/>
            </p:custDataLst>
            <p:extLst>
              <p:ext uri="{D42A27DB-BD31-4B8C-83A1-F6EECF244321}">
                <p14:modId xmlns:p14="http://schemas.microsoft.com/office/powerpoint/2010/main" val="40974953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9" imgW="639" imgH="642" progId="TCLayout.ActiveDocument.1">
                  <p:embed/>
                </p:oleObj>
              </mc:Choice>
              <mc:Fallback>
                <p:oleObj name="thinkcellスライド" r:id="rId9" imgW="639" imgH="642" progId="TCLayout.ActiveDocument.1">
                  <p:embed/>
                  <p:pic>
                    <p:nvPicPr>
                      <p:cNvPr id="2" name="think-cell data - do not delete" hidden="1">
                        <a:extLst>
                          <a:ext uri="{FF2B5EF4-FFF2-40B4-BE49-F238E27FC236}">
                            <a16:creationId xmlns:a16="http://schemas.microsoft.com/office/drawing/2014/main" id="{8250931E-889C-8D58-2BBE-7E8A9C67FD7E}"/>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Tree>
    <p:extLst>
      <p:ext uri="{BB962C8B-B14F-4D97-AF65-F5344CB8AC3E}">
        <p14:creationId xmlns:p14="http://schemas.microsoft.com/office/powerpoint/2010/main" val="1577768495"/>
      </p:ext>
    </p:extLst>
  </p:cSld>
  <p:clrMap bg1="lt1" tx1="dk1" bg2="lt2" tx2="dk2" accent1="accent1" accent2="accent2" accent3="accent3" accent4="accent4" accent5="accent5" accent6="accent6" hlink="hlink" folHlink="folHlink"/>
  <p:sldLayoutIdLst>
    <p:sldLayoutId id="2147483689" r:id="rId1"/>
    <p:sldLayoutId id="2147483717" r:id="rId2"/>
    <p:sldLayoutId id="2147483690" r:id="rId3"/>
    <p:sldLayoutId id="2147483718" r:id="rId4"/>
    <p:sldLayoutId id="2147483691" r:id="rId5"/>
    <p:sldLayoutId id="2147483692" r:id="rId6"/>
  </p:sldLayoutIdLst>
  <p:txStyles>
    <p:titleStyle>
      <a:lvl1pPr algn="l" defTabSz="914395"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598" indent="-228598" algn="l" defTabSz="914395"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796" indent="-228598" algn="l" defTabSz="914395"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2993" indent="-228598" algn="l" defTabSz="914395"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191"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388"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585"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783"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8980"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177" indent="-228598" algn="l" defTabSz="914395"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395" rtl="0" eaLnBrk="1" latinLnBrk="0" hangingPunct="1">
        <a:defRPr kumimoji="1" sz="1800" kern="1200">
          <a:solidFill>
            <a:schemeClr val="tx1"/>
          </a:solidFill>
          <a:latin typeface="+mn-lt"/>
          <a:ea typeface="+mn-ea"/>
          <a:cs typeface="+mn-cs"/>
        </a:defRPr>
      </a:lvl1pPr>
      <a:lvl2pPr marL="457198" algn="l" defTabSz="914395" rtl="0" eaLnBrk="1" latinLnBrk="0" hangingPunct="1">
        <a:defRPr kumimoji="1" sz="1800" kern="1200">
          <a:solidFill>
            <a:schemeClr val="tx1"/>
          </a:solidFill>
          <a:latin typeface="+mn-lt"/>
          <a:ea typeface="+mn-ea"/>
          <a:cs typeface="+mn-cs"/>
        </a:defRPr>
      </a:lvl2pPr>
      <a:lvl3pPr marL="914395" algn="l" defTabSz="914395" rtl="0" eaLnBrk="1" latinLnBrk="0" hangingPunct="1">
        <a:defRPr kumimoji="1" sz="1800" kern="1200">
          <a:solidFill>
            <a:schemeClr val="tx1"/>
          </a:solidFill>
          <a:latin typeface="+mn-lt"/>
          <a:ea typeface="+mn-ea"/>
          <a:cs typeface="+mn-cs"/>
        </a:defRPr>
      </a:lvl3pPr>
      <a:lvl4pPr marL="1371592" algn="l" defTabSz="914395" rtl="0" eaLnBrk="1" latinLnBrk="0" hangingPunct="1">
        <a:defRPr kumimoji="1" sz="1800" kern="1200">
          <a:solidFill>
            <a:schemeClr val="tx1"/>
          </a:solidFill>
          <a:latin typeface="+mn-lt"/>
          <a:ea typeface="+mn-ea"/>
          <a:cs typeface="+mn-cs"/>
        </a:defRPr>
      </a:lvl4pPr>
      <a:lvl5pPr marL="1828789" algn="l" defTabSz="914395" rtl="0" eaLnBrk="1" latinLnBrk="0" hangingPunct="1">
        <a:defRPr kumimoji="1" sz="1800" kern="1200">
          <a:solidFill>
            <a:schemeClr val="tx1"/>
          </a:solidFill>
          <a:latin typeface="+mn-lt"/>
          <a:ea typeface="+mn-ea"/>
          <a:cs typeface="+mn-cs"/>
        </a:defRPr>
      </a:lvl5pPr>
      <a:lvl6pPr marL="2285987" algn="l" defTabSz="914395" rtl="0" eaLnBrk="1" latinLnBrk="0" hangingPunct="1">
        <a:defRPr kumimoji="1" sz="1800" kern="1200">
          <a:solidFill>
            <a:schemeClr val="tx1"/>
          </a:solidFill>
          <a:latin typeface="+mn-lt"/>
          <a:ea typeface="+mn-ea"/>
          <a:cs typeface="+mn-cs"/>
        </a:defRPr>
      </a:lvl6pPr>
      <a:lvl7pPr marL="2743185" algn="l" defTabSz="914395" rtl="0" eaLnBrk="1" latinLnBrk="0" hangingPunct="1">
        <a:defRPr kumimoji="1" sz="1800" kern="1200">
          <a:solidFill>
            <a:schemeClr val="tx1"/>
          </a:solidFill>
          <a:latin typeface="+mn-lt"/>
          <a:ea typeface="+mn-ea"/>
          <a:cs typeface="+mn-cs"/>
        </a:defRPr>
      </a:lvl7pPr>
      <a:lvl8pPr marL="3200381" algn="l" defTabSz="914395" rtl="0" eaLnBrk="1" latinLnBrk="0" hangingPunct="1">
        <a:defRPr kumimoji="1" sz="1800" kern="1200">
          <a:solidFill>
            <a:schemeClr val="tx1"/>
          </a:solidFill>
          <a:latin typeface="+mn-lt"/>
          <a:ea typeface="+mn-ea"/>
          <a:cs typeface="+mn-cs"/>
        </a:defRPr>
      </a:lvl8pPr>
      <a:lvl9pPr marL="3657579" algn="l" defTabSz="914395"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slide8.xml"/></Relationships>
</file>

<file path=ppt/slides/_rels/slide3.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oleObject" Target="../embeddings/oleObject2.bin"/><Relationship Id="rId5" Type="http://schemas.openxmlformats.org/officeDocument/2006/relationships/image" Target="../media/image5.emf"/><Relationship Id="rId8" Type="http://schemas.openxmlformats.org/officeDocument/2006/relationships/image" Target="../media/image27.png"/><Relationship Id="rId9"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oleObject" Target="../embeddings/oleObject3.bin"/><Relationship Id="rId5" Type="http://schemas.openxmlformats.org/officeDocument/2006/relationships/image" Target="../media/image1.emf"/><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31.png"/><Relationship Id="rId13" Type="http://schemas.openxmlformats.org/officeDocument/2006/relationships/image" Target="../media/image32.png"/></Relationships>
</file>

<file path=ppt/slides/_rels/slide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1.xml"/><Relationship Id="rId3" Type="http://schemas.openxmlformats.org/officeDocument/2006/relationships/notesSlide" Target="../notesSlides/notesSlide5.xml"/><Relationship Id="rId4" Type="http://schemas.openxmlformats.org/officeDocument/2006/relationships/oleObject" Target="../embeddings/oleObject4.bin"/><Relationship Id="rId5" Type="http://schemas.openxmlformats.org/officeDocument/2006/relationships/image" Target="../media/image1.emf"/><Relationship Id="rId9" Type="http://schemas.openxmlformats.org/officeDocument/2006/relationships/image" Target="../media/image33.png"/><Relationship Id="rId10" Type="http://schemas.openxmlformats.org/officeDocument/2006/relationships/image" Target="../media/image34.png"/><Relationship Id="rId11"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1.xml"/><Relationship Id="rId3" Type="http://schemas.openxmlformats.org/officeDocument/2006/relationships/notesSlide" Target="../notesSlides/notesSlide6.xml"/><Relationship Id="rId4" Type="http://schemas.openxmlformats.org/officeDocument/2006/relationships/oleObject" Target="../embeddings/oleObject5.bin"/><Relationship Id="rId5" Type="http://schemas.openxmlformats.org/officeDocument/2006/relationships/image" Target="../media/image1.emf"/><Relationship Id="rId9" Type="http://schemas.openxmlformats.org/officeDocument/2006/relationships/image" Target="../media/image36.png"/><Relationship Id="rId10" Type="http://schemas.openxmlformats.org/officeDocument/2006/relationships/image" Target="../media/image37.png"/></Relationships>
</file>

<file path=ppt/slides/_rels/slide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1.xml"/><Relationship Id="rId3" Type="http://schemas.openxmlformats.org/officeDocument/2006/relationships/notesSlide" Target="../notesSlides/notesSlide7.xml"/><Relationship Id="rId4" Type="http://schemas.openxmlformats.org/officeDocument/2006/relationships/oleObject" Target="../embeddings/oleObject3.bin"/><Relationship Id="rId5" Type="http://schemas.openxmlformats.org/officeDocument/2006/relationships/image" Target="../media/image1.emf"/><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38.png"/></Relationships>
</file>

<file path=ppt/slides/_rels/slide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xml"/><Relationship Id="rId3" Type="http://schemas.openxmlformats.org/officeDocument/2006/relationships/notesSlide" Target="../notesSlides/notesSlide8.xml"/><Relationship Id="rId4" Type="http://schemas.openxmlformats.org/officeDocument/2006/relationships/oleObject" Target="../embeddings/oleObject3.bin"/><Relationship Id="rId5" Type="http://schemas.openxmlformats.org/officeDocument/2006/relationships/image" Target="../media/image1.emf"/><Relationship Id="rId9" Type="http://schemas.openxmlformats.org/officeDocument/2006/relationships/image" Target="../media/image39.png"/><Relationship Id="rId10"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1.xml"/><Relationship Id="rId3" Type="http://schemas.openxmlformats.org/officeDocument/2006/relationships/notesSlide" Target="../notesSlides/notesSlide9.xml"/><Relationship Id="rId4" Type="http://schemas.openxmlformats.org/officeDocument/2006/relationships/oleObject" Target="../embeddings/oleObject6.bin"/><Relationship Id="rId5" Type="http://schemas.openxmlformats.org/officeDocument/2006/relationships/image" Target="../media/image1.emf"/><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41.png"/><Relationship Id="rId13" Type="http://schemas.openxmlformats.org/officeDocument/2006/relationships/image" Target="../media/image42.png"/></Relationships>
</file>

<file path=ppt/slides/_rels/slide10.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1.xml"/><Relationship Id="rId3" Type="http://schemas.openxmlformats.org/officeDocument/2006/relationships/notesSlide" Target="../notesSlides/notesSlide10.xml"/><Relationship Id="rId4" Type="http://schemas.openxmlformats.org/officeDocument/2006/relationships/oleObject" Target="../embeddings/oleObject7.bin"/><Relationship Id="rId5" Type="http://schemas.openxmlformats.org/officeDocument/2006/relationships/image" Target="../media/image1.emf"/><Relationship Id="rId10" Type="http://schemas.openxmlformats.org/officeDocument/2006/relationships/image" Target="../media/image43.png"/><Relationship Id="rId11"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1.xml"/><Relationship Id="rId3" Type="http://schemas.openxmlformats.org/officeDocument/2006/relationships/notesSlide" Target="../notesSlides/notesSlide11.xml"/><Relationship Id="rId4" Type="http://schemas.openxmlformats.org/officeDocument/2006/relationships/oleObject" Target="../embeddings/oleObject8.bin"/><Relationship Id="rId5" Type="http://schemas.openxmlformats.org/officeDocument/2006/relationships/image" Target="../media/image1.emf"/><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45.png"/></Relationships>
</file>

<file path=ppt/slides/_rels/slide12.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oleObject" Target="../embeddings/oleObject9.bin"/><Relationship Id="rId5" Type="http://schemas.openxmlformats.org/officeDocument/2006/relationships/image" Target="../media/image1.emf"/><Relationship Id="rId9" Type="http://schemas.openxmlformats.org/officeDocument/2006/relationships/image" Target="../media/image29.png"/><Relationship Id="rId10" Type="http://schemas.openxmlformats.org/officeDocument/2006/relationships/image" Target="../media/image30.png"/><Relationship Id="rId11" Type="http://schemas.openxmlformats.org/officeDocument/2006/relationships/image" Target="../media/image46.png"/></Relationships>
</file>

<file path=ppt/slides/_rels/slide13.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oleObject" Target="../embeddings/oleObject10.bin"/><Relationship Id="rId5" Type="http://schemas.openxmlformats.org/officeDocument/2006/relationships/image" Target="../media/image1.emf"/><Relationship Id="rId10" Type="http://schemas.openxmlformats.org/officeDocument/2006/relationships/image" Target="../media/image29.png"/><Relationship Id="rId11" Type="http://schemas.openxmlformats.org/officeDocument/2006/relationships/image" Target="../media/image30.png"/><Relationship Id="rId12" Type="http://schemas.openxmlformats.org/officeDocument/2006/relationships/image" Target="../media/image47.png"/><Relationship Id="rId13" Type="http://schemas.openxmlformats.org/officeDocument/2006/relationships/image" Target="../media/image4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CF54B-81C9-1420-F024-D26AD4324566}"/>
            </a:ext>
          </a:extLst>
        </p:cNvPr>
        <p:cNvGrpSpPr/>
        <p:nvPr/>
      </p:nvGrpSpPr>
      <p:grpSpPr>
        <a:xfrm>
          <a:off x="0" y="0"/>
          <a:ext cx="0" cy="0"/>
          <a:chOff x="0" y="0"/>
          <a:chExt cx="0" cy="0"/>
        </a:xfrm>
      </p:grpSpPr>
      <p:sp>
        <p:nvSpPr>
          <p:cNvPr id="9" name="Rectangle 4">
            <a:extLst>
              <a:ext uri="{FF2B5EF4-FFF2-40B4-BE49-F238E27FC236}">
                <a16:creationId xmlns:a16="http://schemas.microsoft.com/office/drawing/2014/main" id="{63124A92-4574-3F9A-4414-B3545F0C29DF}"/>
              </a:ext>
            </a:extLst>
          </p:cNvPr>
          <p:cNvSpPr txBox="1">
            <a:spLocks noChangeArrowheads="1"/>
          </p:cNvSpPr>
          <p:nvPr/>
        </p:nvSpPr>
        <p:spPr bwMode="auto">
          <a:xfrm>
            <a:off x="1003300" y="4446071"/>
            <a:ext cx="5988377"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indent="0" algn="ctr" rtl="0" eaLnBrk="0" fontAlgn="base" hangingPunct="0">
              <a:spcBef>
                <a:spcPct val="20000"/>
              </a:spcBef>
              <a:spcAft>
                <a:spcPct val="0"/>
              </a:spcAft>
              <a:buFontTx/>
              <a:buNone/>
              <a:defRPr kumimoji="1" sz="2400" lang="ja-JP">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lang="ja-JP">
                <a:solidFill>
                  <a:schemeClr val="tx1"/>
                </a:solidFill>
                <a:latin typeface="+mn-lt"/>
                <a:ea typeface="+mn-ea"/>
              </a:defRPr>
            </a:lvl2pPr>
            <a:lvl3pPr marL="1143000" indent="-228600" algn="l" rtl="0" eaLnBrk="0" fontAlgn="base" hangingPunct="0">
              <a:spcBef>
                <a:spcPct val="20000"/>
              </a:spcBef>
              <a:spcAft>
                <a:spcPct val="0"/>
              </a:spcAft>
              <a:buChar char="•"/>
              <a:defRPr kumimoji="1" sz="2400" lang="ja-JP">
                <a:solidFill>
                  <a:schemeClr val="tx1"/>
                </a:solidFill>
                <a:latin typeface="+mn-lt"/>
                <a:ea typeface="+mn-ea"/>
              </a:defRPr>
            </a:lvl3pPr>
            <a:lvl4pPr marL="1600200" indent="-228600" algn="l" rtl="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4pPr>
            <a:lvl5pPr marL="2057400" indent="-228600" algn="l" rtl="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5pPr>
            <a:lvl6pPr marL="25146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6pPr>
            <a:lvl7pPr marL="29718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7pPr>
            <a:lvl8pPr marL="34290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8pPr>
            <a:lvl9pPr marL="3886200" indent="-228600" algn="l" rtl="0" fontAlgn="base">
              <a:spcBef>
                <a:spcPct val="20000"/>
              </a:spcBef>
              <a:spcAft>
                <a:spcPct val="0"/>
              </a:spcAft>
              <a:buChar char="»"/>
              <a:defRPr kumimoji="1" sz="2000" lang="ja-JP">
                <a:solidFill>
                  <a:schemeClr val="tx1"/>
                </a:solidFill>
                <a:latin typeface="Arial" charset="0"/>
                <a:ea typeface="ＭＳ Ｐゴシック" pitchFamily="50"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defRPr lang="ja-JP"/>
            </a:pPr>
            <a:r>
              <a:rPr kumimoji="1" lang="ja-JP" altLang="ja-JP" sz="1600" b="0" i="0" u="none" strike="noStrike" kern="0" cap="none" spc="0" normalizeH="0" baseline="0" noProof="0" dirty="0">
                <a:ln>
                  <a:noFill/>
                </a:ln>
                <a:solidFill>
                  <a:srgbClr val="FFFFFF"/>
                </a:solidFill>
                <a:effectLst/>
                <a:uLnTx/>
                <a:uFillTx/>
                <a:latin typeface="BIZ UDPゴシック"/>
                <a:ea typeface="Meiryo UI" panose="020B0604030504040204" pitchFamily="50" charset="-128"/>
                <a:cs typeface="Meiryo UI" panose="020B0604030504040204" pitchFamily="50" charset="-128"/>
              </a:rPr>
              <a:t>2026</a:t>
            </a:r>
            <a:r>
              <a:rPr kumimoji="1" lang="ja-JP" altLang="en-US" sz="1600" b="0" i="0" u="none" strike="noStrike" kern="0" cap="none" spc="0" normalizeH="0" baseline="0" noProof="0" dirty="0">
                <a:ln>
                  <a:noFill/>
                </a:ln>
                <a:solidFill>
                  <a:srgbClr val="FFFFFF"/>
                </a:solidFill>
                <a:effectLst/>
                <a:uLnTx/>
                <a:uFillTx/>
                <a:latin typeface="BIZ UDPゴシック"/>
                <a:ea typeface="Meiryo UI" panose="020B0604030504040204" pitchFamily="50" charset="-128"/>
                <a:cs typeface="Meiryo UI" panose="020B0604030504040204" pitchFamily="50" charset="-128"/>
              </a:rPr>
              <a:t>年</a:t>
            </a:r>
            <a:r>
              <a:rPr lang="ja-JP" altLang="ja-JP" sz="1600" kern="0" dirty="0">
                <a:solidFill>
                  <a:srgbClr val="FFFFFF"/>
                </a:solidFill>
                <a:latin typeface="BIZ UDPゴシック"/>
                <a:ea typeface="Meiryo UI" panose="020B0604030504040204" pitchFamily="50" charset="-128"/>
                <a:cs typeface="Meiryo UI" panose="020B0604030504040204" pitchFamily="50" charset="-128"/>
              </a:rPr>
              <a:t>XX</a:t>
            </a:r>
            <a:r>
              <a:rPr kumimoji="1" lang="ja-JP" altLang="en-US" sz="1600" b="0" i="0" u="none" strike="noStrike" kern="0" cap="none" spc="0" normalizeH="0" baseline="0" noProof="0" dirty="0">
                <a:ln>
                  <a:noFill/>
                </a:ln>
                <a:solidFill>
                  <a:srgbClr val="FFFFFF"/>
                </a:solidFill>
                <a:effectLst/>
                <a:uLnTx/>
                <a:uFillTx/>
                <a:latin typeface="BIZ UDPゴシック"/>
                <a:ea typeface="Meiryo UI" panose="020B0604030504040204" pitchFamily="50" charset="-128"/>
                <a:cs typeface="Meiryo UI" panose="020B0604030504040204" pitchFamily="50" charset="-128"/>
              </a:rPr>
              <a:t>月</a:t>
            </a:r>
            <a:r>
              <a:rPr lang="ja-JP" altLang="ja-JP" sz="1600" kern="0" dirty="0">
                <a:solidFill>
                  <a:srgbClr val="FFFFFF"/>
                </a:solidFill>
                <a:latin typeface="BIZ UDPゴシック"/>
                <a:ea typeface="Meiryo UI" panose="020B0604030504040204" pitchFamily="50" charset="-128"/>
                <a:cs typeface="Meiryo UI" panose="020B0604030504040204" pitchFamily="50" charset="-128"/>
              </a:rPr>
              <a:t>XX</a:t>
            </a:r>
            <a:r>
              <a:rPr kumimoji="1" lang="ja-JP" altLang="en-US" sz="1600" b="0" i="0" u="none" strike="noStrike" kern="0" cap="none" spc="0" normalizeH="0" baseline="0" noProof="0" dirty="0">
                <a:ln>
                  <a:noFill/>
                </a:ln>
                <a:solidFill>
                  <a:srgbClr val="FFFFFF"/>
                </a:solidFill>
                <a:effectLst/>
                <a:uLnTx/>
                <a:uFillTx/>
                <a:latin typeface="BIZ UDPゴシック"/>
                <a:ea typeface="Meiryo UI" panose="020B0604030504040204" pitchFamily="50" charset="-128"/>
                <a:cs typeface="Meiryo UI" panose="020B0604030504040204" pitchFamily="50" charset="-128"/>
              </a:rPr>
              <a:t>日</a:t>
            </a:r>
          </a:p>
        </p:txBody>
      </p:sp>
      <p:sp>
        <p:nvSpPr>
          <p:cNvPr id="17" name="テキスト プレースホルダー 16">
            <a:extLst>
              <a:ext uri="{FF2B5EF4-FFF2-40B4-BE49-F238E27FC236}">
                <a16:creationId xmlns:a16="http://schemas.microsoft.com/office/drawing/2014/main" id="{00C986D8-5CD6-FA23-852F-BF9077E40C9E}"/>
              </a:ext>
            </a:extLst>
          </p:cNvPr>
          <p:cNvSpPr>
            <a:spLocks noGrp="1"/>
          </p:cNvSpPr>
          <p:nvPr>
            <p:ph type="body" sz="quarter" idx="10"/>
          </p:nvPr>
        </p:nvSpPr>
        <p:spPr/>
        <p:txBody>
          <a:bodyPr/>
          <a:lstStyle/>
          <a:p>
            <a:r>
              <a:rPr lang="ja-JP" altLang="en-US" dirty="0"/>
              <a:t>阪急阪神ホールディングスグループ</a:t>
            </a:r>
          </a:p>
          <a:p>
            <a:r>
              <a:rPr lang="ja-JP" altLang="ja-JP" sz="3200" dirty="0"/>
              <a:t>Quick-Win(</a:t>
            </a:r>
            <a:r>
              <a:rPr lang="ja-JP" altLang="en-US" sz="3200" dirty="0"/>
              <a:t>総会</a:t>
            </a:r>
            <a:r>
              <a:rPr lang="ja-JP" altLang="ja-JP" sz="3200" dirty="0"/>
              <a:t>QA</a:t>
            </a:r>
            <a:r>
              <a:rPr lang="ja-JP" altLang="en-US" sz="3200" dirty="0"/>
              <a:t>アプリ</a:t>
            </a:r>
            <a:r>
              <a:rPr lang="ja-JP" altLang="ja-JP" sz="3200" dirty="0"/>
              <a:t>)</a:t>
            </a:r>
          </a:p>
          <a:p>
            <a:r>
              <a:rPr lang="ja-JP" altLang="en-US" sz="3200" dirty="0"/>
              <a:t>操作マニュアル</a:t>
            </a:r>
          </a:p>
        </p:txBody>
      </p:sp>
    </p:spTree>
    <p:extLst>
      <p:ext uri="{BB962C8B-B14F-4D97-AF65-F5344CB8AC3E}">
        <p14:creationId xmlns:p14="http://schemas.microsoft.com/office/powerpoint/2010/main" val="3784183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293401FA-F126-724F-8899-86AA7013E4AC}"/>
              </a:ext>
            </a:extLst>
          </p:cNvPr>
          <p:cNvSpPr>
            <a:spLocks noGrp="1"/>
          </p:cNvSpPr>
          <p:nvPr>
            <p:ph type="body" sz="quarter" idx="11"/>
          </p:nvPr>
        </p:nvSpPr>
        <p:spPr/>
        <p:txBody>
          <a:bodyPr/>
          <a:lstStyle/>
          <a:p>
            <a:r>
              <a:rPr lang="ja-JP" altLang="en-US" dirty="0"/>
              <a:t>アジェンダ</a:t>
            </a:r>
          </a:p>
        </p:txBody>
      </p:sp>
      <p:graphicFrame>
        <p:nvGraphicFramePr>
          <p:cNvPr id="10" name="表 9">
            <a:extLst>
              <a:ext uri="{FF2B5EF4-FFF2-40B4-BE49-F238E27FC236}">
                <a16:creationId xmlns:a16="http://schemas.microsoft.com/office/drawing/2014/main" id="{33B7BC4B-6C38-0155-1EDE-61CAC8B3F94C}"/>
              </a:ext>
            </a:extLst>
          </p:cNvPr>
          <p:cNvGraphicFramePr>
            <a:graphicFrameLocks noGrp="1"/>
          </p:cNvGraphicFramePr>
          <p:nvPr>
            <p:extLst>
              <p:ext uri="{D42A27DB-BD31-4B8C-83A1-F6EECF244321}">
                <p14:modId xmlns:p14="http://schemas.microsoft.com/office/powerpoint/2010/main" val="1792084785"/>
              </p:ext>
            </p:extLst>
          </p:nvPr>
        </p:nvGraphicFramePr>
        <p:xfrm>
          <a:off x="2279944" y="1254012"/>
          <a:ext cx="7632000" cy="4400792"/>
        </p:xfrm>
        <a:graphic>
          <a:graphicData uri="http://schemas.openxmlformats.org/drawingml/2006/table">
            <a:tbl>
              <a:tblPr firstRow="1" bandRow="1">
                <a:tableStyleId>{5C22544A-7EE6-4342-B048-85BDC9FD1C3A}</a:tableStyleId>
              </a:tblPr>
              <a:tblGrid>
                <a:gridCol w="6604174">
                  <a:extLst>
                    <a:ext uri="{9D8B030D-6E8A-4147-A177-3AD203B41FA5}">
                      <a16:colId xmlns:a16="http://schemas.microsoft.com/office/drawing/2014/main" val="3917812740"/>
                    </a:ext>
                  </a:extLst>
                </a:gridCol>
                <a:gridCol w="1027826">
                  <a:extLst>
                    <a:ext uri="{9D8B030D-6E8A-4147-A177-3AD203B41FA5}">
                      <a16:colId xmlns:a16="http://schemas.microsoft.com/office/drawing/2014/main" val="2985350875"/>
                    </a:ext>
                  </a:extLst>
                </a:gridCol>
              </a:tblGrid>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b="0" dirty="0">
                          <a:solidFill>
                            <a:schemeClr val="tx1"/>
                          </a:solidFill>
                          <a:latin typeface="+mn-ea"/>
                          <a:ea typeface="+mn-ea"/>
                        </a:rPr>
                        <a:t>ホームの画面構成</a:t>
                      </a: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r">
                        <a:lnSpc>
                          <a:spcPct val="120000"/>
                        </a:lnSpc>
                      </a:pPr>
                      <a:r>
                        <a:rPr kumimoji="1" lang="ja-JP" altLang="ja-JP" sz="1600" dirty="0">
                          <a:solidFill>
                            <a:schemeClr val="accent2"/>
                          </a:solidFill>
                          <a:latin typeface="+mn-ea"/>
                          <a:ea typeface="+mn-ea"/>
                        </a:rPr>
                        <a:t>p.3</a:t>
                      </a:r>
                      <a:endParaRPr kumimoji="1" lang="ja-JP" altLang="en-US" sz="1600" dirty="0">
                        <a:solidFill>
                          <a:schemeClr val="accent2"/>
                        </a:solidFill>
                        <a:latin typeface="+mn-ea"/>
                        <a:ea typeface="+mn-ea"/>
                      </a:endParaRPr>
                    </a:p>
                  </a:txBody>
                  <a:tcPr marL="0" marR="0" marT="0" marB="0"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56560463"/>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質問作成の利用方法</a:t>
                      </a: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p.4</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88315199"/>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回答作成の利用方法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p.7</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12776631"/>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点検・承認の利用方法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p.9</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81017139"/>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問答集出力の利用方法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p.11</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272265763"/>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AI壁打ちの利用方法</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p.12</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33541721"/>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ja-JP" sz="1600" dirty="0">
                          <a:latin typeface="+mn-ea"/>
                          <a:ea typeface="+mn-ea"/>
                        </a:rPr>
                        <a:t>当日回答作成の利用方法</a:t>
                      </a:r>
                      <a:endParaRPr lang="ja-JP" altLang="ja-JP" sz="1600" dirty="0">
                        <a:latin typeface="+mn-ea"/>
                        <a:ea typeface="+mn-ea"/>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p.13</a:t>
                      </a:r>
                      <a:endParaRPr kumimoji="1" lang="ja-JP" altLang="en-US" sz="1600" b="1" i="0" u="none" strike="noStrike" kern="1200" cap="none" spc="0" normalizeH="0" baseline="0" noProof="0" dirty="0">
                        <a:ln>
                          <a:noFill/>
                        </a:ln>
                        <a:solidFill>
                          <a:schemeClr val="accent2"/>
                        </a:solidFill>
                        <a:effectLst/>
                        <a:uLnTx/>
                        <a:uFillTx/>
                        <a:latin typeface="+mn-ea"/>
                        <a:ea typeface="+mn-ea"/>
                        <a:cs typeface="+mn-cs"/>
                      </a:endParaRP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87191718"/>
                  </a:ext>
                </a:extLst>
              </a:tr>
              <a:tr h="550099">
                <a:tc>
                  <a:txBody>
                    <a:bodyPr/>
                    <a:lstStyle/>
                    <a:p>
                      <a:pPr marL="0" marR="0" lvl="0" indent="0" algn="l" defTabSz="914395" rtl="0" eaLnBrk="1" fontAlgn="auto" latinLnBrk="0" hangingPunct="1">
                        <a:lnSpc>
                          <a:spcPct val="120000"/>
                        </a:lnSpc>
                        <a:spcBef>
                          <a:spcPts val="0"/>
                        </a:spcBef>
                        <a:spcAft>
                          <a:spcPts val="0"/>
                        </a:spcAft>
                        <a:buClr>
                          <a:schemeClr val="accent1"/>
                        </a:buClr>
                        <a:buSzTx/>
                        <a:buFont typeface="メイリオ" panose="020B0604030504040204" pitchFamily="50" charset="-128"/>
                        <a:buNone/>
                        <a:tabLst/>
                        <a:defRPr lang="ja-JP"/>
                      </a:pPr>
                      <a:r>
                        <a:rPr lang="ja-JP" altLang="en-US" sz="1600" dirty="0">
                          <a:latin typeface="+mn-ea"/>
                          <a:ea typeface="+mn-ea"/>
                        </a:rPr>
                        <a:t>サポート窓口</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20000"/>
                        </a:lnSpc>
                        <a:spcBef>
                          <a:spcPts val="0"/>
                        </a:spcBef>
                        <a:spcAft>
                          <a:spcPts val="0"/>
                        </a:spcAft>
                        <a:buClrTx/>
                        <a:buSzTx/>
                        <a:buFontTx/>
                        <a:buNone/>
                        <a:tabLst/>
                        <a:defRPr lang="ja-JP"/>
                      </a:pPr>
                      <a:r>
                        <a:rPr kumimoji="1" lang="ja-JP" altLang="ja-JP" sz="1600" b="1" i="0" u="none" strike="noStrike" kern="1200" cap="none" spc="0" normalizeH="0" baseline="0" noProof="0" dirty="0">
                          <a:ln>
                            <a:noFill/>
                          </a:ln>
                          <a:solidFill>
                            <a:schemeClr val="accent2"/>
                          </a:solidFill>
                          <a:effectLst/>
                          <a:uLnTx/>
                          <a:uFillTx/>
                          <a:latin typeface="+mn-ea"/>
                          <a:ea typeface="+mn-ea"/>
                          <a:cs typeface="+mn-cs"/>
                        </a:rPr>
                        <a:t>p.14</a:t>
                      </a:r>
                    </a:p>
                  </a:txBody>
                  <a:tcPr marL="0" marR="0" marT="0" marB="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50377517"/>
                  </a:ext>
                </a:extLst>
              </a:tr>
            </a:tbl>
          </a:graphicData>
        </a:graphic>
      </p:graphicFrame>
      <p:sp>
        <p:nvSpPr>
          <p:cNvPr id="38" name="正方形/長方形 37">
            <a:hlinkClick r:id="rId3" action="ppaction://hlinksldjump"/>
            <a:extLst>
              <a:ext uri="{FF2B5EF4-FFF2-40B4-BE49-F238E27FC236}">
                <a16:creationId xmlns:a16="http://schemas.microsoft.com/office/drawing/2014/main" id="{584E4E0B-8EA1-A005-84D5-5DBF6B71AAED}"/>
              </a:ext>
            </a:extLst>
          </p:cNvPr>
          <p:cNvSpPr/>
          <p:nvPr/>
        </p:nvSpPr>
        <p:spPr bwMode="auto">
          <a:xfrm>
            <a:off x="9268800" y="1138613"/>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39" name="正方形/長方形 38">
            <a:hlinkClick r:id="" action="ppaction://noaction"/>
            <a:extLst>
              <a:ext uri="{FF2B5EF4-FFF2-40B4-BE49-F238E27FC236}">
                <a16:creationId xmlns:a16="http://schemas.microsoft.com/office/drawing/2014/main" id="{5AEEF724-EA46-1951-3C13-08B8DAD2D2FA}"/>
              </a:ext>
            </a:extLst>
          </p:cNvPr>
          <p:cNvSpPr/>
          <p:nvPr/>
        </p:nvSpPr>
        <p:spPr bwMode="auto">
          <a:xfrm>
            <a:off x="9268800" y="1733699"/>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0" name="正方形/長方形 39">
            <a:hlinkClick r:id="" action="ppaction://noaction"/>
            <a:extLst>
              <a:ext uri="{FF2B5EF4-FFF2-40B4-BE49-F238E27FC236}">
                <a16:creationId xmlns:a16="http://schemas.microsoft.com/office/drawing/2014/main" id="{986D70F4-63EA-6642-A791-410431F4EBE5}"/>
              </a:ext>
            </a:extLst>
          </p:cNvPr>
          <p:cNvSpPr/>
          <p:nvPr/>
        </p:nvSpPr>
        <p:spPr bwMode="auto">
          <a:xfrm>
            <a:off x="9268800" y="2517470"/>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1" name="正方形/長方形 40">
            <a:hlinkClick r:id="" action="ppaction://noaction"/>
            <a:extLst>
              <a:ext uri="{FF2B5EF4-FFF2-40B4-BE49-F238E27FC236}">
                <a16:creationId xmlns:a16="http://schemas.microsoft.com/office/drawing/2014/main" id="{853CD61D-F8D8-624E-2FF5-F1BD18FD5FD2}"/>
              </a:ext>
            </a:extLst>
          </p:cNvPr>
          <p:cNvSpPr/>
          <p:nvPr/>
        </p:nvSpPr>
        <p:spPr bwMode="auto">
          <a:xfrm>
            <a:off x="9268800" y="3315756"/>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2" name="正方形/長方形 41">
            <a:hlinkClick r:id="" action="ppaction://noaction"/>
            <a:extLst>
              <a:ext uri="{FF2B5EF4-FFF2-40B4-BE49-F238E27FC236}">
                <a16:creationId xmlns:a16="http://schemas.microsoft.com/office/drawing/2014/main" id="{6B5FD48C-A0A9-D951-6864-8B1B08A3CC2D}"/>
              </a:ext>
            </a:extLst>
          </p:cNvPr>
          <p:cNvSpPr/>
          <p:nvPr/>
        </p:nvSpPr>
        <p:spPr bwMode="auto">
          <a:xfrm>
            <a:off x="9268800" y="3935240"/>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3" name="正方形/長方形 42">
            <a:hlinkClick r:id="" action="ppaction://noaction"/>
            <a:extLst>
              <a:ext uri="{FF2B5EF4-FFF2-40B4-BE49-F238E27FC236}">
                <a16:creationId xmlns:a16="http://schemas.microsoft.com/office/drawing/2014/main" id="{F322D8EC-8248-C73D-F0EC-8B264ED96915}"/>
              </a:ext>
            </a:extLst>
          </p:cNvPr>
          <p:cNvSpPr/>
          <p:nvPr/>
        </p:nvSpPr>
        <p:spPr bwMode="auto">
          <a:xfrm>
            <a:off x="9268800" y="4554724"/>
            <a:ext cx="643200" cy="420255"/>
          </a:xfrm>
          <a:prstGeom prst="rect">
            <a:avLst/>
          </a:prstGeom>
          <a:noFill/>
          <a:ln w="38100">
            <a:noFill/>
            <a:miter lim="800000"/>
            <a:headEnd/>
            <a:tailEnd/>
          </a:ln>
          <a:effectLst/>
        </p:spPr>
        <p:txBody>
          <a:bodyPr wrap="square" lIns="0" tIns="0" rIns="0" bIns="0" rtlCol="0" anchor="t">
            <a:noAutofit/>
          </a:bodyPr>
          <a:lstStyle/>
          <a:p>
            <a:pPr marR="0" algn="l"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4" name="正方形/長方形 43">
            <a:hlinkClick r:id="" action="ppaction://noaction"/>
            <a:extLst>
              <a:ext uri="{FF2B5EF4-FFF2-40B4-BE49-F238E27FC236}">
                <a16:creationId xmlns:a16="http://schemas.microsoft.com/office/drawing/2014/main" id="{9CF49780-06CA-8948-7E00-29AAC454467D}"/>
              </a:ext>
            </a:extLst>
          </p:cNvPr>
          <p:cNvSpPr/>
          <p:nvPr/>
        </p:nvSpPr>
        <p:spPr bwMode="auto">
          <a:xfrm>
            <a:off x="9268800" y="5174208"/>
            <a:ext cx="643200" cy="420255"/>
          </a:xfrm>
          <a:prstGeom prst="rect">
            <a:avLst/>
          </a:prstGeom>
          <a:noFill/>
          <a:ln w="38100">
            <a:noFill/>
            <a:miter lim="800000"/>
            <a:headEnd/>
            <a:tailEnd/>
          </a:ln>
          <a:effectLst/>
        </p:spPr>
        <p:txBody>
          <a:bodyPr wrap="square" lIns="0" tIns="0" rIns="0" bIns="0" rtlCol="0" anchor="t">
            <a:noAutofit/>
          </a:bodyPr>
          <a:lstStyle/>
          <a:p>
            <a:pPr marR="0" algn="l"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
        <p:nvSpPr>
          <p:cNvPr id="45" name="正方形/長方形 44">
            <a:hlinkClick r:id="" action="ppaction://noaction"/>
            <a:extLst>
              <a:ext uri="{FF2B5EF4-FFF2-40B4-BE49-F238E27FC236}">
                <a16:creationId xmlns:a16="http://schemas.microsoft.com/office/drawing/2014/main" id="{979318BE-7BFC-3C01-E6ED-2B907A860281}"/>
              </a:ext>
            </a:extLst>
          </p:cNvPr>
          <p:cNvSpPr/>
          <p:nvPr/>
        </p:nvSpPr>
        <p:spPr bwMode="auto">
          <a:xfrm>
            <a:off x="9268800" y="5793692"/>
            <a:ext cx="643200" cy="420255"/>
          </a:xfrm>
          <a:prstGeom prst="rect">
            <a:avLst/>
          </a:prstGeom>
          <a:noFill/>
          <a:ln w="38100">
            <a:noFill/>
            <a:miter lim="800000"/>
            <a:headEnd/>
            <a:tailEnd/>
          </a:ln>
          <a:effectLst/>
        </p:spPr>
        <p:txBody>
          <a:bodyPr wrap="square" lIns="0" tIns="0" rIns="0" bIns="0" rtlCol="0" anchor="t">
            <a:noAutofit/>
          </a:bodyPr>
          <a:lstStyle/>
          <a:p>
            <a:pPr marL="180000" marR="0" indent="-180000" algn="l" defTabSz="914400" rtl="0" eaLnBrk="1" fontAlgn="auto" latinLnBrk="0" hangingPunct="1">
              <a:lnSpc>
                <a:spcPct val="110000"/>
              </a:lnSpc>
              <a:spcBef>
                <a:spcPts val="0"/>
              </a:spcBef>
              <a:spcAft>
                <a:spcPts val="300"/>
              </a:spcAft>
              <a:buClr>
                <a:schemeClr val="accent2"/>
              </a:buClr>
              <a:buSzPct val="80000"/>
              <a:buFont typeface="Wingdings" panose="05000000000000000000" pitchFamily="2" charset="2"/>
              <a:buChar char="l"/>
              <a:tabLst>
                <a:tab pos="2057400" algn="l"/>
              </a:tabLst>
            </a:pPr>
            <a:endParaRPr kumimoji="1" lang="ja-JP" altLang="en-US" sz="1400" b="0" i="0" u="none" strike="noStrike" kern="1200" cap="none" spc="0" normalizeH="0" baseline="0" noProof="0" dirty="0">
              <a:ln>
                <a:noFill/>
              </a:ln>
              <a:solidFill>
                <a:srgbClr val="000000"/>
              </a:solidFill>
              <a:effectLst/>
              <a:uLnTx/>
              <a:uFillTx/>
              <a:latin typeface="+mn-ea"/>
              <a:ea typeface="+mn-ea"/>
              <a:cs typeface="+mn-cs"/>
            </a:endParaRPr>
          </a:p>
        </p:txBody>
      </p:sp>
    </p:spTree>
    <p:extLst>
      <p:ext uri="{BB962C8B-B14F-4D97-AF65-F5344CB8AC3E}">
        <p14:creationId xmlns:p14="http://schemas.microsoft.com/office/powerpoint/2010/main" val="3085902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B74FE-CE80-CE5F-619C-D64F84BB4D4D}"/>
            </a:ext>
          </a:extLst>
        </p:cNvPr>
        <p:cNvGrpSpPr/>
        <p:nvPr/>
      </p:nvGrpSpPr>
      <p:grpSpPr>
        <a:xfrm>
          <a:off x="0" y="0"/>
          <a:ext cx="0" cy="0"/>
          <a:chOff x="0" y="0"/>
          <a:chExt cx="0" cy="0"/>
        </a:xfrm>
      </p:grpSpPr>
      <p:graphicFrame>
        <p:nvGraphicFramePr>
          <p:cNvPr id="85" name="thinkcell data - do not delete" hidden="1">
            <a:extLst>
              <a:ext uri="{FF2B5EF4-FFF2-40B4-BE49-F238E27FC236}">
                <a16:creationId xmlns:a16="http://schemas.microsoft.com/office/drawing/2014/main" id="{AEF78DF7-60E5-1322-82B8-C21B438E279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85" name="thinkcell data - do not delete" hidden="1">
                        <a:extLst>
                          <a:ext uri="{FF2B5EF4-FFF2-40B4-BE49-F238E27FC236}">
                            <a16:creationId xmlns:a16="http://schemas.microsoft.com/office/drawing/2014/main" id="{AEF78DF7-60E5-1322-82B8-C21B438E279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7" name="テキスト プレースホルダー 26">
            <a:extLst>
              <a:ext uri="{FF2B5EF4-FFF2-40B4-BE49-F238E27FC236}">
                <a16:creationId xmlns:a16="http://schemas.microsoft.com/office/drawing/2014/main" id="{0F2E6E01-BBDE-9554-40BD-B32029BBF066}"/>
              </a:ext>
            </a:extLst>
          </p:cNvPr>
          <p:cNvSpPr>
            <a:spLocks noGrp="1"/>
          </p:cNvSpPr>
          <p:nvPr>
            <p:ph type="body" sz="quarter" idx="11"/>
          </p:nvPr>
        </p:nvSpPr>
        <p:spPr>
          <a:xfrm>
            <a:off x="623888" y="300199"/>
            <a:ext cx="10944112" cy="216000"/>
          </a:xfrm>
        </p:spPr>
        <p:txBody>
          <a:bodyPr/>
          <a:lstStyle/>
          <a:p>
            <a:r>
              <a:rPr lang="ja-JP" altLang="en-US" dirty="0"/>
              <a:t>ホームの画面構成</a:t>
            </a:r>
          </a:p>
        </p:txBody>
      </p:sp>
      <p:pic>
        <p:nvPicPr>
          <p:cNvPr id="5" name="図 4">
            <a:extLst>
              <a:ext uri="{FF2B5EF4-FFF2-40B4-BE49-F238E27FC236}">
                <a16:creationId xmlns:a16="http://schemas.microsoft.com/office/drawing/2014/main" id="{672CD9F4-8D46-0000-367A-D12811848F60}"/>
              </a:ext>
            </a:extLst>
          </p:cNvPr>
          <p:cNvPicPr>
            <a:picLocks noChangeAspect="1"/>
          </p:cNvPicPr>
          <p:nvPr/>
        </p:nvPicPr>
        <p:blipFill>
          <a:blip r:embed="rId9"/>
          <a:stretch>
            <a:fillRect/>
          </a:stretch>
        </p:blipFill>
        <p:spPr>
          <a:xfrm>
            <a:off x="2432304" y="1005840"/>
            <a:ext cx="4572000" cy="2657665"/>
          </a:xfrm>
          <a:prstGeom prst="rect">
            <a:avLst/>
          </a:prstGeom>
        </p:spPr>
      </p:pic>
      <p:sp>
        <p:nvSpPr>
          <p:cNvPr id="14" name="四角形: 角を丸くする 13">
            <a:extLst>
              <a:ext uri="{FF2B5EF4-FFF2-40B4-BE49-F238E27FC236}">
                <a16:creationId xmlns:a16="http://schemas.microsoft.com/office/drawing/2014/main" id="{5C5BFA20-1B68-3D60-CA6D-920910668604}"/>
              </a:ext>
            </a:extLst>
          </p:cNvPr>
          <p:cNvSpPr/>
          <p:nvPr/>
        </p:nvSpPr>
        <p:spPr bwMode="auto">
          <a:xfrm>
            <a:off x="2487288" y="1026874"/>
            <a:ext cx="4462030" cy="331387"/>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17" name="四角形: 角を丸くする 16">
            <a:extLst>
              <a:ext uri="{FF2B5EF4-FFF2-40B4-BE49-F238E27FC236}">
                <a16:creationId xmlns:a16="http://schemas.microsoft.com/office/drawing/2014/main" id="{6D5C0D18-4FEB-1C83-2E82-F3815942F877}"/>
              </a:ext>
            </a:extLst>
          </p:cNvPr>
          <p:cNvSpPr/>
          <p:nvPr/>
        </p:nvSpPr>
        <p:spPr bwMode="auto">
          <a:xfrm>
            <a:off x="2487288" y="1472002"/>
            <a:ext cx="4462030" cy="1383852"/>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18" name="四角形: 角を丸くする 17">
            <a:extLst>
              <a:ext uri="{FF2B5EF4-FFF2-40B4-BE49-F238E27FC236}">
                <a16:creationId xmlns:a16="http://schemas.microsoft.com/office/drawing/2014/main" id="{E88CB71F-4C04-99D4-CA20-9DDE0DDF36BA}"/>
              </a:ext>
            </a:extLst>
          </p:cNvPr>
          <p:cNvSpPr/>
          <p:nvPr/>
        </p:nvSpPr>
        <p:spPr bwMode="auto">
          <a:xfrm>
            <a:off x="2496432" y="2910840"/>
            <a:ext cx="1063782" cy="73182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21" name="四角形: 角を丸くする 20">
            <a:extLst>
              <a:ext uri="{FF2B5EF4-FFF2-40B4-BE49-F238E27FC236}">
                <a16:creationId xmlns:a16="http://schemas.microsoft.com/office/drawing/2014/main" id="{7F6F6187-E634-B590-A273-1E34C84CE5F1}"/>
              </a:ext>
            </a:extLst>
          </p:cNvPr>
          <p:cNvSpPr/>
          <p:nvPr/>
        </p:nvSpPr>
        <p:spPr bwMode="auto">
          <a:xfrm>
            <a:off x="3624343" y="2910840"/>
            <a:ext cx="1063782" cy="73182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86" name="楕円 85">
            <a:extLst>
              <a:ext uri="{FF2B5EF4-FFF2-40B4-BE49-F238E27FC236}">
                <a16:creationId xmlns:a16="http://schemas.microsoft.com/office/drawing/2014/main" id="{80799222-4078-C5DC-3488-B271EC4B097D}"/>
              </a:ext>
            </a:extLst>
          </p:cNvPr>
          <p:cNvSpPr/>
          <p:nvPr/>
        </p:nvSpPr>
        <p:spPr bwMode="auto">
          <a:xfrm>
            <a:off x="3377334" y="285597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dirty="0">
                <a:ln>
                  <a:noFill/>
                </a:ln>
                <a:solidFill>
                  <a:schemeClr val="bg1"/>
                </a:solidFill>
                <a:effectLst/>
                <a:uLnTx/>
                <a:uFillTx/>
                <a:latin typeface="+mn-ea"/>
                <a:ea typeface="+mn-ea"/>
                <a:cs typeface="+mn-cs"/>
              </a:rPr>
              <a:t>1</a:t>
            </a:r>
          </a:p>
        </p:txBody>
      </p:sp>
      <p:sp>
        <p:nvSpPr>
          <p:cNvPr id="91" name="四角形: 角を丸くする 90">
            <a:extLst>
              <a:ext uri="{FF2B5EF4-FFF2-40B4-BE49-F238E27FC236}">
                <a16:creationId xmlns:a16="http://schemas.microsoft.com/office/drawing/2014/main" id="{E4D194F5-2F9B-4BA4-6EBB-80E3A127DD48}"/>
              </a:ext>
            </a:extLst>
          </p:cNvPr>
          <p:cNvSpPr/>
          <p:nvPr/>
        </p:nvSpPr>
        <p:spPr bwMode="auto">
          <a:xfrm>
            <a:off x="4748482" y="2910840"/>
            <a:ext cx="1067554" cy="73182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92" name="四角形: 角を丸くする 91">
            <a:extLst>
              <a:ext uri="{FF2B5EF4-FFF2-40B4-BE49-F238E27FC236}">
                <a16:creationId xmlns:a16="http://schemas.microsoft.com/office/drawing/2014/main" id="{4BAE6165-0EF3-899E-B36B-FE64BA3F8FA5}"/>
              </a:ext>
            </a:extLst>
          </p:cNvPr>
          <p:cNvSpPr/>
          <p:nvPr/>
        </p:nvSpPr>
        <p:spPr bwMode="auto">
          <a:xfrm>
            <a:off x="5876393" y="2910840"/>
            <a:ext cx="1063782" cy="731821"/>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93" name="四角形: 角を丸くする 92">
            <a:extLst>
              <a:ext uri="{FF2B5EF4-FFF2-40B4-BE49-F238E27FC236}">
                <a16:creationId xmlns:a16="http://schemas.microsoft.com/office/drawing/2014/main" id="{3F3BB90E-84E0-581A-E20C-48AD56D03D56}"/>
              </a:ext>
            </a:extLst>
          </p:cNvPr>
          <p:cNvSpPr/>
          <p:nvPr/>
        </p:nvSpPr>
        <p:spPr bwMode="auto">
          <a:xfrm>
            <a:off x="3288610" y="1530186"/>
            <a:ext cx="1399514" cy="682782"/>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94" name="四角形: 角を丸くする 93">
            <a:extLst>
              <a:ext uri="{FF2B5EF4-FFF2-40B4-BE49-F238E27FC236}">
                <a16:creationId xmlns:a16="http://schemas.microsoft.com/office/drawing/2014/main" id="{1AA82433-4448-B36D-21B5-0FCE6B36DF9B}"/>
              </a:ext>
            </a:extLst>
          </p:cNvPr>
          <p:cNvSpPr/>
          <p:nvPr/>
        </p:nvSpPr>
        <p:spPr bwMode="auto">
          <a:xfrm>
            <a:off x="4744709" y="1530186"/>
            <a:ext cx="1403287" cy="682782"/>
          </a:xfrm>
          <a:prstGeom prst="roundRect">
            <a:avLst>
              <a:gd name="adj" fmla="val 0"/>
            </a:avLst>
          </a:prstGeom>
          <a:noFill/>
          <a:ln w="19050">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4400" b="0" i="0" u="none" strike="noStrike" kern="1200" cap="none" spc="0" normalizeH="0" baseline="0" noProof="0" dirty="0">
              <a:ln>
                <a:noFill/>
              </a:ln>
              <a:solidFill>
                <a:schemeClr val="bg1"/>
              </a:solidFill>
              <a:effectLst/>
              <a:uLnTx/>
              <a:uFillTx/>
              <a:latin typeface="+mn-ea"/>
              <a:ea typeface="+mn-ea"/>
              <a:cs typeface="+mn-cs"/>
            </a:endParaRPr>
          </a:p>
        </p:txBody>
      </p:sp>
      <p:sp>
        <p:nvSpPr>
          <p:cNvPr id="95" name="楕円 94">
            <a:extLst>
              <a:ext uri="{FF2B5EF4-FFF2-40B4-BE49-F238E27FC236}">
                <a16:creationId xmlns:a16="http://schemas.microsoft.com/office/drawing/2014/main" id="{D0E0A970-AED3-FF48-9D2B-CED9A9EA0DA6}"/>
              </a:ext>
            </a:extLst>
          </p:cNvPr>
          <p:cNvSpPr/>
          <p:nvPr/>
        </p:nvSpPr>
        <p:spPr bwMode="auto">
          <a:xfrm>
            <a:off x="4505245" y="285597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solidFill>
                  <a:schemeClr val="bg1"/>
                </a:solidFill>
                <a:latin typeface="+mn-ea"/>
              </a:rPr>
              <a:t>2</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96" name="楕円 95">
            <a:extLst>
              <a:ext uri="{FF2B5EF4-FFF2-40B4-BE49-F238E27FC236}">
                <a16:creationId xmlns:a16="http://schemas.microsoft.com/office/drawing/2014/main" id="{512A212E-8600-5744-5344-A07153FA85F4}"/>
              </a:ext>
            </a:extLst>
          </p:cNvPr>
          <p:cNvSpPr/>
          <p:nvPr/>
        </p:nvSpPr>
        <p:spPr bwMode="auto">
          <a:xfrm>
            <a:off x="5633156" y="285597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3</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97" name="楕円 96">
            <a:extLst>
              <a:ext uri="{FF2B5EF4-FFF2-40B4-BE49-F238E27FC236}">
                <a16:creationId xmlns:a16="http://schemas.microsoft.com/office/drawing/2014/main" id="{0AFD2703-A482-7209-255A-E6DB9B14A0EA}"/>
              </a:ext>
            </a:extLst>
          </p:cNvPr>
          <p:cNvSpPr/>
          <p:nvPr/>
        </p:nvSpPr>
        <p:spPr bwMode="auto">
          <a:xfrm>
            <a:off x="6757295" y="285597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solidFill>
                  <a:schemeClr val="bg1"/>
                </a:solidFill>
                <a:latin typeface="+mn-ea"/>
              </a:rPr>
              <a:t>4</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98" name="楕円 97">
            <a:extLst>
              <a:ext uri="{FF2B5EF4-FFF2-40B4-BE49-F238E27FC236}">
                <a16:creationId xmlns:a16="http://schemas.microsoft.com/office/drawing/2014/main" id="{B926DC9D-3389-73CE-2181-FFD2A9316458}"/>
              </a:ext>
            </a:extLst>
          </p:cNvPr>
          <p:cNvSpPr/>
          <p:nvPr/>
        </p:nvSpPr>
        <p:spPr bwMode="auto">
          <a:xfrm>
            <a:off x="4505245" y="1475322"/>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dirty="0">
                <a:ln>
                  <a:noFill/>
                </a:ln>
                <a:solidFill>
                  <a:schemeClr val="bg1"/>
                </a:solidFill>
                <a:effectLst/>
                <a:uLnTx/>
                <a:uFillTx/>
                <a:latin typeface="+mn-ea"/>
                <a:ea typeface="+mn-ea"/>
                <a:cs typeface="+mn-cs"/>
              </a:rPr>
              <a:t>5</a:t>
            </a:r>
          </a:p>
        </p:txBody>
      </p:sp>
      <p:sp>
        <p:nvSpPr>
          <p:cNvPr id="99" name="楕円 98">
            <a:extLst>
              <a:ext uri="{FF2B5EF4-FFF2-40B4-BE49-F238E27FC236}">
                <a16:creationId xmlns:a16="http://schemas.microsoft.com/office/drawing/2014/main" id="{28EFCA41-0296-9BDC-B63E-6296A27E28D6}"/>
              </a:ext>
            </a:extLst>
          </p:cNvPr>
          <p:cNvSpPr/>
          <p:nvPr/>
        </p:nvSpPr>
        <p:spPr bwMode="auto">
          <a:xfrm>
            <a:off x="5965117" y="1475322"/>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solidFill>
                  <a:schemeClr val="bg1"/>
                </a:solidFill>
                <a:latin typeface="+mn-ea"/>
              </a:rPr>
              <a:t>6</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pic>
        <p:nvPicPr>
          <p:cNvPr id="3" name="図 2">
            <a:extLst>
              <a:ext uri="{FF2B5EF4-FFF2-40B4-BE49-F238E27FC236}">
                <a16:creationId xmlns:a16="http://schemas.microsoft.com/office/drawing/2014/main" id="{DF3D017A-B435-CF18-ADD5-07FE2DC548B1}"/>
              </a:ext>
            </a:extLst>
          </p:cNvPr>
          <p:cNvPicPr>
            <a:picLocks noChangeAspect="1"/>
          </p:cNvPicPr>
          <p:nvPr/>
        </p:nvPicPr>
        <p:blipFill>
          <a:blip r:embed="rId8"/>
          <a:stretch>
            <a:fillRect/>
          </a:stretch>
        </p:blipFill>
        <p:spPr>
          <a:xfrm>
            <a:off x="987552" y="1005840"/>
            <a:ext cx="1316736" cy="2691563"/>
          </a:xfrm>
          <a:prstGeom prst="rect">
            <a:avLst/>
          </a:prstGeom>
        </p:spPr>
      </p:pic>
      <p:sp>
        <p:nvSpPr>
          <p:cNvPr id="4" name="正方形/長方形 3">
            <a:extLst>
              <a:ext uri="{FF2B5EF4-FFF2-40B4-BE49-F238E27FC236}">
                <a16:creationId xmlns:a16="http://schemas.microsoft.com/office/drawing/2014/main" id="{4CEC650A-D690-92F1-1A0E-FCCCF208DF45}"/>
              </a:ext>
            </a:extLst>
          </p:cNvPr>
          <p:cNvSpPr/>
          <p:nvPr/>
        </p:nvSpPr>
        <p:spPr bwMode="auto">
          <a:xfrm>
            <a:off x="1970013" y="4068289"/>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dirty="0">
                <a:solidFill>
                  <a:schemeClr val="accent2"/>
                </a:solidFill>
                <a:latin typeface="+mn-ea"/>
              </a:rPr>
              <a:t>質問作成</a:t>
            </a:r>
            <a:endParaRPr lang="ja-JP" altLang="ja-JP" sz="1400" b="1" dirty="0">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dirty="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dirty="0">
              <a:solidFill>
                <a:schemeClr val="accent2"/>
              </a:solidFill>
              <a:latin typeface="+mn-ea"/>
            </a:endParaRPr>
          </a:p>
        </p:txBody>
      </p:sp>
      <p:sp>
        <p:nvSpPr>
          <p:cNvPr id="7" name="フローチャート: 他ページ結合子 6">
            <a:extLst>
              <a:ext uri="{FF2B5EF4-FFF2-40B4-BE49-F238E27FC236}">
                <a16:creationId xmlns:a16="http://schemas.microsoft.com/office/drawing/2014/main" id="{EC3EB6E6-0601-2A11-9B64-BF3B6850DC13}"/>
              </a:ext>
            </a:extLst>
          </p:cNvPr>
          <p:cNvSpPr/>
          <p:nvPr/>
        </p:nvSpPr>
        <p:spPr bwMode="auto">
          <a:xfrm>
            <a:off x="2924175" y="4048364"/>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en-US" sz="1200" b="1" i="0" u="none" strike="noStrike" kern="1200" cap="none" spc="0" normalizeH="0" baseline="0" noProof="0" dirty="0">
                <a:ln>
                  <a:noFill/>
                </a:ln>
                <a:effectLst/>
                <a:uLnTx/>
                <a:uFillTx/>
                <a:latin typeface="BIZ UDPゴシック"/>
                <a:ea typeface="BIZ UDPゴシック"/>
                <a:cs typeface="+mn-cs"/>
              </a:rPr>
              <a:t>総会の質問追加や</a:t>
            </a:r>
            <a:r>
              <a:rPr kumimoji="1" lang="ja-JP" altLang="ja-JP" sz="1200" b="1" i="0" u="none" strike="noStrike" kern="1200" cap="none" spc="0" normalizeH="0" baseline="0" noProof="0" dirty="0">
                <a:ln>
                  <a:noFill/>
                </a:ln>
                <a:effectLst/>
                <a:uLnTx/>
                <a:uFillTx/>
                <a:latin typeface="BIZ UDPゴシック"/>
                <a:ea typeface="BIZ UDPゴシック"/>
                <a:cs typeface="+mn-cs"/>
              </a:rPr>
              <a:t>AI</a:t>
            </a:r>
            <a:r>
              <a:rPr kumimoji="1" lang="ja-JP" altLang="en-US" sz="1200" b="1" i="0" u="none" strike="noStrike" kern="1200" cap="none" spc="0" normalizeH="0" baseline="0" noProof="0" dirty="0">
                <a:ln>
                  <a:noFill/>
                </a:ln>
                <a:effectLst/>
                <a:uLnTx/>
                <a:uFillTx/>
                <a:latin typeface="BIZ UDPゴシック"/>
                <a:ea typeface="BIZ UDPゴシック"/>
                <a:cs typeface="+mn-cs"/>
              </a:rPr>
              <a:t>による質問の追加の時に利用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10" name="正方形/長方形 9">
            <a:extLst>
              <a:ext uri="{FF2B5EF4-FFF2-40B4-BE49-F238E27FC236}">
                <a16:creationId xmlns:a16="http://schemas.microsoft.com/office/drawing/2014/main" id="{85A292EE-5490-5C6B-08BA-3EE3114BF5EB}"/>
              </a:ext>
            </a:extLst>
          </p:cNvPr>
          <p:cNvSpPr/>
          <p:nvPr/>
        </p:nvSpPr>
        <p:spPr bwMode="auto">
          <a:xfrm>
            <a:off x="1970013" y="4474929"/>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dirty="0">
                <a:solidFill>
                  <a:schemeClr val="accent2"/>
                </a:solidFill>
                <a:latin typeface="+mn-ea"/>
              </a:rPr>
              <a:t>回答作成</a:t>
            </a:r>
            <a:endParaRPr lang="ja-JP" altLang="ja-JP" sz="1400" b="1" dirty="0">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dirty="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dirty="0">
              <a:solidFill>
                <a:schemeClr val="accent2"/>
              </a:solidFill>
              <a:latin typeface="+mn-ea"/>
            </a:endParaRPr>
          </a:p>
        </p:txBody>
      </p:sp>
      <p:sp>
        <p:nvSpPr>
          <p:cNvPr id="12" name="フローチャート: 他ページ結合子 11">
            <a:extLst>
              <a:ext uri="{FF2B5EF4-FFF2-40B4-BE49-F238E27FC236}">
                <a16:creationId xmlns:a16="http://schemas.microsoft.com/office/drawing/2014/main" id="{3E61CED3-34F0-29CC-9998-ABFDA4057230}"/>
              </a:ext>
            </a:extLst>
          </p:cNvPr>
          <p:cNvSpPr/>
          <p:nvPr/>
        </p:nvSpPr>
        <p:spPr bwMode="auto">
          <a:xfrm>
            <a:off x="2924175" y="4455006"/>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lang="ja-JP" altLang="en-US" sz="1200" b="1" dirty="0">
                <a:latin typeface="BIZ UDPゴシック"/>
                <a:ea typeface="BIZ UDPゴシック"/>
              </a:rPr>
              <a:t>回答・参考情報をユーザーが入力する時に利用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26" name="正方形/長方形 25">
            <a:extLst>
              <a:ext uri="{FF2B5EF4-FFF2-40B4-BE49-F238E27FC236}">
                <a16:creationId xmlns:a16="http://schemas.microsoft.com/office/drawing/2014/main" id="{BD1EFC61-CA2A-5838-6FEA-40332630AD7D}"/>
              </a:ext>
            </a:extLst>
          </p:cNvPr>
          <p:cNvSpPr/>
          <p:nvPr/>
        </p:nvSpPr>
        <p:spPr bwMode="auto">
          <a:xfrm>
            <a:off x="1970013" y="4881570"/>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dirty="0">
                <a:solidFill>
                  <a:schemeClr val="accent2"/>
                </a:solidFill>
                <a:latin typeface="+mn-ea"/>
              </a:rPr>
              <a:t>点検・承認</a:t>
            </a:r>
            <a:endParaRPr lang="ja-JP" altLang="ja-JP" sz="1400" b="1" dirty="0">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dirty="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dirty="0">
              <a:solidFill>
                <a:schemeClr val="accent2"/>
              </a:solidFill>
              <a:latin typeface="+mn-ea"/>
            </a:endParaRPr>
          </a:p>
        </p:txBody>
      </p:sp>
      <p:sp>
        <p:nvSpPr>
          <p:cNvPr id="35" name="フローチャート: 他ページ結合子 34">
            <a:extLst>
              <a:ext uri="{FF2B5EF4-FFF2-40B4-BE49-F238E27FC236}">
                <a16:creationId xmlns:a16="http://schemas.microsoft.com/office/drawing/2014/main" id="{178C0124-C721-36E4-30AF-FEF30961C629}"/>
              </a:ext>
            </a:extLst>
          </p:cNvPr>
          <p:cNvSpPr/>
          <p:nvPr/>
        </p:nvSpPr>
        <p:spPr bwMode="auto">
          <a:xfrm>
            <a:off x="2924175" y="4861645"/>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ja-JP" sz="1200" b="1" i="0" u="none" strike="noStrike" kern="1200" cap="none" spc="0" normalizeH="0" baseline="0" noProof="0" dirty="0">
                <a:ln>
                  <a:noFill/>
                </a:ln>
                <a:effectLst/>
                <a:uLnTx/>
                <a:uFillTx/>
                <a:latin typeface="BIZ UDPゴシック"/>
                <a:ea typeface="BIZ UDPゴシック"/>
                <a:cs typeface="+mn-cs"/>
              </a:rPr>
              <a:t>AI</a:t>
            </a:r>
            <a:r>
              <a:rPr lang="ja-JP" altLang="en-US" sz="1200" b="1" dirty="0">
                <a:latin typeface="BIZ UDPゴシック"/>
                <a:ea typeface="BIZ UDPゴシック"/>
              </a:rPr>
              <a:t>への回答</a:t>
            </a:r>
            <a:r>
              <a:rPr kumimoji="1" lang="ja-JP" altLang="en-US" sz="1200" b="1" i="0" u="none" strike="noStrike" kern="1200" cap="none" spc="0" normalizeH="0" baseline="0" noProof="0" dirty="0">
                <a:ln>
                  <a:noFill/>
                </a:ln>
                <a:effectLst/>
                <a:uLnTx/>
                <a:uFillTx/>
                <a:latin typeface="BIZ UDPゴシック"/>
                <a:ea typeface="BIZ UDPゴシック"/>
                <a:cs typeface="+mn-cs"/>
              </a:rPr>
              <a:t>点検や、担当者が承認</a:t>
            </a:r>
            <a:r>
              <a:rPr kumimoji="1" lang="ja-JP" altLang="ja-JP" sz="1200" b="1" i="0" u="none" strike="noStrike" kern="1200" cap="none" spc="0" normalizeH="0" baseline="0" noProof="0" dirty="0">
                <a:ln>
                  <a:noFill/>
                </a:ln>
                <a:effectLst/>
                <a:uLnTx/>
                <a:uFillTx/>
                <a:latin typeface="BIZ UDPゴシック"/>
                <a:ea typeface="BIZ UDPゴシック"/>
                <a:cs typeface="+mn-cs"/>
              </a:rPr>
              <a:t>/</a:t>
            </a:r>
            <a:r>
              <a:rPr kumimoji="1" lang="ja-JP" altLang="en-US" sz="1200" b="1" i="0" u="none" strike="noStrike" kern="1200" cap="none" spc="0" normalizeH="0" baseline="0" noProof="0" dirty="0">
                <a:ln>
                  <a:noFill/>
                </a:ln>
                <a:effectLst/>
                <a:uLnTx/>
                <a:uFillTx/>
                <a:latin typeface="BIZ UDPゴシック"/>
                <a:ea typeface="BIZ UDPゴシック"/>
                <a:cs typeface="+mn-cs"/>
              </a:rPr>
              <a:t>却下する時に利用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30" name="正方形/長方形 29">
            <a:extLst>
              <a:ext uri="{FF2B5EF4-FFF2-40B4-BE49-F238E27FC236}">
                <a16:creationId xmlns:a16="http://schemas.microsoft.com/office/drawing/2014/main" id="{483548A5-53E5-95E9-CF6A-5D6EF74541E0}"/>
              </a:ext>
            </a:extLst>
          </p:cNvPr>
          <p:cNvSpPr/>
          <p:nvPr/>
        </p:nvSpPr>
        <p:spPr bwMode="auto">
          <a:xfrm>
            <a:off x="1970013" y="5288210"/>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dirty="0">
                <a:solidFill>
                  <a:schemeClr val="accent2"/>
                </a:solidFill>
                <a:latin typeface="+mn-ea"/>
              </a:rPr>
              <a:t>問答集出力</a:t>
            </a:r>
            <a:endParaRPr lang="ja-JP" altLang="ja-JP" sz="1400" b="1" dirty="0">
              <a:solidFill>
                <a:schemeClr val="accent2"/>
              </a:solidFill>
              <a:latin typeface="+mn-ea"/>
            </a:endParaRPr>
          </a:p>
          <a:p>
            <a:pPr marL="180975" marR="0" indent="-180975" defTabSz="914400" rtl="0" eaLnBrk="1" fontAlgn="auto" latinLnBrk="0" hangingPunct="1">
              <a:lnSpc>
                <a:spcPct val="110000"/>
              </a:lnSpc>
              <a:spcBef>
                <a:spcPts val="0"/>
              </a:spcBef>
              <a:spcAft>
                <a:spcPts val="300"/>
              </a:spcAft>
              <a:buClr>
                <a:schemeClr val="accent2"/>
              </a:buClr>
              <a:buSzPct val="80000"/>
              <a:buFont typeface="+mj-ea"/>
              <a:buAutoNum type="circleNumDbPlain"/>
              <a:tabLst>
                <a:tab pos="2057400" algn="l"/>
              </a:tabLst>
            </a:pPr>
            <a:endParaRPr lang="ja-JP" altLang="ja-JP" sz="1400" dirty="0">
              <a:solidFill>
                <a:schemeClr val="accent2"/>
              </a:solidFill>
              <a:latin typeface="+mn-ea"/>
            </a:endParaRPr>
          </a:p>
          <a:p>
            <a:pPr marR="0" defTabSz="914400" rtl="0" eaLnBrk="1" fontAlgn="auto" latinLnBrk="0" hangingPunct="1">
              <a:lnSpc>
                <a:spcPct val="110000"/>
              </a:lnSpc>
              <a:spcBef>
                <a:spcPts val="0"/>
              </a:spcBef>
              <a:spcAft>
                <a:spcPts val="300"/>
              </a:spcAft>
              <a:buClr>
                <a:schemeClr val="accent2"/>
              </a:buClr>
              <a:buSzPct val="80000"/>
              <a:tabLst>
                <a:tab pos="2057400" algn="l"/>
              </a:tabLst>
            </a:pPr>
            <a:endParaRPr lang="ja-JP" altLang="ja-JP" sz="1400" dirty="0">
              <a:solidFill>
                <a:schemeClr val="accent2"/>
              </a:solidFill>
              <a:latin typeface="+mn-ea"/>
            </a:endParaRPr>
          </a:p>
        </p:txBody>
      </p:sp>
      <p:sp>
        <p:nvSpPr>
          <p:cNvPr id="33" name="フローチャート: 他ページ結合子 32">
            <a:extLst>
              <a:ext uri="{FF2B5EF4-FFF2-40B4-BE49-F238E27FC236}">
                <a16:creationId xmlns:a16="http://schemas.microsoft.com/office/drawing/2014/main" id="{02231901-A712-E016-B5D4-04D4F3AEDE86}"/>
              </a:ext>
            </a:extLst>
          </p:cNvPr>
          <p:cNvSpPr/>
          <p:nvPr/>
        </p:nvSpPr>
        <p:spPr bwMode="auto">
          <a:xfrm>
            <a:off x="2924175" y="5268287"/>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en-US" sz="1200" b="1" i="0" u="none" strike="noStrike" kern="1200" cap="none" spc="0" normalizeH="0" baseline="0" noProof="0" dirty="0">
                <a:ln>
                  <a:noFill/>
                </a:ln>
                <a:effectLst/>
                <a:uLnTx/>
                <a:uFillTx/>
                <a:latin typeface="BIZ UDPゴシック"/>
                <a:ea typeface="BIZ UDPゴシック"/>
                <a:cs typeface="+mn-cs"/>
              </a:rPr>
              <a:t>承認済みの</a:t>
            </a:r>
            <a:r>
              <a:rPr kumimoji="1" lang="ja-JP" altLang="ja-JP" sz="1200" b="1" i="0" u="none" strike="noStrike" kern="1200" cap="none" spc="0" normalizeH="0" baseline="0" noProof="0" dirty="0">
                <a:ln>
                  <a:noFill/>
                </a:ln>
                <a:effectLst/>
                <a:uLnTx/>
                <a:uFillTx/>
                <a:latin typeface="BIZ UDPゴシック"/>
                <a:ea typeface="BIZ UDPゴシック"/>
                <a:cs typeface="+mn-cs"/>
              </a:rPr>
              <a:t>QA</a:t>
            </a:r>
            <a:r>
              <a:rPr kumimoji="1" lang="ja-JP" altLang="en-US" sz="1200" b="1" i="0" u="none" strike="noStrike" kern="1200" cap="none" spc="0" normalizeH="0" baseline="0" noProof="0" dirty="0">
                <a:ln>
                  <a:noFill/>
                </a:ln>
                <a:effectLst/>
                <a:uLnTx/>
                <a:uFillTx/>
                <a:latin typeface="BIZ UDPゴシック"/>
                <a:ea typeface="BIZ UDPゴシック"/>
                <a:cs typeface="+mn-cs"/>
              </a:rPr>
              <a:t>を期毎に確認する</a:t>
            </a:r>
            <a:r>
              <a:rPr kumimoji="1" lang="ja-JP" altLang="ja-JP" sz="1200" b="1" i="0" u="none" strike="noStrike" kern="1200" cap="none" spc="0" normalizeH="0" baseline="0" noProof="0" dirty="0">
                <a:ln>
                  <a:noFill/>
                </a:ln>
                <a:effectLst/>
                <a:uLnTx/>
                <a:uFillTx/>
                <a:latin typeface="BIZ UDPゴシック"/>
                <a:ea typeface="BIZ UDPゴシック"/>
                <a:cs typeface="+mn-cs"/>
              </a:rPr>
              <a:t>/</a:t>
            </a:r>
            <a:r>
              <a:rPr kumimoji="1" lang="ja-JP" altLang="en-US" sz="1200" b="1" i="0" u="none" strike="noStrike" kern="1200" cap="none" spc="0" normalizeH="0" baseline="0" noProof="0" dirty="0">
                <a:ln>
                  <a:noFill/>
                </a:ln>
                <a:effectLst/>
                <a:uLnTx/>
                <a:uFillTx/>
                <a:latin typeface="BIZ UDPゴシック"/>
                <a:ea typeface="BIZ UDPゴシック"/>
                <a:cs typeface="+mn-cs"/>
              </a:rPr>
              <a:t>出力する時に利用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38" name="正方形/長方形 37">
            <a:extLst>
              <a:ext uri="{FF2B5EF4-FFF2-40B4-BE49-F238E27FC236}">
                <a16:creationId xmlns:a16="http://schemas.microsoft.com/office/drawing/2014/main" id="{4A78B694-E263-59B1-4C35-6EBA66528ADC}"/>
              </a:ext>
            </a:extLst>
          </p:cNvPr>
          <p:cNvSpPr/>
          <p:nvPr/>
        </p:nvSpPr>
        <p:spPr bwMode="auto">
          <a:xfrm>
            <a:off x="1970013" y="5694852"/>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400" b="1" dirty="0">
                <a:solidFill>
                  <a:schemeClr val="accent2"/>
                </a:solidFill>
                <a:latin typeface="+mn-ea"/>
              </a:rPr>
              <a:t>AI壁打ち</a:t>
            </a:r>
            <a:endParaRPr lang="ja-JP" altLang="ja-JP" sz="1400" b="1" dirty="0">
              <a:solidFill>
                <a:schemeClr val="accent2"/>
              </a:solidFill>
              <a:latin typeface="+mn-ea"/>
            </a:endParaRPr>
          </a:p>
        </p:txBody>
      </p:sp>
      <p:sp>
        <p:nvSpPr>
          <p:cNvPr id="46" name="フローチャート: 他ページ結合子 45">
            <a:extLst>
              <a:ext uri="{FF2B5EF4-FFF2-40B4-BE49-F238E27FC236}">
                <a16:creationId xmlns:a16="http://schemas.microsoft.com/office/drawing/2014/main" id="{650C06D8-5DD8-A7A1-0AA3-A0C0B5DE048E}"/>
              </a:ext>
            </a:extLst>
          </p:cNvPr>
          <p:cNvSpPr/>
          <p:nvPr/>
        </p:nvSpPr>
        <p:spPr bwMode="auto">
          <a:xfrm>
            <a:off x="2924175" y="5674927"/>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lang="ja-JP" altLang="en-US" sz="1200" b="1" dirty="0">
                <a:latin typeface="BIZ UDPゴシック"/>
                <a:ea typeface="BIZ UDPゴシック"/>
              </a:rPr>
              <a:t>想定問答について、AIと相談し理解を深める時に利用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41" name="正方形/長方形 40">
            <a:extLst>
              <a:ext uri="{FF2B5EF4-FFF2-40B4-BE49-F238E27FC236}">
                <a16:creationId xmlns:a16="http://schemas.microsoft.com/office/drawing/2014/main" id="{BD82F17F-95F8-981C-FAD3-FE19300DE719}"/>
              </a:ext>
            </a:extLst>
          </p:cNvPr>
          <p:cNvSpPr/>
          <p:nvPr/>
        </p:nvSpPr>
        <p:spPr bwMode="auto">
          <a:xfrm>
            <a:off x="1970013" y="6101491"/>
            <a:ext cx="943445" cy="316791"/>
          </a:xfrm>
          <a:prstGeom prst="rect">
            <a:avLst/>
          </a:prstGeom>
          <a:solidFill>
            <a:schemeClr val="bg1">
              <a:alpha val="80000"/>
            </a:schemeClr>
          </a:solidFill>
          <a:ln w="9525">
            <a:noFill/>
            <a:miter lim="800000"/>
            <a:headEnd/>
            <a:tailEnd/>
          </a:ln>
          <a:effectLst/>
        </p:spPr>
        <p:txBody>
          <a:bodyPr wrap="none" lIns="0" tIns="0" rIns="0" bIns="0" rtlCol="0" anchor="t"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b="1" dirty="0">
                <a:solidFill>
                  <a:schemeClr val="accent2"/>
                </a:solidFill>
                <a:latin typeface="+mn-ea"/>
              </a:rPr>
              <a:t>当日回答作成</a:t>
            </a:r>
            <a:endParaRPr lang="ja-JP" altLang="ja-JP" sz="1400" b="1" dirty="0">
              <a:solidFill>
                <a:schemeClr val="accent2"/>
              </a:solidFill>
              <a:latin typeface="+mn-ea"/>
            </a:endParaRPr>
          </a:p>
        </p:txBody>
      </p:sp>
      <p:sp>
        <p:nvSpPr>
          <p:cNvPr id="44" name="フローチャート: 他ページ結合子 43">
            <a:extLst>
              <a:ext uri="{FF2B5EF4-FFF2-40B4-BE49-F238E27FC236}">
                <a16:creationId xmlns:a16="http://schemas.microsoft.com/office/drawing/2014/main" id="{57CDD494-D63D-DA81-3A61-E4B9BEA2CDD3}"/>
              </a:ext>
            </a:extLst>
          </p:cNvPr>
          <p:cNvSpPr/>
          <p:nvPr/>
        </p:nvSpPr>
        <p:spPr bwMode="auto">
          <a:xfrm>
            <a:off x="2924175" y="6081567"/>
            <a:ext cx="5085166" cy="355473"/>
          </a:xfrm>
          <a:prstGeom prst="flowChartOffpageConnector">
            <a:avLst/>
          </a:prstGeom>
          <a:solidFill>
            <a:schemeClr val="accent2">
              <a:lumMod val="20000"/>
              <a:lumOff val="80000"/>
              <a:alpha val="80000"/>
            </a:schemeClr>
          </a:solidFill>
          <a:ln w="9525">
            <a:noFill/>
            <a:miter lim="800000"/>
            <a:headEnd/>
            <a:tailEnd/>
          </a:ln>
          <a:effectLst/>
        </p:spPr>
        <p:txBody>
          <a:bodyPr wrap="square" lIns="72000" tIns="0" rIns="0" bIns="36000" rtlCol="0" anchor="ctr" anchorCtr="0">
            <a:noAutofit/>
          </a:bodyPr>
          <a:lstStyle/>
          <a:p>
            <a:pPr marR="0" defTabSz="914400" rtl="0" eaLnBrk="1" fontAlgn="auto" latinLnBrk="0" hangingPunct="1">
              <a:lnSpc>
                <a:spcPts val="2200"/>
              </a:lnSpc>
              <a:spcBef>
                <a:spcPts val="0"/>
              </a:spcBef>
              <a:spcAft>
                <a:spcPts val="300"/>
              </a:spcAft>
              <a:buClr>
                <a:schemeClr val="accent2"/>
              </a:buClr>
              <a:buSzPct val="80000"/>
              <a:tabLst>
                <a:tab pos="2057400" algn="l"/>
              </a:tabLst>
            </a:pPr>
            <a:r>
              <a:rPr kumimoji="1" lang="ja-JP" altLang="en-US" sz="1200" b="1" i="0" u="none" strike="noStrike" kern="1200" cap="none" spc="0" normalizeH="0" baseline="0" noProof="0" dirty="0">
                <a:ln>
                  <a:noFill/>
                </a:ln>
                <a:effectLst/>
                <a:uLnTx/>
                <a:uFillTx/>
                <a:latin typeface="BIZ UDPゴシック"/>
                <a:ea typeface="BIZ UDPゴシック"/>
                <a:cs typeface="+mn-cs"/>
              </a:rPr>
              <a:t>総会当日、壇上で受けた質問の回答を作る時に利用</a:t>
            </a:r>
            <a:endParaRPr kumimoji="1" lang="ja-JP" altLang="en-US" sz="2000" b="1" i="0" u="none" strike="noStrike" kern="1200" cap="none" spc="0" normalizeH="0" baseline="0" noProof="0" dirty="0">
              <a:ln>
                <a:noFill/>
              </a:ln>
              <a:effectLst/>
              <a:uLnTx/>
              <a:uFillTx/>
              <a:latin typeface="+mn-ea"/>
              <a:ea typeface="+mn-ea"/>
              <a:cs typeface="+mn-cs"/>
            </a:endParaRPr>
          </a:p>
        </p:txBody>
      </p:sp>
      <p:sp>
        <p:nvSpPr>
          <p:cNvPr id="58" name="正方形/長方形 57">
            <a:extLst>
              <a:ext uri="{FF2B5EF4-FFF2-40B4-BE49-F238E27FC236}">
                <a16:creationId xmlns:a16="http://schemas.microsoft.com/office/drawing/2014/main" id="{4BF91893-9B8B-332C-52BF-13F118FE2601}"/>
              </a:ext>
            </a:extLst>
          </p:cNvPr>
          <p:cNvSpPr/>
          <p:nvPr/>
        </p:nvSpPr>
        <p:spPr bwMode="auto">
          <a:xfrm>
            <a:off x="2924175" y="3754316"/>
            <a:ext cx="5085166" cy="234087"/>
          </a:xfrm>
          <a:prstGeom prst="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想定利用シーン</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87" name="楕円 86">
            <a:extLst>
              <a:ext uri="{FF2B5EF4-FFF2-40B4-BE49-F238E27FC236}">
                <a16:creationId xmlns:a16="http://schemas.microsoft.com/office/drawing/2014/main" id="{DAD585CC-624B-93D0-8FC6-651471EE223B}"/>
              </a:ext>
            </a:extLst>
          </p:cNvPr>
          <p:cNvSpPr/>
          <p:nvPr/>
        </p:nvSpPr>
        <p:spPr bwMode="auto">
          <a:xfrm>
            <a:off x="1707587" y="4062046"/>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dirty="0">
                <a:ln>
                  <a:noFill/>
                </a:ln>
                <a:solidFill>
                  <a:schemeClr val="bg1"/>
                </a:solidFill>
                <a:effectLst/>
                <a:uLnTx/>
                <a:uFillTx/>
                <a:latin typeface="+mn-ea"/>
                <a:ea typeface="+mn-ea"/>
                <a:cs typeface="+mn-cs"/>
              </a:rPr>
              <a:t>1</a:t>
            </a:r>
          </a:p>
        </p:txBody>
      </p:sp>
      <p:sp>
        <p:nvSpPr>
          <p:cNvPr id="100" name="楕円 99">
            <a:extLst>
              <a:ext uri="{FF2B5EF4-FFF2-40B4-BE49-F238E27FC236}">
                <a16:creationId xmlns:a16="http://schemas.microsoft.com/office/drawing/2014/main" id="{AEDDB64C-5A72-9593-42A1-12F020AB6199}"/>
              </a:ext>
            </a:extLst>
          </p:cNvPr>
          <p:cNvSpPr/>
          <p:nvPr/>
        </p:nvSpPr>
        <p:spPr bwMode="auto">
          <a:xfrm>
            <a:off x="1707587" y="4476240"/>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solidFill>
                  <a:schemeClr val="bg1"/>
                </a:solidFill>
                <a:latin typeface="+mn-ea"/>
              </a:rPr>
              <a:t>２</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01" name="楕円 100">
            <a:extLst>
              <a:ext uri="{FF2B5EF4-FFF2-40B4-BE49-F238E27FC236}">
                <a16:creationId xmlns:a16="http://schemas.microsoft.com/office/drawing/2014/main" id="{4B56EE71-7FD4-A78F-8D26-9C3205E068A6}"/>
              </a:ext>
            </a:extLst>
          </p:cNvPr>
          <p:cNvSpPr/>
          <p:nvPr/>
        </p:nvSpPr>
        <p:spPr bwMode="auto">
          <a:xfrm>
            <a:off x="1707587" y="4890434"/>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solidFill>
                  <a:schemeClr val="bg1"/>
                </a:solidFill>
                <a:latin typeface="+mn-ea"/>
              </a:rPr>
              <a:t>3</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02" name="楕円 101">
            <a:extLst>
              <a:ext uri="{FF2B5EF4-FFF2-40B4-BE49-F238E27FC236}">
                <a16:creationId xmlns:a16="http://schemas.microsoft.com/office/drawing/2014/main" id="{11B82D84-F85E-9997-DB73-8010AFBC33FC}"/>
              </a:ext>
            </a:extLst>
          </p:cNvPr>
          <p:cNvSpPr/>
          <p:nvPr/>
        </p:nvSpPr>
        <p:spPr bwMode="auto">
          <a:xfrm>
            <a:off x="1707587" y="5304628"/>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dirty="0">
                <a:ln>
                  <a:noFill/>
                </a:ln>
                <a:solidFill>
                  <a:schemeClr val="bg1"/>
                </a:solidFill>
                <a:effectLst/>
                <a:uLnTx/>
                <a:uFillTx/>
                <a:latin typeface="+mn-ea"/>
                <a:ea typeface="+mn-ea"/>
                <a:cs typeface="+mn-cs"/>
              </a:rPr>
              <a:t>4</a:t>
            </a:r>
          </a:p>
        </p:txBody>
      </p:sp>
      <p:sp>
        <p:nvSpPr>
          <p:cNvPr id="103" name="楕円 102">
            <a:extLst>
              <a:ext uri="{FF2B5EF4-FFF2-40B4-BE49-F238E27FC236}">
                <a16:creationId xmlns:a16="http://schemas.microsoft.com/office/drawing/2014/main" id="{ED87E719-C3C8-0CFE-F730-2FF63FE3EA04}"/>
              </a:ext>
            </a:extLst>
          </p:cNvPr>
          <p:cNvSpPr/>
          <p:nvPr/>
        </p:nvSpPr>
        <p:spPr bwMode="auto">
          <a:xfrm>
            <a:off x="1707587" y="5718822"/>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solidFill>
                  <a:schemeClr val="bg1"/>
                </a:solidFill>
                <a:latin typeface="+mn-ea"/>
              </a:rPr>
              <a:t>5</a:t>
            </a:r>
            <a:endParaRPr kumimoji="1" lang="ja-JP" altLang="ja-JP" sz="1200" b="0" i="0" u="none" strike="noStrike" kern="1200" cap="none" spc="0" normalizeH="0" baseline="0" noProof="0" dirty="0">
              <a:ln>
                <a:noFill/>
              </a:ln>
              <a:solidFill>
                <a:schemeClr val="bg1"/>
              </a:solidFill>
              <a:effectLst/>
              <a:uLnTx/>
              <a:uFillTx/>
              <a:latin typeface="+mn-ea"/>
              <a:ea typeface="+mn-ea"/>
              <a:cs typeface="+mn-cs"/>
            </a:endParaRPr>
          </a:p>
        </p:txBody>
      </p:sp>
      <p:sp>
        <p:nvSpPr>
          <p:cNvPr id="104" name="楕円 103">
            <a:extLst>
              <a:ext uri="{FF2B5EF4-FFF2-40B4-BE49-F238E27FC236}">
                <a16:creationId xmlns:a16="http://schemas.microsoft.com/office/drawing/2014/main" id="{5876C126-B0F1-9378-78FF-92B28281B24C}"/>
              </a:ext>
            </a:extLst>
          </p:cNvPr>
          <p:cNvSpPr/>
          <p:nvPr/>
        </p:nvSpPr>
        <p:spPr bwMode="auto">
          <a:xfrm>
            <a:off x="1707587" y="6133015"/>
            <a:ext cx="216000" cy="216000"/>
          </a:xfrm>
          <a:prstGeom prst="ellipse">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ja-JP" sz="1200" b="0" i="0" u="none" strike="noStrike" kern="1200" cap="none" spc="0" normalizeH="0" baseline="0" noProof="0" dirty="0">
                <a:ln>
                  <a:noFill/>
                </a:ln>
                <a:solidFill>
                  <a:schemeClr val="bg1"/>
                </a:solidFill>
                <a:effectLst/>
                <a:uLnTx/>
                <a:uFillTx/>
                <a:latin typeface="+mn-ea"/>
                <a:ea typeface="+mn-ea"/>
                <a:cs typeface="+mn-cs"/>
              </a:rPr>
              <a:t>6</a:t>
            </a:r>
          </a:p>
        </p:txBody>
      </p:sp>
      <p:sp>
        <p:nvSpPr>
          <p:cNvPr id="105" name="正方形/長方形 104">
            <a:extLst>
              <a:ext uri="{FF2B5EF4-FFF2-40B4-BE49-F238E27FC236}">
                <a16:creationId xmlns:a16="http://schemas.microsoft.com/office/drawing/2014/main" id="{19950F8E-44FF-5C80-18B4-3CF8305ED25F}"/>
              </a:ext>
            </a:extLst>
          </p:cNvPr>
          <p:cNvSpPr/>
          <p:nvPr/>
        </p:nvSpPr>
        <p:spPr bwMode="auto">
          <a:xfrm>
            <a:off x="8081291" y="3754316"/>
            <a:ext cx="3457000" cy="234087"/>
          </a:xfrm>
          <a:prstGeom prst="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利用者別の機能利用範囲</a:t>
            </a:r>
          </a:p>
        </p:txBody>
      </p:sp>
      <p:sp>
        <p:nvSpPr>
          <p:cNvPr id="106" name="四角形: 角を丸くする 105">
            <a:extLst>
              <a:ext uri="{FF2B5EF4-FFF2-40B4-BE49-F238E27FC236}">
                <a16:creationId xmlns:a16="http://schemas.microsoft.com/office/drawing/2014/main" id="{5BB8A500-E187-4EA8-867B-C15C464E4E39}"/>
              </a:ext>
            </a:extLst>
          </p:cNvPr>
          <p:cNvSpPr/>
          <p:nvPr/>
        </p:nvSpPr>
        <p:spPr bwMode="auto">
          <a:xfrm>
            <a:off x="8117867" y="4062046"/>
            <a:ext cx="1024062" cy="2286969"/>
          </a:xfrm>
          <a:prstGeom prst="roundRect">
            <a:avLst>
              <a:gd name="adj" fmla="val 8631"/>
            </a:avLst>
          </a:prstGeom>
          <a:solidFill>
            <a:schemeClr val="accent4">
              <a:lumMod val="20000"/>
              <a:lumOff val="80000"/>
            </a:schemeClr>
          </a:solidFill>
          <a:ln w="9525">
            <a:solidFill>
              <a:schemeClr val="accent2">
                <a:lumMod val="20000"/>
                <a:lumOff val="80000"/>
              </a:schemeClr>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BUコア</a:t>
            </a:r>
            <a:endParaRPr lang="ja-JP" altLang="ja-JP" sz="1200" dirty="0">
              <a:latin typeface="+mn-ea"/>
            </a:endParaRPr>
          </a:p>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(作成担当)</a:t>
            </a:r>
            <a:endParaRPr lang="ja-JP" altLang="ja-JP" sz="1200" dirty="0">
              <a:latin typeface="+mn-ea"/>
            </a:endParaRPr>
          </a:p>
        </p:txBody>
      </p:sp>
      <p:sp>
        <p:nvSpPr>
          <p:cNvPr id="107" name="四角形: 角を丸くする 106">
            <a:extLst>
              <a:ext uri="{FF2B5EF4-FFF2-40B4-BE49-F238E27FC236}">
                <a16:creationId xmlns:a16="http://schemas.microsoft.com/office/drawing/2014/main" id="{5CFC31B9-7EC1-2C3B-4071-57CD3C7BF310}"/>
              </a:ext>
            </a:extLst>
          </p:cNvPr>
          <p:cNvSpPr/>
          <p:nvPr/>
        </p:nvSpPr>
        <p:spPr bwMode="auto">
          <a:xfrm>
            <a:off x="9297760" y="4861645"/>
            <a:ext cx="1024062" cy="1487370"/>
          </a:xfrm>
          <a:prstGeom prst="roundRect">
            <a:avLst>
              <a:gd name="adj" fmla="val 8631"/>
            </a:avLst>
          </a:prstGeom>
          <a:solidFill>
            <a:schemeClr val="accent4">
              <a:lumMod val="20000"/>
              <a:lumOff val="80000"/>
            </a:schemeClr>
          </a:solidFill>
          <a:ln w="9525">
            <a:solidFill>
              <a:schemeClr val="accent2">
                <a:lumMod val="20000"/>
                <a:lumOff val="80000"/>
              </a:schemeClr>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承認できる</a:t>
            </a:r>
            <a:endParaRPr lang="ja-JP" altLang="ja-JP" sz="1200" dirty="0">
              <a:latin typeface="+mn-ea"/>
            </a:endParaRPr>
          </a:p>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立場</a:t>
            </a:r>
            <a:endParaRPr lang="ja-JP" altLang="ja-JP" sz="1200" dirty="0">
              <a:latin typeface="+mn-ea"/>
            </a:endParaRPr>
          </a:p>
        </p:txBody>
      </p:sp>
      <p:sp>
        <p:nvSpPr>
          <p:cNvPr id="108" name="四角形: 角を丸くする 107">
            <a:extLst>
              <a:ext uri="{FF2B5EF4-FFF2-40B4-BE49-F238E27FC236}">
                <a16:creationId xmlns:a16="http://schemas.microsoft.com/office/drawing/2014/main" id="{81935F0B-F430-06E9-33FE-41D8C9FC0B20}"/>
              </a:ext>
            </a:extLst>
          </p:cNvPr>
          <p:cNvSpPr/>
          <p:nvPr/>
        </p:nvSpPr>
        <p:spPr bwMode="auto">
          <a:xfrm>
            <a:off x="10463160" y="5268287"/>
            <a:ext cx="1024062" cy="1080727"/>
          </a:xfrm>
          <a:prstGeom prst="roundRect">
            <a:avLst>
              <a:gd name="adj" fmla="val 8631"/>
            </a:avLst>
          </a:prstGeom>
          <a:solidFill>
            <a:schemeClr val="accent4">
              <a:lumMod val="20000"/>
              <a:lumOff val="80000"/>
            </a:schemeClr>
          </a:solidFill>
          <a:ln w="9525">
            <a:solidFill>
              <a:schemeClr val="accent2">
                <a:lumMod val="20000"/>
                <a:lumOff val="80000"/>
              </a:schemeClr>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en-US" sz="1200" dirty="0">
                <a:latin typeface="+mn-ea"/>
              </a:rPr>
              <a:t>役員</a:t>
            </a:r>
            <a:endParaRPr lang="ja-JP" altLang="ja-JP" sz="1200" dirty="0">
              <a:latin typeface="+mn-ea"/>
            </a:endParaRPr>
          </a:p>
        </p:txBody>
      </p:sp>
      <p:sp>
        <p:nvSpPr>
          <p:cNvPr id="109" name="正方形/長方形 108">
            <a:extLst>
              <a:ext uri="{FF2B5EF4-FFF2-40B4-BE49-F238E27FC236}">
                <a16:creationId xmlns:a16="http://schemas.microsoft.com/office/drawing/2014/main" id="{9544AC5B-BBDB-6043-A761-91E95B1E9C7A}"/>
              </a:ext>
            </a:extLst>
          </p:cNvPr>
          <p:cNvSpPr/>
          <p:nvPr/>
        </p:nvSpPr>
        <p:spPr bwMode="auto">
          <a:xfrm>
            <a:off x="7315200" y="926290"/>
            <a:ext cx="4206240" cy="457200"/>
          </a:xfrm>
          <a:prstGeom prst="rect">
            <a:avLst/>
          </a:prstGeom>
          <a:solidFill>
            <a:schemeClr val="bg1">
              <a:lumMod val="95000"/>
            </a:schemeClr>
          </a:solidFill>
          <a:ln w="9525">
            <a:solidFill>
              <a:schemeClr val="tx1"/>
            </a:solidFill>
            <a:prstDash val="sysDash"/>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立場の帯：作業中の期／立場(コア・会社・事業部)／この所属で見られる問答数／「資料フォルダを読み込む」(取込)</a:t>
            </a: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111" name="直線コネクタ 110">
            <a:extLst>
              <a:ext uri="{FF2B5EF4-FFF2-40B4-BE49-F238E27FC236}">
                <a16:creationId xmlns:a16="http://schemas.microsoft.com/office/drawing/2014/main" id="{E751144C-0149-3F85-B6BB-E22B89D0990F}"/>
              </a:ext>
            </a:extLst>
          </p:cNvPr>
          <p:cNvCxnSpPr/>
          <p:nvPr/>
        </p:nvCxnSpPr>
        <p:spPr>
          <a:xfrm>
            <a:off x="6940175" y="1192567"/>
            <a:ext cx="375025" cy="0"/>
          </a:xfrm>
          <a:prstGeom prst="line">
            <a:avLst/>
          </a:prstGeom>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113" name="正方形/長方形 112">
            <a:extLst>
              <a:ext uri="{FF2B5EF4-FFF2-40B4-BE49-F238E27FC236}">
                <a16:creationId xmlns:a16="http://schemas.microsoft.com/office/drawing/2014/main" id="{D65DB3FB-BAE7-0D64-3C0E-0B4AFABB9A50}"/>
              </a:ext>
            </a:extLst>
          </p:cNvPr>
          <p:cNvSpPr/>
          <p:nvPr/>
        </p:nvSpPr>
        <p:spPr bwMode="auto">
          <a:xfrm>
            <a:off x="7406640" y="1481146"/>
            <a:ext cx="4114800" cy="1365564"/>
          </a:xfrm>
          <a:prstGeom prst="rect">
            <a:avLst/>
          </a:prstGeom>
          <a:no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承認済みQAをもとに、AIと壁打ちする／総会当日の回答原稿を作る機能群</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14" name="正方形/長方形 113">
            <a:extLst>
              <a:ext uri="{FF2B5EF4-FFF2-40B4-BE49-F238E27FC236}">
                <a16:creationId xmlns:a16="http://schemas.microsoft.com/office/drawing/2014/main" id="{9E48E163-B254-C95B-16E2-9AF5E1FA443F}"/>
              </a:ext>
            </a:extLst>
          </p:cNvPr>
          <p:cNvSpPr/>
          <p:nvPr/>
        </p:nvSpPr>
        <p:spPr bwMode="auto">
          <a:xfrm>
            <a:off x="7406640" y="2910840"/>
            <a:ext cx="4114800" cy="731821"/>
          </a:xfrm>
          <a:prstGeom prst="rect">
            <a:avLst/>
          </a:prstGeom>
          <a:no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総会のQAをステップ毎に作成・準備する機能群</a:t>
            </a:r>
          </a:p>
        </p:txBody>
      </p:sp>
      <p:sp>
        <p:nvSpPr>
          <p:cNvPr id="116" name="四角形: 角を丸くする 115">
            <a:extLst>
              <a:ext uri="{FF2B5EF4-FFF2-40B4-BE49-F238E27FC236}">
                <a16:creationId xmlns:a16="http://schemas.microsoft.com/office/drawing/2014/main" id="{764C1E1F-C437-9809-6B8E-423C287CB417}"/>
              </a:ext>
            </a:extLst>
          </p:cNvPr>
          <p:cNvSpPr/>
          <p:nvPr/>
        </p:nvSpPr>
        <p:spPr bwMode="auto">
          <a:xfrm>
            <a:off x="7085209" y="4084028"/>
            <a:ext cx="903782" cy="223666"/>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a:t>
            </a:r>
            <a:r>
              <a:rPr lang="ja-JP" altLang="en-US" sz="1200" dirty="0">
                <a:latin typeface="+mn-ea"/>
              </a:rPr>
              <a:t>４</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17" name="右中かっこ 116">
            <a:extLst>
              <a:ext uri="{FF2B5EF4-FFF2-40B4-BE49-F238E27FC236}">
                <a16:creationId xmlns:a16="http://schemas.microsoft.com/office/drawing/2014/main" id="{C90AB30C-129E-57C6-A332-3CEF7868CACA}"/>
              </a:ext>
            </a:extLst>
          </p:cNvPr>
          <p:cNvSpPr/>
          <p:nvPr/>
        </p:nvSpPr>
        <p:spPr>
          <a:xfrm>
            <a:off x="7059168" y="2910840"/>
            <a:ext cx="274320" cy="731821"/>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8" name="右中かっこ 117">
            <a:extLst>
              <a:ext uri="{FF2B5EF4-FFF2-40B4-BE49-F238E27FC236}">
                <a16:creationId xmlns:a16="http://schemas.microsoft.com/office/drawing/2014/main" id="{3EE264A1-AB2C-9348-1852-1D75BF1D6FE2}"/>
              </a:ext>
            </a:extLst>
          </p:cNvPr>
          <p:cNvSpPr/>
          <p:nvPr/>
        </p:nvSpPr>
        <p:spPr>
          <a:xfrm>
            <a:off x="7059168" y="1481146"/>
            <a:ext cx="274320" cy="1365564"/>
          </a:xfrm>
          <a:prstGeom prst="rightBrace">
            <a:avLst/>
          </a:prstGeom>
          <a:ln w="1905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9" name="四角形: 角を丸くする 118">
            <a:extLst>
              <a:ext uri="{FF2B5EF4-FFF2-40B4-BE49-F238E27FC236}">
                <a16:creationId xmlns:a16="http://schemas.microsoft.com/office/drawing/2014/main" id="{13FD0B37-B459-DE79-2377-43F5571E0445}"/>
              </a:ext>
            </a:extLst>
          </p:cNvPr>
          <p:cNvSpPr/>
          <p:nvPr/>
        </p:nvSpPr>
        <p:spPr bwMode="auto">
          <a:xfrm>
            <a:off x="7085209" y="4482563"/>
            <a:ext cx="903782" cy="223666"/>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P.7</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20" name="四角形: 角を丸くする 119">
            <a:extLst>
              <a:ext uri="{FF2B5EF4-FFF2-40B4-BE49-F238E27FC236}">
                <a16:creationId xmlns:a16="http://schemas.microsoft.com/office/drawing/2014/main" id="{67BA66E5-8F88-2746-31AC-458CED4BF2BC}"/>
              </a:ext>
            </a:extLst>
          </p:cNvPr>
          <p:cNvSpPr/>
          <p:nvPr/>
        </p:nvSpPr>
        <p:spPr bwMode="auto">
          <a:xfrm>
            <a:off x="7085209" y="4894221"/>
            <a:ext cx="903782" cy="223666"/>
          </a:xfrm>
          <a:prstGeom prst="roundRect">
            <a:avLst/>
          </a:prstGeom>
          <a:solidFill>
            <a:schemeClr val="bg1">
              <a:lumMod val="95000"/>
              <a:alpha val="80000"/>
            </a:schemeClr>
          </a:solidFill>
          <a:ln w="9525">
            <a:noFill/>
            <a:miter lim="800000"/>
            <a:headEnd/>
            <a:tailEnd/>
          </a:ln>
          <a:effectLst/>
        </p:spPr>
        <p:txBody>
          <a:bodyPr wrap="non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P.9</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21" name="四角形: 角を丸くする 120">
            <a:extLst>
              <a:ext uri="{FF2B5EF4-FFF2-40B4-BE49-F238E27FC236}">
                <a16:creationId xmlns:a16="http://schemas.microsoft.com/office/drawing/2014/main" id="{9B3CAB05-D7DF-6819-3937-1677904D587B}"/>
              </a:ext>
            </a:extLst>
          </p:cNvPr>
          <p:cNvSpPr/>
          <p:nvPr/>
        </p:nvSpPr>
        <p:spPr bwMode="auto">
          <a:xfrm>
            <a:off x="7085209" y="5296962"/>
            <a:ext cx="903782" cy="223666"/>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P.11</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22" name="四角形: 角を丸くする 121">
            <a:extLst>
              <a:ext uri="{FF2B5EF4-FFF2-40B4-BE49-F238E27FC236}">
                <a16:creationId xmlns:a16="http://schemas.microsoft.com/office/drawing/2014/main" id="{133486BF-9D62-FE57-E96F-A69CE8BFF6B7}"/>
              </a:ext>
            </a:extLst>
          </p:cNvPr>
          <p:cNvSpPr/>
          <p:nvPr/>
        </p:nvSpPr>
        <p:spPr bwMode="auto">
          <a:xfrm>
            <a:off x="7085209" y="5702472"/>
            <a:ext cx="903782" cy="223666"/>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P.12</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23" name="四角形: 角を丸くする 122">
            <a:extLst>
              <a:ext uri="{FF2B5EF4-FFF2-40B4-BE49-F238E27FC236}">
                <a16:creationId xmlns:a16="http://schemas.microsoft.com/office/drawing/2014/main" id="{9B499B1B-E5D7-3672-1D7C-59231CBEA32F}"/>
              </a:ext>
            </a:extLst>
          </p:cNvPr>
          <p:cNvSpPr/>
          <p:nvPr/>
        </p:nvSpPr>
        <p:spPr bwMode="auto">
          <a:xfrm>
            <a:off x="7085209" y="6108508"/>
            <a:ext cx="903782" cy="223666"/>
          </a:xfrm>
          <a:prstGeom prst="roundRect">
            <a:avLst/>
          </a:prstGeom>
          <a:solidFill>
            <a:schemeClr val="bg1">
              <a:lumMod val="95000"/>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200" dirty="0">
                <a:latin typeface="+mn-ea"/>
              </a:rPr>
              <a:t>P.13</a:t>
            </a: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6" name="直線矢印コネクタ 5">
            <a:extLst>
              <a:ext uri="{FF2B5EF4-FFF2-40B4-BE49-F238E27FC236}">
                <a16:creationId xmlns:a16="http://schemas.microsoft.com/office/drawing/2014/main" id="{BEED79F2-21D5-EBA5-B67B-833676E9A0CF}"/>
              </a:ext>
            </a:extLst>
          </p:cNvPr>
          <p:cNvCxnSpPr/>
          <p:nvPr/>
        </p:nvCxnSpPr>
        <p:spPr>
          <a:xfrm>
            <a:off x="8217277" y="4084028"/>
            <a:ext cx="0" cy="2264986"/>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直線矢印コネクタ 7">
            <a:extLst>
              <a:ext uri="{FF2B5EF4-FFF2-40B4-BE49-F238E27FC236}">
                <a16:creationId xmlns:a16="http://schemas.microsoft.com/office/drawing/2014/main" id="{8C6C661E-0083-9C3B-23EA-B6D1C590C532}"/>
              </a:ext>
            </a:extLst>
          </p:cNvPr>
          <p:cNvCxnSpPr>
            <a:cxnSpLocks/>
          </p:cNvCxnSpPr>
          <p:nvPr/>
        </p:nvCxnSpPr>
        <p:spPr>
          <a:xfrm>
            <a:off x="9388852" y="4861645"/>
            <a:ext cx="0" cy="1487369"/>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A6EC8809-8E70-D1C5-9820-80CD53264D24}"/>
              </a:ext>
            </a:extLst>
          </p:cNvPr>
          <p:cNvCxnSpPr>
            <a:cxnSpLocks/>
          </p:cNvCxnSpPr>
          <p:nvPr/>
        </p:nvCxnSpPr>
        <p:spPr>
          <a:xfrm>
            <a:off x="10560427" y="5268287"/>
            <a:ext cx="0" cy="1080727"/>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7649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0FD6-E787-3AAF-FF89-F330C524CCE6}"/>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C75F0A95-BAC0-FDF3-6272-E422C521F5D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C75F0A95-BAC0-FDF3-6272-E422C521F5D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F21EF977-3057-A9CF-0B4D-D8CEC3CAC37E}"/>
              </a:ext>
            </a:extLst>
          </p:cNvPr>
          <p:cNvSpPr/>
          <p:nvPr/>
        </p:nvSpPr>
        <p:spPr bwMode="auto">
          <a:xfrm>
            <a:off x="623887" y="2642282"/>
            <a:ext cx="5472113"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ABB16B68-E98D-4A23-E8A4-80D3653D7A74}"/>
              </a:ext>
            </a:extLst>
          </p:cNvPr>
          <p:cNvSpPr/>
          <p:nvPr/>
        </p:nvSpPr>
        <p:spPr bwMode="auto">
          <a:xfrm>
            <a:off x="623887" y="1126710"/>
            <a:ext cx="5472113"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7139F537-3D0D-1E94-218B-40E18F490113}"/>
              </a:ext>
            </a:extLst>
          </p:cNvPr>
          <p:cNvSpPr>
            <a:spLocks noGrp="1"/>
          </p:cNvSpPr>
          <p:nvPr>
            <p:ph type="body" sz="quarter" idx="11"/>
          </p:nvPr>
        </p:nvSpPr>
        <p:spPr>
          <a:xfrm>
            <a:off x="623888" y="300199"/>
            <a:ext cx="10944112" cy="216000"/>
          </a:xfrm>
        </p:spPr>
        <p:txBody>
          <a:bodyPr/>
          <a:lstStyle/>
          <a:p>
            <a:r>
              <a:rPr lang="ja-JP" altLang="en-US" dirty="0"/>
              <a:t>質問作成の利用方法 </a:t>
            </a:r>
            <a:r>
              <a:rPr lang="ja-JP" altLang="ja-JP" dirty="0"/>
              <a:t>(1/3)</a:t>
            </a:r>
            <a:endParaRPr lang="ja-JP" altLang="en-US" dirty="0"/>
          </a:p>
        </p:txBody>
      </p:sp>
      <p:sp>
        <p:nvSpPr>
          <p:cNvPr id="13" name="正方形/長方形 12">
            <a:extLst>
              <a:ext uri="{FF2B5EF4-FFF2-40B4-BE49-F238E27FC236}">
                <a16:creationId xmlns:a16="http://schemas.microsoft.com/office/drawing/2014/main" id="{A89CC184-07A7-FEE0-9237-AD189BAAAF2D}"/>
              </a:ext>
            </a:extLst>
          </p:cNvPr>
          <p:cNvSpPr/>
          <p:nvPr/>
        </p:nvSpPr>
        <p:spPr bwMode="auto">
          <a:xfrm>
            <a:off x="6352405" y="1023883"/>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FE8FD0A7-6E16-9451-587F-382DA5593A86}"/>
              </a:ext>
            </a:extLst>
          </p:cNvPr>
          <p:cNvSpPr/>
          <p:nvPr/>
        </p:nvSpPr>
        <p:spPr bwMode="auto">
          <a:xfrm>
            <a:off x="646769"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EEB59C21-4DB0-DDB9-B353-9DBE2EBE9BF4}"/>
              </a:ext>
            </a:extLst>
          </p:cNvPr>
          <p:cNvSpPr/>
          <p:nvPr/>
        </p:nvSpPr>
        <p:spPr bwMode="auto">
          <a:xfrm>
            <a:off x="652933"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07770F2B-27AA-5E66-F5FB-3ECE3A7B5016}"/>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8D01B6AE-2074-46B6-E1BE-0582DD946A4D}"/>
              </a:ext>
            </a:extLst>
          </p:cNvPr>
          <p:cNvPicPr>
            <a:picLocks noChangeAspect="1"/>
          </p:cNvPicPr>
          <p:nvPr/>
        </p:nvPicPr>
        <p:blipFill>
          <a:blip r:embed="rId11"/>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BD13E666-5BB8-EF75-2F46-3B36C3F712A0}"/>
              </a:ext>
            </a:extLst>
          </p:cNvPr>
          <p:cNvSpPr/>
          <p:nvPr/>
        </p:nvSpPr>
        <p:spPr bwMode="auto">
          <a:xfrm>
            <a:off x="2773262" y="2237943"/>
            <a:ext cx="778307" cy="54684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0C77441C-36BC-0F02-8CB2-5C6AAAC49EBA}"/>
              </a:ext>
            </a:extLst>
          </p:cNvPr>
          <p:cNvPicPr>
            <a:picLocks noChangeAspect="1"/>
          </p:cNvPicPr>
          <p:nvPr/>
        </p:nvPicPr>
        <p:blipFill>
          <a:blip r:embed="rId10"/>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DF0CB31D-344F-6932-4A49-0DE17F7F9BEC}"/>
              </a:ext>
            </a:extLst>
          </p:cNvPr>
          <p:cNvSpPr/>
          <p:nvPr/>
        </p:nvSpPr>
        <p:spPr bwMode="auto">
          <a:xfrm>
            <a:off x="1010542" y="1419820"/>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37" name="図 36">
            <a:extLst>
              <a:ext uri="{FF2B5EF4-FFF2-40B4-BE49-F238E27FC236}">
                <a16:creationId xmlns:a16="http://schemas.microsoft.com/office/drawing/2014/main" id="{75108CFC-B909-B22B-2D35-9E10ED05A905}"/>
              </a:ext>
            </a:extLst>
          </p:cNvPr>
          <p:cNvPicPr>
            <a:picLocks noChangeAspect="1"/>
          </p:cNvPicPr>
          <p:nvPr/>
        </p:nvPicPr>
        <p:blipFill>
          <a:blip r:embed="rId12"/>
          <a:stretch>
            <a:fillRect/>
          </a:stretch>
        </p:blipFill>
        <p:spPr>
          <a:xfrm>
            <a:off x="786384" y="2816352"/>
            <a:ext cx="5138928" cy="2283611"/>
          </a:xfrm>
          <a:prstGeom prst="rect">
            <a:avLst/>
          </a:prstGeom>
        </p:spPr>
      </p:pic>
      <p:cxnSp>
        <p:nvCxnSpPr>
          <p:cNvPr id="42" name="直線コネクタ 41">
            <a:extLst>
              <a:ext uri="{FF2B5EF4-FFF2-40B4-BE49-F238E27FC236}">
                <a16:creationId xmlns:a16="http://schemas.microsoft.com/office/drawing/2014/main" id="{10EED3B0-8145-1B8F-C047-968313F1F00F}"/>
              </a:ext>
            </a:extLst>
          </p:cNvPr>
          <p:cNvCxnSpPr>
            <a:cxnSpLocks/>
            <a:stCxn id="33" idx="3"/>
          </p:cNvCxnSpPr>
          <p:nvPr/>
        </p:nvCxnSpPr>
        <p:spPr>
          <a:xfrm>
            <a:off x="1697275" y="1471325"/>
            <a:ext cx="387556" cy="284323"/>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F28B3A9D-DCE0-1929-0318-B7B71325FC6B}"/>
              </a:ext>
            </a:extLst>
          </p:cNvPr>
          <p:cNvCxnSpPr>
            <a:cxnSpLocks/>
            <a:stCxn id="14" idx="1"/>
          </p:cNvCxnSpPr>
          <p:nvPr/>
        </p:nvCxnSpPr>
        <p:spPr>
          <a:xfrm>
            <a:off x="2468879" y="1755648"/>
            <a:ext cx="304383" cy="75571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51" name="図 50">
            <a:extLst>
              <a:ext uri="{FF2B5EF4-FFF2-40B4-BE49-F238E27FC236}">
                <a16:creationId xmlns:a16="http://schemas.microsoft.com/office/drawing/2014/main" id="{4C27882F-781A-6909-9DB7-BA0C994C3CDC}"/>
              </a:ext>
            </a:extLst>
          </p:cNvPr>
          <p:cNvPicPr>
            <a:picLocks noChangeAspect="1"/>
          </p:cNvPicPr>
          <p:nvPr/>
        </p:nvPicPr>
        <p:blipFill>
          <a:blip r:embed="rId13"/>
          <a:stretch>
            <a:fillRect/>
          </a:stretch>
        </p:blipFill>
        <p:spPr>
          <a:xfrm>
            <a:off x="868680" y="4800600"/>
            <a:ext cx="1783080" cy="1275202"/>
          </a:xfrm>
          <a:prstGeom prst="rect">
            <a:avLst/>
          </a:prstGeom>
          <a:ln>
            <a:solidFill>
              <a:schemeClr val="accent6"/>
            </a:solidFill>
          </a:ln>
        </p:spPr>
      </p:pic>
      <p:sp>
        <p:nvSpPr>
          <p:cNvPr id="52" name="正方形/長方形 51">
            <a:extLst>
              <a:ext uri="{FF2B5EF4-FFF2-40B4-BE49-F238E27FC236}">
                <a16:creationId xmlns:a16="http://schemas.microsoft.com/office/drawing/2014/main" id="{58AAF419-0D1D-9A67-CC47-9BEBB6AD5C6C}"/>
              </a:ext>
            </a:extLst>
          </p:cNvPr>
          <p:cNvSpPr/>
          <p:nvPr/>
        </p:nvSpPr>
        <p:spPr bwMode="auto">
          <a:xfrm>
            <a:off x="3395103" y="3894099"/>
            <a:ext cx="678053" cy="1177671"/>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7" name="四角形: 角を丸くする 56">
            <a:extLst>
              <a:ext uri="{FF2B5EF4-FFF2-40B4-BE49-F238E27FC236}">
                <a16:creationId xmlns:a16="http://schemas.microsoft.com/office/drawing/2014/main" id="{92B33C4E-B1B5-9234-3CE6-0134D4212BD8}"/>
              </a:ext>
            </a:extLst>
          </p:cNvPr>
          <p:cNvSpPr/>
          <p:nvPr/>
        </p:nvSpPr>
        <p:spPr bwMode="auto">
          <a:xfrm>
            <a:off x="6693408" y="2807208"/>
            <a:ext cx="4462272" cy="1046988"/>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想定問答の資料はサーバーの資料フォルダ(期／コア／会社／事業部)に配置し「資料フォルダを読み込む」で取込。配置が必要な場合はBX推進部もしくはXX(各部のとりまとめ担当？)まで連絡下さい</a:t>
            </a:r>
          </a:p>
        </p:txBody>
      </p:sp>
      <p:sp>
        <p:nvSpPr>
          <p:cNvPr id="59" name="正方形/長方形 58">
            <a:extLst>
              <a:ext uri="{FF2B5EF4-FFF2-40B4-BE49-F238E27FC236}">
                <a16:creationId xmlns:a16="http://schemas.microsoft.com/office/drawing/2014/main" id="{5FFF89D4-B149-C499-107D-8E808DC725A6}"/>
              </a:ext>
            </a:extLst>
          </p:cNvPr>
          <p:cNvSpPr/>
          <p:nvPr/>
        </p:nvSpPr>
        <p:spPr bwMode="auto">
          <a:xfrm>
            <a:off x="859536" y="4791456"/>
            <a:ext cx="1801368" cy="1291722"/>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graphicFrame>
        <p:nvGraphicFramePr>
          <p:cNvPr id="63" name="表 62">
            <a:extLst>
              <a:ext uri="{FF2B5EF4-FFF2-40B4-BE49-F238E27FC236}">
                <a16:creationId xmlns:a16="http://schemas.microsoft.com/office/drawing/2014/main" id="{B5137126-0A40-F2B4-AA19-171A4FA357B9}"/>
              </a:ext>
            </a:extLst>
          </p:cNvPr>
          <p:cNvGraphicFramePr>
            <a:graphicFrameLocks noGrp="1"/>
          </p:cNvGraphicFramePr>
          <p:nvPr>
            <p:extLst>
              <p:ext uri="{D42A27DB-BD31-4B8C-83A1-F6EECF244321}">
                <p14:modId xmlns:p14="http://schemas.microsoft.com/office/powerpoint/2010/main" val="3963359902"/>
              </p:ext>
            </p:extLst>
          </p:nvPr>
        </p:nvGraphicFramePr>
        <p:xfrm>
          <a:off x="6693408" y="4160520"/>
          <a:ext cx="4663440" cy="1118856"/>
        </p:xfrm>
        <a:graphic>
          <a:graphicData uri="http://schemas.openxmlformats.org/drawingml/2006/table">
            <a:tbl>
              <a:tblPr firstRow="1" bandRow="1">
                <a:tableStyleId>{21E4AEA4-8DFA-4A89-87EB-49C32662AFE0}</a:tableStyleId>
              </a:tblPr>
              <a:tblGrid>
                <a:gridCol w="1143000">
                  <a:extLst>
                    <a:ext uri="{9D8B030D-6E8A-4147-A177-3AD203B41FA5}">
                      <a16:colId xmlns:a16="http://schemas.microsoft.com/office/drawing/2014/main" val="3309756768"/>
                    </a:ext>
                  </a:extLst>
                </a:gridCol>
                <a:gridCol w="3520440">
                  <a:extLst>
                    <a:ext uri="{9D8B030D-6E8A-4147-A177-3AD203B41FA5}">
                      <a16:colId xmlns:a16="http://schemas.microsoft.com/office/drawing/2014/main" val="2736220435"/>
                    </a:ext>
                  </a:extLst>
                </a:gridCol>
              </a:tblGrid>
              <a:tr h="135566">
                <a:tc>
                  <a:txBody>
                    <a:bodyPr/>
                    <a:lstStyle/>
                    <a:p>
                      <a:r>
                        <a:rPr kumimoji="1" lang="ja-JP" altLang="en-US" sz="900" dirty="0"/>
                        <a:t>分類パターン</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900" dirty="0"/>
                        <a:t>分類事項</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169135">
                <a:tc>
                  <a:txBody>
                    <a:bodyPr/>
                    <a:lstStyle/>
                    <a:p>
                      <a:r>
                        <a:rPr kumimoji="1" lang="ja-JP" altLang="en-US" sz="900" dirty="0"/>
                        <a:t>変更なし</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毎年問われている定番質問(恒常論点)</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169135">
                <a:tc>
                  <a:txBody>
                    <a:bodyPr/>
                    <a:lstStyle/>
                    <a:p>
                      <a:r>
                        <a:rPr kumimoji="1" lang="ja-JP" altLang="en-US" sz="900" dirty="0"/>
                        <a:t>変更あり</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毎年問われる質問だが、年度、金額、人数等の更新が必要(旧「微修正」)</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169135">
                <a:tc>
                  <a:txBody>
                    <a:bodyPr/>
                    <a:lstStyle/>
                    <a:p>
                      <a:r>
                        <a:rPr kumimoji="1" lang="ja-JP" altLang="en-US" sz="900" dirty="0"/>
                        <a:t>昨年新設</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前年度に新設された質問。期間限定イベント由来には「⚠削除候補」の札</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r h="169135">
                <a:tc>
                  <a:txBody>
                    <a:bodyPr/>
                    <a:lstStyle/>
                    <a:p>
                      <a:r>
                        <a:rPr kumimoji="1" lang="ja-JP" altLang="en-US" sz="900" dirty="0"/>
                        <a:t>今回新設(人)</a:t>
                      </a:r>
                      <a:endParaRPr kumimoji="1" lang="ja-JP" altLang="en-US" sz="900" dirty="0"/>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今年度「新規質問を追加」でアプリ上に登録した質問</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r h="169135">
                <a:tc>
                  <a:txBody>
                    <a:bodyPr/>
                    <a:lstStyle/>
                    <a:p>
                      <a:r>
                        <a:rPr kumimoji="1" lang="ja-JP" altLang="en-US" sz="900" dirty="0"/>
                        <a:t>今回新設(AI)</a:t>
                      </a:r>
                      <a:endParaRPr kumimoji="1" lang="ja-JP" altLang="en-US" sz="900" dirty="0"/>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今年度AIの提案機能で追加(採用)した質問</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374410"/>
                  </a:ext>
                </a:extLst>
              </a:tr>
            </a:tbl>
          </a:graphicData>
        </a:graphic>
      </p:graphicFrame>
      <p:sp>
        <p:nvSpPr>
          <p:cNvPr id="68" name="正方形/長方形 67">
            <a:extLst>
              <a:ext uri="{FF2B5EF4-FFF2-40B4-BE49-F238E27FC236}">
                <a16:creationId xmlns:a16="http://schemas.microsoft.com/office/drawing/2014/main" id="{AB19D768-AF3E-6F19-9CD0-10DCE29778B9}"/>
              </a:ext>
            </a:extLst>
          </p:cNvPr>
          <p:cNvSpPr/>
          <p:nvPr/>
        </p:nvSpPr>
        <p:spPr bwMode="auto">
          <a:xfrm>
            <a:off x="893881" y="5813834"/>
            <a:ext cx="183353" cy="11947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 name="四角形: 角を丸くする 4">
            <a:extLst>
              <a:ext uri="{FF2B5EF4-FFF2-40B4-BE49-F238E27FC236}">
                <a16:creationId xmlns:a16="http://schemas.microsoft.com/office/drawing/2014/main" id="{ACCD17CC-A0EE-E9B4-201E-E6D1832687F3}"/>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1-1</a:t>
            </a:r>
            <a:endParaRPr lang="ja-JP" altLang="en-US" sz="1100" b="1" dirty="0">
              <a:solidFill>
                <a:schemeClr val="bg1"/>
              </a:solidFill>
              <a:latin typeface="+mn-ea"/>
            </a:endParaRPr>
          </a:p>
        </p:txBody>
      </p:sp>
      <p:sp>
        <p:nvSpPr>
          <p:cNvPr id="7" name="四角形: 角を丸くする 6">
            <a:extLst>
              <a:ext uri="{FF2B5EF4-FFF2-40B4-BE49-F238E27FC236}">
                <a16:creationId xmlns:a16="http://schemas.microsoft.com/office/drawing/2014/main" id="{5FB4CC80-912B-2E9E-AB46-C0DA3A0C08F1}"/>
              </a:ext>
            </a:extLst>
          </p:cNvPr>
          <p:cNvSpPr/>
          <p:nvPr/>
        </p:nvSpPr>
        <p:spPr bwMode="auto">
          <a:xfrm>
            <a:off x="6373368" y="171450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1-2</a:t>
            </a:r>
          </a:p>
        </p:txBody>
      </p:sp>
      <p:sp>
        <p:nvSpPr>
          <p:cNvPr id="10" name="四角形: 角を丸くする 9">
            <a:extLst>
              <a:ext uri="{FF2B5EF4-FFF2-40B4-BE49-F238E27FC236}">
                <a16:creationId xmlns:a16="http://schemas.microsoft.com/office/drawing/2014/main" id="{2E1E7AE8-EA87-BBD0-9A21-A5F7026A2EF1}"/>
              </a:ext>
            </a:extLst>
          </p:cNvPr>
          <p:cNvSpPr/>
          <p:nvPr/>
        </p:nvSpPr>
        <p:spPr bwMode="auto">
          <a:xfrm>
            <a:off x="6373368" y="5458967"/>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1-3</a:t>
            </a:r>
            <a:endParaRPr lang="ja-JP" altLang="en-US" sz="1100" b="1" dirty="0">
              <a:solidFill>
                <a:schemeClr val="bg1"/>
              </a:solidFill>
              <a:latin typeface="+mn-ea"/>
            </a:endParaRPr>
          </a:p>
        </p:txBody>
      </p:sp>
      <p:sp>
        <p:nvSpPr>
          <p:cNvPr id="2" name="四角形: 角を丸くする 1">
            <a:extLst>
              <a:ext uri="{FF2B5EF4-FFF2-40B4-BE49-F238E27FC236}">
                <a16:creationId xmlns:a16="http://schemas.microsoft.com/office/drawing/2014/main" id="{CCD96149-E137-8B5E-DE4E-79E466F81B81}"/>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1-1</a:t>
            </a:r>
            <a:endParaRPr lang="ja-JP" altLang="en-US" sz="1100" b="1" dirty="0">
              <a:solidFill>
                <a:schemeClr val="bg1"/>
              </a:solidFill>
              <a:latin typeface="+mn-ea"/>
            </a:endParaRPr>
          </a:p>
        </p:txBody>
      </p:sp>
      <p:sp>
        <p:nvSpPr>
          <p:cNvPr id="6" name="四角形: 角を丸くする 5">
            <a:extLst>
              <a:ext uri="{FF2B5EF4-FFF2-40B4-BE49-F238E27FC236}">
                <a16:creationId xmlns:a16="http://schemas.microsoft.com/office/drawing/2014/main" id="{B837FC4A-3E03-B287-1334-500C0BB8762B}"/>
              </a:ext>
            </a:extLst>
          </p:cNvPr>
          <p:cNvSpPr/>
          <p:nvPr/>
        </p:nvSpPr>
        <p:spPr bwMode="auto">
          <a:xfrm>
            <a:off x="3413391" y="3674643"/>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1-2</a:t>
            </a:r>
          </a:p>
        </p:txBody>
      </p:sp>
      <p:sp>
        <p:nvSpPr>
          <p:cNvPr id="8" name="四角形: 角を丸くする 7">
            <a:extLst>
              <a:ext uri="{FF2B5EF4-FFF2-40B4-BE49-F238E27FC236}">
                <a16:creationId xmlns:a16="http://schemas.microsoft.com/office/drawing/2014/main" id="{6094FA05-CAA5-DD99-79D7-3093AE0716BB}"/>
              </a:ext>
            </a:extLst>
          </p:cNvPr>
          <p:cNvSpPr/>
          <p:nvPr/>
        </p:nvSpPr>
        <p:spPr bwMode="auto">
          <a:xfrm>
            <a:off x="1122955" y="585041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1-3</a:t>
            </a:r>
            <a:endParaRPr lang="ja-JP" altLang="en-US" sz="1100" b="1" dirty="0">
              <a:solidFill>
                <a:schemeClr val="bg1"/>
              </a:solidFill>
              <a:latin typeface="+mn-ea"/>
            </a:endParaRPr>
          </a:p>
        </p:txBody>
      </p:sp>
      <p:cxnSp>
        <p:nvCxnSpPr>
          <p:cNvPr id="16" name="直線コネクタ 15">
            <a:extLst>
              <a:ext uri="{FF2B5EF4-FFF2-40B4-BE49-F238E27FC236}">
                <a16:creationId xmlns:a16="http://schemas.microsoft.com/office/drawing/2014/main" id="{7DD3A7B8-48EF-EA7D-371F-2445AAF9FD8C}"/>
              </a:ext>
            </a:extLst>
          </p:cNvPr>
          <p:cNvCxnSpPr/>
          <p:nvPr/>
        </p:nvCxnSpPr>
        <p:spPr>
          <a:xfrm flipV="1">
            <a:off x="10149840" y="2779775"/>
            <a:ext cx="274320" cy="9145"/>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7FD0877-629A-C317-8623-5F819FC865A7}"/>
              </a:ext>
            </a:extLst>
          </p:cNvPr>
          <p:cNvSpPr/>
          <p:nvPr/>
        </p:nvSpPr>
        <p:spPr bwMode="auto">
          <a:xfrm>
            <a:off x="10424160" y="2633472"/>
            <a:ext cx="993313" cy="294083"/>
          </a:xfrm>
          <a:prstGeom prst="rect">
            <a:avLst/>
          </a:prstGeom>
          <a:solidFill>
            <a:srgbClr val="FFFF00">
              <a:alpha val="80000"/>
            </a:srgb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要</a:t>
            </a:r>
            <a:r>
              <a:rPr kumimoji="1" lang="ja-JP" altLang="ja-JP" sz="1200" b="0" i="0" u="none" strike="noStrike" kern="1200" cap="none" spc="0" normalizeH="0" baseline="0" noProof="0" dirty="0">
                <a:ln>
                  <a:noFill/>
                </a:ln>
                <a:effectLst/>
                <a:uLnTx/>
                <a:uFillTx/>
                <a:latin typeface="+mn-ea"/>
                <a:ea typeface="+mn-ea"/>
                <a:cs typeface="+mn-cs"/>
              </a:rPr>
              <a:t>BX</a:t>
            </a:r>
            <a:r>
              <a:rPr kumimoji="1" lang="ja-JP" altLang="en-US" sz="1200" b="0" i="0" u="none" strike="noStrike" kern="1200" cap="none" spc="0" normalizeH="0" baseline="0" noProof="0" dirty="0">
                <a:ln>
                  <a:noFill/>
                </a:ln>
                <a:effectLst/>
                <a:uLnTx/>
                <a:uFillTx/>
                <a:latin typeface="+mn-ea"/>
                <a:ea typeface="+mn-ea"/>
                <a:cs typeface="+mn-cs"/>
              </a:rPr>
              <a:t>部記入</a:t>
            </a:r>
          </a:p>
        </p:txBody>
      </p:sp>
      <p:sp>
        <p:nvSpPr>
          <p:cNvPr id="11" name="正方形/長方形 10">
            <a:extLst>
              <a:ext uri="{FF2B5EF4-FFF2-40B4-BE49-F238E27FC236}">
                <a16:creationId xmlns:a16="http://schemas.microsoft.com/office/drawing/2014/main" id="{0B192C2C-08BD-4B6F-8F59-F3C5E9775763}"/>
              </a:ext>
            </a:extLst>
          </p:cNvPr>
          <p:cNvSpPr/>
          <p:nvPr/>
        </p:nvSpPr>
        <p:spPr bwMode="auto">
          <a:xfrm>
            <a:off x="2469844" y="661561"/>
            <a:ext cx="8702774" cy="293726"/>
          </a:xfrm>
          <a:prstGeom prst="rect">
            <a:avLst/>
          </a:prstGeom>
          <a:solidFill>
            <a:srgbClr val="FFFF00">
              <a:alpha val="80000"/>
            </a:srgbClr>
          </a:solidFill>
          <a:ln w="9525">
            <a:noFill/>
            <a:miter lim="800000"/>
            <a:headEnd/>
            <a:tailEnd/>
          </a:ln>
          <a:effectLst/>
        </p:spPr>
        <p:txBody>
          <a:bodyPr wrap="square" lIns="0" tIns="0" rIns="0" bIns="0" rtlCol="0" anchor="ctr" anchorCtr="0">
            <a:noAutofit/>
          </a:bodyPr>
          <a:lstStyle/>
          <a:p>
            <a:pPr marR="0"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画面</a:t>
            </a:r>
            <a:r>
              <a:rPr lang="ja-JP" altLang="en-US" sz="1200" dirty="0">
                <a:latin typeface="+mn-ea"/>
              </a:rPr>
              <a:t>のアプリ</a:t>
            </a:r>
            <a:r>
              <a:rPr kumimoji="1" lang="ja-JP" altLang="en-US" sz="1200" b="0" i="0" u="none" strike="noStrike" kern="1200" cap="none" spc="0" normalizeH="0" baseline="0" noProof="0" dirty="0">
                <a:ln>
                  <a:noFill/>
                </a:ln>
                <a:effectLst/>
                <a:uLnTx/>
                <a:uFillTx/>
                <a:latin typeface="+mn-ea"/>
                <a:ea typeface="+mn-ea"/>
                <a:cs typeface="+mn-cs"/>
              </a:rPr>
              <a:t>リンクの付与はメンテナンス性と効果の兼ね合いからステイの判断である認識。→対応が必要な場合ご連絡下さい</a:t>
            </a:r>
          </a:p>
        </p:txBody>
      </p:sp>
      <p:cxnSp>
        <p:nvCxnSpPr>
          <p:cNvPr id="12" name="直線コネクタ 11">
            <a:extLst>
              <a:ext uri="{FF2B5EF4-FFF2-40B4-BE49-F238E27FC236}">
                <a16:creationId xmlns:a16="http://schemas.microsoft.com/office/drawing/2014/main" id="{9D447042-E480-F7D8-A2F1-2490451CD43F}"/>
              </a:ext>
            </a:extLst>
          </p:cNvPr>
          <p:cNvCxnSpPr>
            <a:cxnSpLocks/>
            <a:stCxn id="4" idx="3"/>
            <a:endCxn id="11" idx="1"/>
          </p:cNvCxnSpPr>
          <p:nvPr/>
        </p:nvCxnSpPr>
        <p:spPr>
          <a:xfrm flipV="1">
            <a:off x="1926713" y="808424"/>
            <a:ext cx="543131" cy="3182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9" name="正方形/長方形 12 c69">
            <a:extLst>
              <a:ext uri="{FF2B5EF4-FFF2-40B4-BE49-F238E27FC236}">
                <a16:creationId xmlns:a16="http://schemas.microsoft.com/office/drawing/2014/main" id="{0BF4BDB0-0E11-4EFE-98FD-BA15352E2AE0}"/>
              </a:ext>
            </a:extLst>
          </p:cNvPr>
          <p:cNvSpPr/>
          <p:nvPr/>
        </p:nvSpPr>
        <p:spPr bwMode="auto">
          <a:xfrm>
            <a:off x="6352405" y="1280160"/>
            <a:ext cx="5220000"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ホーム画面左下もしくはナビゲーションの「質問作成」をクリック</a:t>
            </a:r>
            <a:endParaRPr lang="ja-JP" altLang="ja-JP" sz="1200" b="1">
              <a:latin typeface="+mn-ea"/>
            </a:endParaRPr>
          </a:p>
        </p:txBody>
      </p:sp>
      <p:sp>
        <p:nvSpPr>
          <p:cNvPr id="70" name="正方形/長方形 12 c69 c70">
            <a:extLst>
              <a:ext uri="{FF2B5EF4-FFF2-40B4-BE49-F238E27FC236}">
                <a16:creationId xmlns:a16="http://schemas.microsoft.com/office/drawing/2014/main" id="{6E9E25C4-F6B4-473A-91FF-2B882E759E85}"/>
              </a:ext>
            </a:extLst>
          </p:cNvPr>
          <p:cNvSpPr/>
          <p:nvPr/>
        </p:nvSpPr>
        <p:spPr bwMode="auto">
          <a:xfrm>
            <a:off x="6352405" y="1696212"/>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総会QAアプリ登録質問の確認</a:t>
            </a:r>
            <a:br>
              <a:rPr lang="ja-JP" altLang="ja-JP" sz="1200" b="1">
                <a:latin typeface="+mn-ea"/>
              </a:rPr>
            </a:br>
            <a:r>
              <a:rPr lang="ja-JP" altLang="en-US" sz="1200" b="1">
                <a:latin typeface="+mn-ea"/>
              </a:rPr>
              <a:t>資料フォルダから取り込まれた質問の一覧を表示</a:t>
            </a:r>
            <a:br>
              <a:rPr lang="ja-JP" altLang="ja-JP" sz="1200" b="1">
                <a:latin typeface="+mn-ea"/>
              </a:rPr>
            </a:br>
            <a:r>
              <a:rPr lang="ja-JP" altLang="en-US" sz="1200" b="1">
                <a:latin typeface="+mn-ea"/>
              </a:rPr>
              <a:t>一つの行をクリックし、ポップアップで詳細を確認</a:t>
            </a:r>
            <a:br>
              <a:rPr lang="ja-JP" altLang="ja-JP" sz="1200" b="1">
                <a:latin typeface="+mn-ea"/>
              </a:rPr>
            </a:br>
            <a:r>
              <a:rPr lang="ja-JP" altLang="en-US" sz="1200" b="1">
                <a:latin typeface="+mn-ea"/>
              </a:rPr>
              <a:t>(【変更あり】【変更なし】の質問は昨年と今年の質問・回答が</a:t>
            </a:r>
            <a:br>
              <a:rPr lang="ja-JP" altLang="ja-JP" sz="1200" b="1">
                <a:latin typeface="+mn-ea"/>
              </a:rPr>
            </a:br>
            <a:r>
              <a:rPr lang="ja-JP" altLang="en-US" sz="1200" b="1">
                <a:latin typeface="+mn-ea"/>
              </a:rPr>
              <a:t>　左右に並び、変わった箇所に印が付く)</a:t>
            </a:r>
            <a:endParaRPr lang="ja-JP" altLang="ja-JP" sz="1200" b="1">
              <a:latin typeface="+mn-ea"/>
            </a:endParaRPr>
          </a:p>
        </p:txBody>
      </p:sp>
      <p:sp>
        <p:nvSpPr>
          <p:cNvPr id="71" name="正方形/長方形 12 c71">
            <a:extLst>
              <a:ext uri="{FF2B5EF4-FFF2-40B4-BE49-F238E27FC236}">
                <a16:creationId xmlns:a16="http://schemas.microsoft.com/office/drawing/2014/main" id="{BCB5BECD-E0BB-4BD9-ADE3-917872268C19}"/>
              </a:ext>
            </a:extLst>
          </p:cNvPr>
          <p:cNvSpPr/>
          <p:nvPr/>
        </p:nvSpPr>
        <p:spPr bwMode="auto">
          <a:xfrm>
            <a:off x="6352405" y="3817620"/>
            <a:ext cx="5220000" cy="25146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「5分類」列は以下の定義でAIが自動判定</a:t>
            </a:r>
            <a:endParaRPr lang="ja-JP" altLang="ja-JP" sz="1200" b="1">
              <a:latin typeface="+mn-ea"/>
            </a:endParaRPr>
          </a:p>
        </p:txBody>
      </p:sp>
      <p:sp>
        <p:nvSpPr>
          <p:cNvPr id="72" name="正方形/長方形 12 c72">
            <a:extLst>
              <a:ext uri="{FF2B5EF4-FFF2-40B4-BE49-F238E27FC236}">
                <a16:creationId xmlns:a16="http://schemas.microsoft.com/office/drawing/2014/main" id="{8D5840EE-5EB5-47B4-A8FA-11389C01BADF}"/>
              </a:ext>
            </a:extLst>
          </p:cNvPr>
          <p:cNvSpPr/>
          <p:nvPr/>
        </p:nvSpPr>
        <p:spPr bwMode="auto">
          <a:xfrm>
            <a:off x="6352405" y="5440679"/>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質問や通し番号の修正が必要な場合</a:t>
            </a:r>
            <a:br>
              <a:rPr lang="ja-JP" altLang="ja-JP" sz="1200" b="1">
                <a:latin typeface="+mn-ea"/>
              </a:rPr>
            </a:br>
            <a:r>
              <a:rPr lang="ja-JP" altLang="en-US" sz="1200" b="1">
                <a:latin typeface="+mn-ea"/>
              </a:rPr>
              <a:t>質問をクリックし、ポップアップの「質問の編集」</a:t>
            </a:r>
            <a:br>
              <a:rPr lang="ja-JP" altLang="ja-JP" sz="1200" b="1">
                <a:latin typeface="+mn-ea"/>
              </a:rPr>
            </a:br>
            <a:r>
              <a:rPr lang="ja-JP" altLang="en-US" sz="1200" b="1">
                <a:latin typeface="+mn-ea"/>
              </a:rPr>
              <a:t>から通し番号・想定質問を変更(承認済みは不可)</a:t>
            </a:r>
            <a:br>
              <a:rPr lang="ja-JP" altLang="ja-JP" sz="1200" b="1">
                <a:latin typeface="+mn-ea"/>
              </a:rPr>
            </a:br>
            <a:r>
              <a:rPr lang="ja-JP" altLang="en-US" sz="1200" b="1">
                <a:latin typeface="+mn-ea"/>
              </a:rPr>
              <a:t>「備忘メモ(申し送り)」に来年の担当者への</a:t>
            </a:r>
            <a:br>
              <a:rPr lang="ja-JP" altLang="ja-JP" sz="1200" b="1">
                <a:latin typeface="+mn-ea"/>
              </a:rPr>
            </a:br>
            <a:r>
              <a:rPr lang="ja-JP" altLang="en-US" sz="1200" b="1">
                <a:latin typeface="+mn-ea"/>
              </a:rPr>
              <a:t>引き継ぎを残すことも可能(問答集には出ない)</a:t>
            </a:r>
            <a:endParaRPr lang="ja-JP" altLang="ja-JP" sz="1200" b="1">
              <a:latin typeface="+mn-ea"/>
            </a:endParaRPr>
          </a:p>
        </p:txBody>
      </p:sp>
    </p:spTree>
    <p:extLst>
      <p:ext uri="{BB962C8B-B14F-4D97-AF65-F5344CB8AC3E}">
        <p14:creationId xmlns:p14="http://schemas.microsoft.com/office/powerpoint/2010/main" val="37298837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9E20C-C6D3-642E-F133-85CC678387B2}"/>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B17F4CF3-FAF7-D51F-911C-18BDEBA7B4B7}"/>
              </a:ext>
            </a:extLst>
          </p:cNvPr>
          <p:cNvGraphicFramePr>
            <a:graphicFrameLocks/>
          </p:cNvGraphicFramePr>
          <p:nvPr>
            <p:custDataLst>
              <p:tags r:id="rId1"/>
            </p:custDataLst>
            <p:extLst>
              <p:ext uri="{D42A27DB-BD31-4B8C-83A1-F6EECF244321}">
                <p14:modId xmlns:p14="http://schemas.microsoft.com/office/powerpoint/2010/main" val="12649731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B17F4CF3-FAF7-D51F-911C-18BDEBA7B4B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B26809ED-D363-13C9-6318-766D9EB78243}"/>
              </a:ext>
            </a:extLst>
          </p:cNvPr>
          <p:cNvSpPr/>
          <p:nvPr/>
        </p:nvSpPr>
        <p:spPr bwMode="auto">
          <a:xfrm>
            <a:off x="623887" y="1106778"/>
            <a:ext cx="5464549" cy="5346409"/>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18928E1F-BC48-B6D9-6E62-143CECBFF246}"/>
              </a:ext>
            </a:extLst>
          </p:cNvPr>
          <p:cNvSpPr>
            <a:spLocks noGrp="1"/>
          </p:cNvSpPr>
          <p:nvPr>
            <p:ph type="body" sz="quarter" idx="11"/>
          </p:nvPr>
        </p:nvSpPr>
        <p:spPr>
          <a:xfrm>
            <a:off x="623888" y="300199"/>
            <a:ext cx="10944112" cy="216000"/>
          </a:xfrm>
        </p:spPr>
        <p:txBody>
          <a:bodyPr/>
          <a:lstStyle/>
          <a:p>
            <a:r>
              <a:rPr lang="ja-JP" altLang="en-US" dirty="0"/>
              <a:t>質問作成の利用方法 </a:t>
            </a:r>
            <a:r>
              <a:rPr lang="ja-JP" altLang="ja-JP" dirty="0"/>
              <a:t>(2/3)</a:t>
            </a:r>
            <a:endParaRPr lang="ja-JP" altLang="en-US" dirty="0"/>
          </a:p>
        </p:txBody>
      </p:sp>
      <p:sp>
        <p:nvSpPr>
          <p:cNvPr id="13" name="正方形/長方形 12">
            <a:extLst>
              <a:ext uri="{FF2B5EF4-FFF2-40B4-BE49-F238E27FC236}">
                <a16:creationId xmlns:a16="http://schemas.microsoft.com/office/drawing/2014/main" id="{F82BD7E8-6AB4-693F-BFD4-B45679B7A83B}"/>
              </a:ext>
            </a:extLst>
          </p:cNvPr>
          <p:cNvSpPr/>
          <p:nvPr/>
        </p:nvSpPr>
        <p:spPr bwMode="auto">
          <a:xfrm>
            <a:off x="6352406" y="1023883"/>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BDEC857E-A0B7-0AF9-A92B-8E4A1522FE4E}"/>
              </a:ext>
            </a:extLst>
          </p:cNvPr>
          <p:cNvSpPr/>
          <p:nvPr/>
        </p:nvSpPr>
        <p:spPr bwMode="auto">
          <a:xfrm>
            <a:off x="646769" y="997221"/>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17" name="正方形/長方形 16">
            <a:extLst>
              <a:ext uri="{FF2B5EF4-FFF2-40B4-BE49-F238E27FC236}">
                <a16:creationId xmlns:a16="http://schemas.microsoft.com/office/drawing/2014/main" id="{E741D022-017D-D92F-2A72-7AC024B6793F}"/>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7" name="図 36">
            <a:extLst>
              <a:ext uri="{FF2B5EF4-FFF2-40B4-BE49-F238E27FC236}">
                <a16:creationId xmlns:a16="http://schemas.microsoft.com/office/drawing/2014/main" id="{8A0AAEDE-00C4-690E-B833-3D8E83228B2B}"/>
              </a:ext>
            </a:extLst>
          </p:cNvPr>
          <p:cNvPicPr>
            <a:picLocks noChangeAspect="1"/>
          </p:cNvPicPr>
          <p:nvPr/>
        </p:nvPicPr>
        <p:blipFill>
          <a:blip r:embed="rId9"/>
          <a:stretch>
            <a:fillRect/>
          </a:stretch>
        </p:blipFill>
        <p:spPr>
          <a:xfrm>
            <a:off x="786384" y="1243584"/>
            <a:ext cx="5138928" cy="1856437"/>
          </a:xfrm>
          <a:prstGeom prst="rect">
            <a:avLst/>
          </a:prstGeom>
        </p:spPr>
      </p:pic>
      <p:sp>
        <p:nvSpPr>
          <p:cNvPr id="52" name="正方形/長方形 51">
            <a:extLst>
              <a:ext uri="{FF2B5EF4-FFF2-40B4-BE49-F238E27FC236}">
                <a16:creationId xmlns:a16="http://schemas.microsoft.com/office/drawing/2014/main" id="{A0A9C5CF-69DA-B2FD-FB9B-D333C8A70C0F}"/>
              </a:ext>
            </a:extLst>
          </p:cNvPr>
          <p:cNvSpPr/>
          <p:nvPr/>
        </p:nvSpPr>
        <p:spPr bwMode="auto">
          <a:xfrm>
            <a:off x="835901" y="1521498"/>
            <a:ext cx="857377" cy="25783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5" name="図 4">
            <a:extLst>
              <a:ext uri="{FF2B5EF4-FFF2-40B4-BE49-F238E27FC236}">
                <a16:creationId xmlns:a16="http://schemas.microsoft.com/office/drawing/2014/main" id="{F2108B8D-C741-F641-C3B7-4D5225E82E3F}"/>
              </a:ext>
            </a:extLst>
          </p:cNvPr>
          <p:cNvPicPr>
            <a:picLocks noChangeAspect="1"/>
          </p:cNvPicPr>
          <p:nvPr/>
        </p:nvPicPr>
        <p:blipFill>
          <a:blip r:embed="rId10"/>
          <a:stretch>
            <a:fillRect/>
          </a:stretch>
        </p:blipFill>
        <p:spPr>
          <a:xfrm>
            <a:off x="960120" y="2304288"/>
            <a:ext cx="1554480" cy="1611868"/>
          </a:xfrm>
          <a:prstGeom prst="rect">
            <a:avLst/>
          </a:prstGeom>
          <a:ln w="19050">
            <a:solidFill>
              <a:schemeClr val="accent6"/>
            </a:solidFill>
          </a:ln>
        </p:spPr>
      </p:pic>
      <p:cxnSp>
        <p:nvCxnSpPr>
          <p:cNvPr id="6" name="直線矢印コネクタ 5">
            <a:extLst>
              <a:ext uri="{FF2B5EF4-FFF2-40B4-BE49-F238E27FC236}">
                <a16:creationId xmlns:a16="http://schemas.microsoft.com/office/drawing/2014/main" id="{9E9FFF5B-8F68-A38F-D674-0160388FF12C}"/>
              </a:ext>
            </a:extLst>
          </p:cNvPr>
          <p:cNvCxnSpPr>
            <a:cxnSpLocks/>
            <a:stCxn id="52" idx="2"/>
            <a:endCxn id="5" idx="0"/>
          </p:cNvCxnSpPr>
          <p:nvPr/>
        </p:nvCxnSpPr>
        <p:spPr>
          <a:xfrm>
            <a:off x="1110221" y="1779333"/>
            <a:ext cx="307099" cy="524955"/>
          </a:xfrm>
          <a:prstGeom prst="straightConnector1">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49" name="四角形: 角を丸くする 48">
            <a:extLst>
              <a:ext uri="{FF2B5EF4-FFF2-40B4-BE49-F238E27FC236}">
                <a16:creationId xmlns:a16="http://schemas.microsoft.com/office/drawing/2014/main" id="{13ADF74B-580B-0336-44B5-5E4DF1833969}"/>
              </a:ext>
            </a:extLst>
          </p:cNvPr>
          <p:cNvSpPr/>
          <p:nvPr/>
        </p:nvSpPr>
        <p:spPr bwMode="auto">
          <a:xfrm>
            <a:off x="6693408" y="4187952"/>
            <a:ext cx="4462272" cy="1609343"/>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質問提案の情報ソースとしているのは以下の4点</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①AI経営ナビアプリで収集している事業別関連ニュース</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②AI経営ナビアプリのSNS分析での注目テーマ</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③阪急阪神グループの公式HPニュースリリース</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④競合・グループ会社の発表(見出し)</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※台帳にすでにある質問と似たものは提案されません</a:t>
            </a:r>
          </a:p>
        </p:txBody>
      </p:sp>
      <p:pic>
        <p:nvPicPr>
          <p:cNvPr id="89" name="図 88">
            <a:extLst>
              <a:ext uri="{FF2B5EF4-FFF2-40B4-BE49-F238E27FC236}">
                <a16:creationId xmlns:a16="http://schemas.microsoft.com/office/drawing/2014/main" id="{BD7191CC-6F12-3C39-EDA1-4455F2F36248}"/>
              </a:ext>
            </a:extLst>
          </p:cNvPr>
          <p:cNvPicPr>
            <a:picLocks noChangeAspect="1"/>
          </p:cNvPicPr>
          <p:nvPr/>
        </p:nvPicPr>
        <p:blipFill>
          <a:blip r:embed="rId9"/>
          <a:stretch>
            <a:fillRect/>
          </a:stretch>
        </p:blipFill>
        <p:spPr>
          <a:xfrm>
            <a:off x="786384" y="3931920"/>
            <a:ext cx="5138928" cy="1856437"/>
          </a:xfrm>
          <a:prstGeom prst="rect">
            <a:avLst/>
          </a:prstGeom>
        </p:spPr>
      </p:pic>
      <p:sp>
        <p:nvSpPr>
          <p:cNvPr id="91" name="正方形/長方形 90">
            <a:extLst>
              <a:ext uri="{FF2B5EF4-FFF2-40B4-BE49-F238E27FC236}">
                <a16:creationId xmlns:a16="http://schemas.microsoft.com/office/drawing/2014/main" id="{E0B823A1-3583-4A14-8544-C6B2B7C86212}"/>
              </a:ext>
            </a:extLst>
          </p:cNvPr>
          <p:cNvSpPr/>
          <p:nvPr/>
        </p:nvSpPr>
        <p:spPr bwMode="auto">
          <a:xfrm>
            <a:off x="1699526" y="4209834"/>
            <a:ext cx="864514" cy="25783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93" name="直線矢印コネクタ 92">
            <a:extLst>
              <a:ext uri="{FF2B5EF4-FFF2-40B4-BE49-F238E27FC236}">
                <a16:creationId xmlns:a16="http://schemas.microsoft.com/office/drawing/2014/main" id="{1C5CAEF7-D213-02DC-6E9A-BE28536B40CE}"/>
              </a:ext>
            </a:extLst>
          </p:cNvPr>
          <p:cNvCxnSpPr>
            <a:cxnSpLocks/>
            <a:stCxn id="91" idx="3"/>
          </p:cNvCxnSpPr>
          <p:nvPr/>
        </p:nvCxnSpPr>
        <p:spPr>
          <a:xfrm>
            <a:off x="2564041" y="4338751"/>
            <a:ext cx="773519" cy="306401"/>
          </a:xfrm>
          <a:prstGeom prst="straightConnector1">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4" name="図 93">
            <a:extLst>
              <a:ext uri="{FF2B5EF4-FFF2-40B4-BE49-F238E27FC236}">
                <a16:creationId xmlns:a16="http://schemas.microsoft.com/office/drawing/2014/main" id="{1968901B-3793-9605-2489-EBE32C85F21E}"/>
              </a:ext>
            </a:extLst>
          </p:cNvPr>
          <p:cNvPicPr>
            <a:picLocks noChangeAspect="1"/>
          </p:cNvPicPr>
          <p:nvPr/>
        </p:nvPicPr>
        <p:blipFill>
          <a:blip r:embed="rId11"/>
          <a:stretch>
            <a:fillRect/>
          </a:stretch>
        </p:blipFill>
        <p:spPr>
          <a:xfrm>
            <a:off x="3063240" y="4645152"/>
            <a:ext cx="2148840" cy="1634210"/>
          </a:xfrm>
          <a:prstGeom prst="rect">
            <a:avLst/>
          </a:prstGeom>
          <a:ln w="19050">
            <a:solidFill>
              <a:schemeClr val="accent6"/>
            </a:solidFill>
          </a:ln>
        </p:spPr>
      </p:pic>
      <p:sp>
        <p:nvSpPr>
          <p:cNvPr id="95" name="正方形/長方形 94">
            <a:extLst>
              <a:ext uri="{FF2B5EF4-FFF2-40B4-BE49-F238E27FC236}">
                <a16:creationId xmlns:a16="http://schemas.microsoft.com/office/drawing/2014/main" id="{41640EDE-2EBC-12EF-D493-522654BEC60B}"/>
              </a:ext>
            </a:extLst>
          </p:cNvPr>
          <p:cNvSpPr/>
          <p:nvPr/>
        </p:nvSpPr>
        <p:spPr bwMode="auto">
          <a:xfrm>
            <a:off x="3993244" y="4935175"/>
            <a:ext cx="363573" cy="181389"/>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6" name="正方形/長方形 95">
            <a:extLst>
              <a:ext uri="{FF2B5EF4-FFF2-40B4-BE49-F238E27FC236}">
                <a16:creationId xmlns:a16="http://schemas.microsoft.com/office/drawing/2014/main" id="{03487AB0-CB18-40BE-3E64-EF7EB286EE3D}"/>
              </a:ext>
            </a:extLst>
          </p:cNvPr>
          <p:cNvSpPr/>
          <p:nvPr/>
        </p:nvSpPr>
        <p:spPr bwMode="auto">
          <a:xfrm>
            <a:off x="4493083" y="5325237"/>
            <a:ext cx="424301" cy="181389"/>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19" name="四角形: 角を丸くする 18">
            <a:extLst>
              <a:ext uri="{FF2B5EF4-FFF2-40B4-BE49-F238E27FC236}">
                <a16:creationId xmlns:a16="http://schemas.microsoft.com/office/drawing/2014/main" id="{2E05D8DD-D4CA-AD28-440E-CC9EC57917E8}"/>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1-4</a:t>
            </a:r>
            <a:endParaRPr lang="ja-JP" altLang="en-US" sz="1100" b="1" dirty="0">
              <a:solidFill>
                <a:schemeClr val="bg1"/>
              </a:solidFill>
              <a:latin typeface="+mn-ea"/>
            </a:endParaRPr>
          </a:p>
        </p:txBody>
      </p:sp>
      <p:sp>
        <p:nvSpPr>
          <p:cNvPr id="21" name="四角形: 角を丸くする 20">
            <a:extLst>
              <a:ext uri="{FF2B5EF4-FFF2-40B4-BE49-F238E27FC236}">
                <a16:creationId xmlns:a16="http://schemas.microsoft.com/office/drawing/2014/main" id="{83270C66-EFCA-07BD-7F8F-D1FB4B9A876B}"/>
              </a:ext>
            </a:extLst>
          </p:cNvPr>
          <p:cNvSpPr/>
          <p:nvPr/>
        </p:nvSpPr>
        <p:spPr bwMode="auto">
          <a:xfrm>
            <a:off x="6373368" y="226314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1-5</a:t>
            </a:r>
            <a:endParaRPr lang="ja-JP" altLang="en-US" sz="1100" b="1" dirty="0">
              <a:solidFill>
                <a:schemeClr val="bg1"/>
              </a:solidFill>
              <a:latin typeface="+mn-ea"/>
            </a:endParaRPr>
          </a:p>
        </p:txBody>
      </p:sp>
      <p:sp>
        <p:nvSpPr>
          <p:cNvPr id="2" name="四角形: 角を丸くする 1">
            <a:extLst>
              <a:ext uri="{FF2B5EF4-FFF2-40B4-BE49-F238E27FC236}">
                <a16:creationId xmlns:a16="http://schemas.microsoft.com/office/drawing/2014/main" id="{DCAAD175-2BFF-1514-F96A-2606A7472A2D}"/>
              </a:ext>
            </a:extLst>
          </p:cNvPr>
          <p:cNvSpPr/>
          <p:nvPr/>
        </p:nvSpPr>
        <p:spPr bwMode="auto">
          <a:xfrm>
            <a:off x="433565" y="152149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1-4</a:t>
            </a:r>
            <a:endParaRPr lang="ja-JP" altLang="en-US" sz="1100" b="1" dirty="0">
              <a:solidFill>
                <a:schemeClr val="bg1"/>
              </a:solidFill>
              <a:latin typeface="+mn-ea"/>
            </a:endParaRPr>
          </a:p>
        </p:txBody>
      </p:sp>
      <p:sp>
        <p:nvSpPr>
          <p:cNvPr id="3" name="四角形: 角を丸くする 2">
            <a:extLst>
              <a:ext uri="{FF2B5EF4-FFF2-40B4-BE49-F238E27FC236}">
                <a16:creationId xmlns:a16="http://schemas.microsoft.com/office/drawing/2014/main" id="{B70AA450-8631-5439-B252-8672B3E50F3B}"/>
              </a:ext>
            </a:extLst>
          </p:cNvPr>
          <p:cNvSpPr/>
          <p:nvPr/>
        </p:nvSpPr>
        <p:spPr bwMode="auto">
          <a:xfrm>
            <a:off x="1297190" y="4209834"/>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1-5</a:t>
            </a:r>
            <a:endParaRPr lang="ja-JP" altLang="en-US" sz="1100" b="1" dirty="0">
              <a:solidFill>
                <a:schemeClr val="bg1"/>
              </a:solidFill>
              <a:latin typeface="+mn-ea"/>
            </a:endParaRPr>
          </a:p>
        </p:txBody>
      </p:sp>
      <p:sp>
        <p:nvSpPr>
          <p:cNvPr id="97" name="正方形/長方形 12 c97">
            <a:extLst>
              <a:ext uri="{FF2B5EF4-FFF2-40B4-BE49-F238E27FC236}">
                <a16:creationId xmlns:a16="http://schemas.microsoft.com/office/drawing/2014/main" id="{0DC13D0A-B386-46CD-899F-FFB24B84DD5D}"/>
              </a:ext>
            </a:extLst>
          </p:cNvPr>
          <p:cNvSpPr/>
          <p:nvPr/>
        </p:nvSpPr>
        <p:spPr bwMode="auto">
          <a:xfrm>
            <a:off x="6352406" y="1280160"/>
            <a:ext cx="5220000"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自身で質問を追加したい場合</a:t>
            </a:r>
            <a:br>
              <a:rPr lang="ja-JP" altLang="ja-JP" sz="1200" b="1">
                <a:latin typeface="+mn-ea"/>
              </a:rPr>
            </a:br>
            <a:r>
              <a:rPr lang="ja-JP" altLang="en-US" sz="1200" b="1">
                <a:latin typeface="+mn-ea"/>
              </a:rPr>
              <a:t>「＋新規質問を追加」をクリックし、ポップアップで</a:t>
            </a:r>
            <a:br>
              <a:rPr lang="ja-JP" altLang="ja-JP" sz="1200" b="1">
                <a:latin typeface="+mn-ea"/>
              </a:rPr>
            </a:br>
            <a:r>
              <a:rPr lang="ja-JP" altLang="en-US" sz="1200" b="1">
                <a:latin typeface="+mn-ea"/>
              </a:rPr>
              <a:t>想定質問・所属・分類/項目を入力し「追加する」</a:t>
            </a:r>
            <a:br>
              <a:rPr lang="ja-JP" altLang="ja-JP" sz="1200" b="1">
                <a:latin typeface="+mn-ea"/>
              </a:rPr>
            </a:br>
            <a:r>
              <a:rPr lang="ja-JP" altLang="en-US" sz="1200" b="1">
                <a:latin typeface="+mn-ea"/>
              </a:rPr>
              <a:t>→質問一覧に追加(番号はQ連番で自動採番)</a:t>
            </a:r>
            <a:endParaRPr lang="ja-JP" altLang="ja-JP" sz="1200" b="1">
              <a:latin typeface="+mn-ea"/>
            </a:endParaRPr>
          </a:p>
        </p:txBody>
      </p:sp>
      <p:sp>
        <p:nvSpPr>
          <p:cNvPr id="98" name="正方形/長方形 12 c97 c98">
            <a:extLst>
              <a:ext uri="{FF2B5EF4-FFF2-40B4-BE49-F238E27FC236}">
                <a16:creationId xmlns:a16="http://schemas.microsoft.com/office/drawing/2014/main" id="{7B03D5B4-4F13-4F40-AE20-1005EE49CC85}"/>
              </a:ext>
            </a:extLst>
          </p:cNvPr>
          <p:cNvSpPr/>
          <p:nvPr/>
        </p:nvSpPr>
        <p:spPr bwMode="auto">
          <a:xfrm>
            <a:off x="6352406" y="2244852"/>
            <a:ext cx="5220000" cy="1760219"/>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AIに質問を考えさせる場合</a:t>
            </a:r>
            <a:br>
              <a:rPr lang="ja-JP" altLang="ja-JP" sz="1200" b="1">
                <a:latin typeface="+mn-ea"/>
              </a:rPr>
            </a:br>
            <a:r>
              <a:rPr lang="ja-JP" altLang="en-US" sz="1200" b="1">
                <a:latin typeface="+mn-ea"/>
              </a:rPr>
              <a:t>「AIで追加質問を提案」をクリックし、ポップアップを表示</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所属を選択し「AIで質問を作る」をクリック</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最大10件の質問を根拠(見出し・日付・出どころ)</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付きでAIが作成</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追加したい質問にチェックを入れ「採用して一覧へ</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追加」→質問一覧に追加(A番号)</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不要な候補は「除外する」</a:t>
            </a:r>
            <a:endParaRPr lang="ja-JP" altLang="ja-JP" sz="1200" b="1">
              <a:latin typeface="+mn-ea"/>
            </a:endParaRPr>
          </a:p>
        </p:txBody>
      </p:sp>
    </p:spTree>
    <p:extLst>
      <p:ext uri="{BB962C8B-B14F-4D97-AF65-F5344CB8AC3E}">
        <p14:creationId xmlns:p14="http://schemas.microsoft.com/office/powerpoint/2010/main" val="1133909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32C6A-97B1-A153-F9AC-7B1224AD75B1}"/>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7C8B11B8-147C-B944-F367-CFADC84F4B12}"/>
              </a:ext>
            </a:extLst>
          </p:cNvPr>
          <p:cNvGraphicFramePr>
            <a:graphicFrameLocks/>
          </p:cNvGraphicFramePr>
          <p:nvPr>
            <p:custDataLst>
              <p:tags r:id="rId1"/>
            </p:custDataLst>
            <p:extLst>
              <p:ext uri="{D42A27DB-BD31-4B8C-83A1-F6EECF244321}">
                <p14:modId xmlns:p14="http://schemas.microsoft.com/office/powerpoint/2010/main" val="31940375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7C8B11B8-147C-B944-F367-CFADC84F4B1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B12EEB87-ABE1-7624-77D6-263EA7A8CBE0}"/>
              </a:ext>
            </a:extLst>
          </p:cNvPr>
          <p:cNvSpPr/>
          <p:nvPr/>
        </p:nvSpPr>
        <p:spPr bwMode="auto">
          <a:xfrm>
            <a:off x="623887" y="1141761"/>
            <a:ext cx="5472113" cy="5311427"/>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33B4E23E-9FFA-D39B-64ED-2F10370464B8}"/>
              </a:ext>
            </a:extLst>
          </p:cNvPr>
          <p:cNvSpPr>
            <a:spLocks noGrp="1"/>
          </p:cNvSpPr>
          <p:nvPr>
            <p:ph type="body" sz="quarter" idx="11"/>
          </p:nvPr>
        </p:nvSpPr>
        <p:spPr>
          <a:xfrm>
            <a:off x="623888" y="300199"/>
            <a:ext cx="10944112" cy="216000"/>
          </a:xfrm>
        </p:spPr>
        <p:txBody>
          <a:bodyPr/>
          <a:lstStyle/>
          <a:p>
            <a:r>
              <a:rPr lang="ja-JP" altLang="en-US" dirty="0"/>
              <a:t>質問作成の利用方法 </a:t>
            </a:r>
            <a:r>
              <a:rPr lang="ja-JP" altLang="ja-JP" dirty="0"/>
              <a:t>(3/3)</a:t>
            </a:r>
            <a:endParaRPr lang="ja-JP" altLang="en-US" dirty="0"/>
          </a:p>
        </p:txBody>
      </p:sp>
      <p:sp>
        <p:nvSpPr>
          <p:cNvPr id="13" name="正方形/長方形 12">
            <a:extLst>
              <a:ext uri="{FF2B5EF4-FFF2-40B4-BE49-F238E27FC236}">
                <a16:creationId xmlns:a16="http://schemas.microsoft.com/office/drawing/2014/main" id="{42B53A37-3E2C-6A87-4137-E177F6642BA2}"/>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53F7C02B-7341-788F-175E-CD8BF6D2364E}"/>
              </a:ext>
            </a:extLst>
          </p:cNvPr>
          <p:cNvSpPr/>
          <p:nvPr/>
        </p:nvSpPr>
        <p:spPr bwMode="auto">
          <a:xfrm>
            <a:off x="646769" y="1032204"/>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17" name="正方形/長方形 16">
            <a:extLst>
              <a:ext uri="{FF2B5EF4-FFF2-40B4-BE49-F238E27FC236}">
                <a16:creationId xmlns:a16="http://schemas.microsoft.com/office/drawing/2014/main" id="{72FFD7C7-95DC-4032-84D6-09BD62B5F3A5}"/>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7" name="図 36">
            <a:extLst>
              <a:ext uri="{FF2B5EF4-FFF2-40B4-BE49-F238E27FC236}">
                <a16:creationId xmlns:a16="http://schemas.microsoft.com/office/drawing/2014/main" id="{44A9C944-3239-A38D-9B5A-6D3181D8BF45}"/>
              </a:ext>
            </a:extLst>
          </p:cNvPr>
          <p:cNvPicPr>
            <a:picLocks noChangeAspect="1"/>
          </p:cNvPicPr>
          <p:nvPr/>
        </p:nvPicPr>
        <p:blipFill>
          <a:blip r:embed="rId9"/>
          <a:stretch>
            <a:fillRect/>
          </a:stretch>
        </p:blipFill>
        <p:spPr>
          <a:xfrm>
            <a:off x="786384" y="1280160"/>
            <a:ext cx="5138928" cy="1997758"/>
          </a:xfrm>
          <a:prstGeom prst="rect">
            <a:avLst/>
          </a:prstGeom>
        </p:spPr>
      </p:pic>
      <p:sp>
        <p:nvSpPr>
          <p:cNvPr id="6" name="正方形/長方形 5">
            <a:extLst>
              <a:ext uri="{FF2B5EF4-FFF2-40B4-BE49-F238E27FC236}">
                <a16:creationId xmlns:a16="http://schemas.microsoft.com/office/drawing/2014/main" id="{793582DE-9DA2-E263-41DB-9AD00DC77552}"/>
              </a:ext>
            </a:extLst>
          </p:cNvPr>
          <p:cNvSpPr/>
          <p:nvPr/>
        </p:nvSpPr>
        <p:spPr bwMode="auto">
          <a:xfrm>
            <a:off x="4518799" y="1558074"/>
            <a:ext cx="1364132" cy="25783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10" name="図 9">
            <a:extLst>
              <a:ext uri="{FF2B5EF4-FFF2-40B4-BE49-F238E27FC236}">
                <a16:creationId xmlns:a16="http://schemas.microsoft.com/office/drawing/2014/main" id="{ABAB0402-B787-E0CE-8B84-6E98F189A28C}"/>
              </a:ext>
            </a:extLst>
          </p:cNvPr>
          <p:cNvPicPr>
            <a:picLocks noChangeAspect="1"/>
          </p:cNvPicPr>
          <p:nvPr/>
        </p:nvPicPr>
        <p:blipFill>
          <a:blip r:embed="rId10"/>
          <a:stretch>
            <a:fillRect/>
          </a:stretch>
        </p:blipFill>
        <p:spPr>
          <a:xfrm>
            <a:off x="786384" y="3611880"/>
            <a:ext cx="5138928" cy="1233342"/>
          </a:xfrm>
          <a:prstGeom prst="rect">
            <a:avLst/>
          </a:prstGeom>
        </p:spPr>
      </p:pic>
      <p:sp>
        <p:nvSpPr>
          <p:cNvPr id="19" name="正方形/長方形 18">
            <a:extLst>
              <a:ext uri="{FF2B5EF4-FFF2-40B4-BE49-F238E27FC236}">
                <a16:creationId xmlns:a16="http://schemas.microsoft.com/office/drawing/2014/main" id="{00927F8F-D281-E899-00F9-66BB07109572}"/>
              </a:ext>
            </a:extLst>
          </p:cNvPr>
          <p:cNvSpPr/>
          <p:nvPr/>
        </p:nvSpPr>
        <p:spPr bwMode="auto">
          <a:xfrm>
            <a:off x="1160653" y="3575748"/>
            <a:ext cx="650392" cy="232854"/>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3" name="正方形/長方形 22">
            <a:extLst>
              <a:ext uri="{FF2B5EF4-FFF2-40B4-BE49-F238E27FC236}">
                <a16:creationId xmlns:a16="http://schemas.microsoft.com/office/drawing/2014/main" id="{1CB04F04-098B-EADF-BF32-A731451A1819}"/>
              </a:ext>
            </a:extLst>
          </p:cNvPr>
          <p:cNvSpPr/>
          <p:nvPr/>
        </p:nvSpPr>
        <p:spPr bwMode="auto">
          <a:xfrm>
            <a:off x="4811433" y="4232389"/>
            <a:ext cx="857377" cy="55760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8" name="四角形: 角を丸くする 27">
            <a:extLst>
              <a:ext uri="{FF2B5EF4-FFF2-40B4-BE49-F238E27FC236}">
                <a16:creationId xmlns:a16="http://schemas.microsoft.com/office/drawing/2014/main" id="{0253E994-32E8-E647-02A0-C94F3D1C721A}"/>
              </a:ext>
            </a:extLst>
          </p:cNvPr>
          <p:cNvSpPr/>
          <p:nvPr/>
        </p:nvSpPr>
        <p:spPr bwMode="auto">
          <a:xfrm>
            <a:off x="6693408" y="4466844"/>
            <a:ext cx="4462272" cy="1046988"/>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「削除を確定」できるのは承認できる立場(権限表で「閲覧・編集＆承認」の事業部・BX推進室・管理者)のみです。閲覧・編集のみの立場は削除予定への追加までとなります</a:t>
            </a:r>
          </a:p>
        </p:txBody>
      </p:sp>
      <p:sp>
        <p:nvSpPr>
          <p:cNvPr id="3" name="四角形: 角を丸くする 2">
            <a:extLst>
              <a:ext uri="{FF2B5EF4-FFF2-40B4-BE49-F238E27FC236}">
                <a16:creationId xmlns:a16="http://schemas.microsoft.com/office/drawing/2014/main" id="{672ABB16-6B9F-694F-2EFE-9D5BF17DE3DF}"/>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1-6</a:t>
            </a:r>
            <a:endParaRPr lang="ja-JP" altLang="en-US" sz="1100" b="1" dirty="0">
              <a:solidFill>
                <a:schemeClr val="bg1"/>
              </a:solidFill>
              <a:latin typeface="+mn-ea"/>
            </a:endParaRPr>
          </a:p>
        </p:txBody>
      </p:sp>
      <p:sp>
        <p:nvSpPr>
          <p:cNvPr id="5" name="四角形: 角を丸くする 4">
            <a:extLst>
              <a:ext uri="{FF2B5EF4-FFF2-40B4-BE49-F238E27FC236}">
                <a16:creationId xmlns:a16="http://schemas.microsoft.com/office/drawing/2014/main" id="{410149C0-D563-E0C4-E9F6-B3EDB233B5FD}"/>
              </a:ext>
            </a:extLst>
          </p:cNvPr>
          <p:cNvSpPr/>
          <p:nvPr/>
        </p:nvSpPr>
        <p:spPr bwMode="auto">
          <a:xfrm>
            <a:off x="6373368" y="299008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1-7</a:t>
            </a:r>
            <a:endParaRPr lang="ja-JP" altLang="en-US" sz="1100" b="1" dirty="0">
              <a:solidFill>
                <a:schemeClr val="bg1"/>
              </a:solidFill>
              <a:latin typeface="+mn-ea"/>
            </a:endParaRPr>
          </a:p>
        </p:txBody>
      </p:sp>
      <p:sp>
        <p:nvSpPr>
          <p:cNvPr id="2" name="四角形: 角を丸くする 1">
            <a:extLst>
              <a:ext uri="{FF2B5EF4-FFF2-40B4-BE49-F238E27FC236}">
                <a16:creationId xmlns:a16="http://schemas.microsoft.com/office/drawing/2014/main" id="{9098E1B5-8F0F-E8B4-B4B2-1186BC43EDE2}"/>
              </a:ext>
            </a:extLst>
          </p:cNvPr>
          <p:cNvSpPr/>
          <p:nvPr/>
        </p:nvSpPr>
        <p:spPr bwMode="auto">
          <a:xfrm>
            <a:off x="5498884" y="185248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1-6</a:t>
            </a:r>
            <a:endParaRPr lang="ja-JP" altLang="en-US" sz="1100" b="1" dirty="0">
              <a:solidFill>
                <a:schemeClr val="bg1"/>
              </a:solidFill>
              <a:latin typeface="+mn-ea"/>
            </a:endParaRPr>
          </a:p>
        </p:txBody>
      </p:sp>
      <p:sp>
        <p:nvSpPr>
          <p:cNvPr id="4" name="四角形: 角を丸くする 3">
            <a:extLst>
              <a:ext uri="{FF2B5EF4-FFF2-40B4-BE49-F238E27FC236}">
                <a16:creationId xmlns:a16="http://schemas.microsoft.com/office/drawing/2014/main" id="{BDF80F5D-350D-630C-87F1-92AA2E4C4A5A}"/>
              </a:ext>
            </a:extLst>
          </p:cNvPr>
          <p:cNvSpPr/>
          <p:nvPr/>
        </p:nvSpPr>
        <p:spPr bwMode="auto">
          <a:xfrm>
            <a:off x="1856765" y="35757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1-7</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E34E5404-86E0-B8FF-402F-EE715674295D}"/>
              </a:ext>
            </a:extLst>
          </p:cNvPr>
          <p:cNvSpPr/>
          <p:nvPr/>
        </p:nvSpPr>
        <p:spPr bwMode="auto">
          <a:xfrm>
            <a:off x="6693408" y="2208276"/>
            <a:ext cx="4462272" cy="672084"/>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本操作の時点で選択された質問が削除されるわけではないため注意</a:t>
            </a:r>
          </a:p>
        </p:txBody>
      </p:sp>
      <p:sp>
        <p:nvSpPr>
          <p:cNvPr id="55" name="正方形/長方形 12 c55">
            <a:extLst>
              <a:ext uri="{FF2B5EF4-FFF2-40B4-BE49-F238E27FC236}">
                <a16:creationId xmlns:a16="http://schemas.microsoft.com/office/drawing/2014/main" id="{8C15649E-2D53-4C77-B7D5-34CA452BFB49}"/>
              </a:ext>
            </a:extLst>
          </p:cNvPr>
          <p:cNvSpPr/>
          <p:nvPr/>
        </p:nvSpPr>
        <p:spPr bwMode="auto">
          <a:xfrm>
            <a:off x="6352406" y="1280160"/>
            <a:ext cx="5220000"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質問一覧から質問を削除したい場合</a:t>
            </a:r>
            <a:br>
              <a:rPr lang="ja-JP" altLang="ja-JP" sz="1200" b="1">
                <a:latin typeface="+mn-ea"/>
              </a:rPr>
            </a:br>
            <a:r>
              <a:rPr lang="ja-JP" altLang="en-US" sz="1200" b="1">
                <a:latin typeface="+mn-ea"/>
              </a:rPr>
              <a:t>質問一覧から、削除したい質問をチェック</a:t>
            </a:r>
            <a:br>
              <a:rPr lang="ja-JP" altLang="ja-JP" sz="1200" b="1">
                <a:latin typeface="+mn-ea"/>
              </a:rPr>
            </a:br>
            <a:r>
              <a:rPr lang="ja-JP" altLang="en-US" sz="1200" b="1">
                <a:latin typeface="+mn-ea"/>
              </a:rPr>
              <a:t>「選択した質問を削除予定に追加」を選択すると、</a:t>
            </a:r>
            <a:br>
              <a:rPr lang="ja-JP" altLang="ja-JP" sz="1200" b="1">
                <a:latin typeface="+mn-ea"/>
              </a:rPr>
            </a:br>
            <a:r>
              <a:rPr lang="ja-JP" altLang="en-US" sz="1200" b="1">
                <a:latin typeface="+mn-ea"/>
              </a:rPr>
              <a:t>削除予定一覧に質問が移動(状態は「上司確認待ち」)</a:t>
            </a:r>
            <a:endParaRPr lang="ja-JP" altLang="ja-JP" sz="1200" b="1">
              <a:latin typeface="+mn-ea"/>
            </a:endParaRPr>
          </a:p>
        </p:txBody>
      </p:sp>
      <p:sp>
        <p:nvSpPr>
          <p:cNvPr id="56" name="正方形/長方形 12 c56">
            <a:extLst>
              <a:ext uri="{FF2B5EF4-FFF2-40B4-BE49-F238E27FC236}">
                <a16:creationId xmlns:a16="http://schemas.microsoft.com/office/drawing/2014/main" id="{30136776-730E-4413-8A38-666A25D3B800}"/>
              </a:ext>
            </a:extLst>
          </p:cNvPr>
          <p:cNvSpPr/>
          <p:nvPr/>
        </p:nvSpPr>
        <p:spPr bwMode="auto">
          <a:xfrm>
            <a:off x="6352406" y="2971800"/>
            <a:ext cx="5220000" cy="13487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削除予定一覧から質問削除を確定する場合</a:t>
            </a:r>
            <a:br>
              <a:rPr lang="ja-JP" altLang="ja-JP" sz="1200" b="1">
                <a:latin typeface="+mn-ea"/>
              </a:rPr>
            </a:br>
            <a:r>
              <a:rPr lang="ja-JP" altLang="en-US" sz="1200" b="1">
                <a:latin typeface="+mn-ea"/>
              </a:rPr>
              <a:t>質問一覧のタブの隣にある「削除予定一覧」を選択</a:t>
            </a:r>
            <a:br>
              <a:rPr lang="ja-JP" altLang="ja-JP" sz="1200" b="1">
                <a:latin typeface="+mn-ea"/>
              </a:rPr>
            </a:br>
            <a:r>
              <a:rPr lang="ja-JP" altLang="en-US" sz="1200" b="1">
                <a:latin typeface="+mn-ea"/>
              </a:rPr>
              <a:t>削除予定の質問一覧が表示</a:t>
            </a:r>
            <a:br>
              <a:rPr lang="ja-JP" altLang="ja-JP" sz="1200" b="1">
                <a:latin typeface="+mn-ea"/>
              </a:rPr>
            </a:br>
            <a:r>
              <a:rPr lang="ja-JP" altLang="en-US" sz="1200" b="1">
                <a:latin typeface="+mn-ea"/>
              </a:rPr>
              <a:t/>
            </a:r>
            <a:br>
              <a:rPr lang="ja-JP" altLang="ja-JP" sz="1200" b="1">
                <a:latin typeface="+mn-ea"/>
              </a:rPr>
            </a:br>
            <a:r>
              <a:rPr lang="ja-JP" altLang="en-US" sz="1200" b="1">
                <a:latin typeface="+mn-ea"/>
              </a:rPr>
              <a:t>削除予定一覧の表より</a:t>
            </a:r>
            <a:br>
              <a:rPr lang="ja-JP" altLang="ja-JP" sz="1200" b="1">
                <a:latin typeface="+mn-ea"/>
              </a:rPr>
            </a:br>
            <a:r>
              <a:rPr lang="ja-JP" altLang="en-US" sz="1200" b="1">
                <a:latin typeface="+mn-ea"/>
              </a:rPr>
              <a:t>「削除を確定」→ 選択された質問が削除される(元に戻せない)</a:t>
            </a:r>
            <a:br>
              <a:rPr lang="ja-JP" altLang="ja-JP" sz="1200" b="1">
                <a:latin typeface="+mn-ea"/>
              </a:rPr>
            </a:br>
            <a:r>
              <a:rPr lang="ja-JP" altLang="en-US" sz="1200" b="1">
                <a:latin typeface="+mn-ea"/>
              </a:rPr>
              <a:t>「一覧に戻す」→ 一覧に再掲される</a:t>
            </a:r>
            <a:endParaRPr lang="ja-JP" altLang="ja-JP" sz="1200" b="1">
              <a:latin typeface="+mn-ea"/>
            </a:endParaRPr>
          </a:p>
        </p:txBody>
      </p:sp>
    </p:spTree>
    <p:extLst>
      <p:ext uri="{BB962C8B-B14F-4D97-AF65-F5344CB8AC3E}">
        <p14:creationId xmlns:p14="http://schemas.microsoft.com/office/powerpoint/2010/main" val="3136610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8BA7C-5F7A-4ACA-77C2-F063D612B1A5}"/>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5C3CAD58-2C62-2D61-9840-E8464DF994A5}"/>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5C3CAD58-2C62-2D61-9840-E8464DF994A5}"/>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6AAF7E81-55B7-C725-C7D0-4AB41E1A7FE0}"/>
              </a:ext>
            </a:extLst>
          </p:cNvPr>
          <p:cNvSpPr/>
          <p:nvPr/>
        </p:nvSpPr>
        <p:spPr bwMode="auto">
          <a:xfrm>
            <a:off x="623887" y="2642282"/>
            <a:ext cx="5466201"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E1CDFC9E-4C48-089B-AA22-F35FC3C8E412}"/>
              </a:ext>
            </a:extLst>
          </p:cNvPr>
          <p:cNvSpPr/>
          <p:nvPr/>
        </p:nvSpPr>
        <p:spPr bwMode="auto">
          <a:xfrm>
            <a:off x="623887" y="1126710"/>
            <a:ext cx="5466201"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EEAC1B51-8F51-0626-F4AF-A89460C3501C}"/>
              </a:ext>
            </a:extLst>
          </p:cNvPr>
          <p:cNvSpPr>
            <a:spLocks noGrp="1"/>
          </p:cNvSpPr>
          <p:nvPr>
            <p:ph type="body" sz="quarter" idx="11"/>
          </p:nvPr>
        </p:nvSpPr>
        <p:spPr>
          <a:xfrm>
            <a:off x="623888" y="300199"/>
            <a:ext cx="10944112" cy="216000"/>
          </a:xfrm>
        </p:spPr>
        <p:txBody>
          <a:bodyPr/>
          <a:lstStyle/>
          <a:p>
            <a:r>
              <a:rPr lang="ja-JP" altLang="en-US" dirty="0"/>
              <a:t>回答作成の利用方法 </a:t>
            </a:r>
            <a:r>
              <a:rPr lang="ja-JP" altLang="ja-JP" dirty="0"/>
              <a:t>(1/2)</a:t>
            </a:r>
            <a:endParaRPr lang="ja-JP" altLang="en-US" dirty="0"/>
          </a:p>
        </p:txBody>
      </p:sp>
      <p:sp>
        <p:nvSpPr>
          <p:cNvPr id="13" name="正方形/長方形 12">
            <a:extLst>
              <a:ext uri="{FF2B5EF4-FFF2-40B4-BE49-F238E27FC236}">
                <a16:creationId xmlns:a16="http://schemas.microsoft.com/office/drawing/2014/main" id="{BEE57F8E-6222-2E29-311D-62AB9BB81D3F}"/>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321127BC-9B90-D759-DBDD-484B17710F01}"/>
              </a:ext>
            </a:extLst>
          </p:cNvPr>
          <p:cNvSpPr/>
          <p:nvPr/>
        </p:nvSpPr>
        <p:spPr bwMode="auto">
          <a:xfrm>
            <a:off x="646769"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85D009D0-6DD6-54FB-7D61-274D36D1F6FF}"/>
              </a:ext>
            </a:extLst>
          </p:cNvPr>
          <p:cNvSpPr/>
          <p:nvPr/>
        </p:nvSpPr>
        <p:spPr bwMode="auto">
          <a:xfrm>
            <a:off x="700558"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2F4E8D48-5C0B-90F7-A6C4-7AF7A9C60618}"/>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80400D8F-F218-0FE2-047D-596556B3CA8A}"/>
              </a:ext>
            </a:extLst>
          </p:cNvPr>
          <p:cNvPicPr>
            <a:picLocks noChangeAspect="1"/>
          </p:cNvPicPr>
          <p:nvPr/>
        </p:nvPicPr>
        <p:blipFill>
          <a:blip r:embed="rId10"/>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38450BF8-A54D-975C-D1A3-BED6838D3BF0}"/>
              </a:ext>
            </a:extLst>
          </p:cNvPr>
          <p:cNvSpPr/>
          <p:nvPr/>
        </p:nvSpPr>
        <p:spPr bwMode="auto">
          <a:xfrm>
            <a:off x="3559708" y="2237943"/>
            <a:ext cx="778307" cy="54684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F543FA19-8A3B-E116-0760-1D680C22986C}"/>
              </a:ext>
            </a:extLst>
          </p:cNvPr>
          <p:cNvPicPr>
            <a:picLocks noChangeAspect="1"/>
          </p:cNvPicPr>
          <p:nvPr/>
        </p:nvPicPr>
        <p:blipFill>
          <a:blip r:embed="rId9"/>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FDA20C33-675A-AEA4-136E-CC55929768F6}"/>
              </a:ext>
            </a:extLst>
          </p:cNvPr>
          <p:cNvSpPr/>
          <p:nvPr/>
        </p:nvSpPr>
        <p:spPr bwMode="auto">
          <a:xfrm>
            <a:off x="1010542" y="1550299"/>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42" name="直線コネクタ 41">
            <a:extLst>
              <a:ext uri="{FF2B5EF4-FFF2-40B4-BE49-F238E27FC236}">
                <a16:creationId xmlns:a16="http://schemas.microsoft.com/office/drawing/2014/main" id="{F19F7DE1-628E-FADC-0DC0-52E0F37EC6F1}"/>
              </a:ext>
            </a:extLst>
          </p:cNvPr>
          <p:cNvCxnSpPr>
            <a:cxnSpLocks/>
            <a:stCxn id="33" idx="3"/>
          </p:cNvCxnSpPr>
          <p:nvPr/>
        </p:nvCxnSpPr>
        <p:spPr>
          <a:xfrm>
            <a:off x="1697275" y="1601804"/>
            <a:ext cx="387556" cy="15384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3F4A1F69-CB59-1BD5-3BD9-BA0B4A1BB22B}"/>
              </a:ext>
            </a:extLst>
          </p:cNvPr>
          <p:cNvCxnSpPr>
            <a:cxnSpLocks/>
            <a:stCxn id="14" idx="1"/>
          </p:cNvCxnSpPr>
          <p:nvPr/>
        </p:nvCxnSpPr>
        <p:spPr>
          <a:xfrm>
            <a:off x="2468879" y="1755648"/>
            <a:ext cx="1090829" cy="75571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63" name="表 62">
            <a:extLst>
              <a:ext uri="{FF2B5EF4-FFF2-40B4-BE49-F238E27FC236}">
                <a16:creationId xmlns:a16="http://schemas.microsoft.com/office/drawing/2014/main" id="{3E72D7C0-F91E-4B65-023B-CF1A6EA91D59}"/>
              </a:ext>
            </a:extLst>
          </p:cNvPr>
          <p:cNvGraphicFramePr>
            <a:graphicFrameLocks noGrp="1"/>
          </p:cNvGraphicFramePr>
          <p:nvPr>
            <p:extLst>
              <p:ext uri="{D42A27DB-BD31-4B8C-83A1-F6EECF244321}">
                <p14:modId xmlns:p14="http://schemas.microsoft.com/office/powerpoint/2010/main" val="1133043144"/>
              </p:ext>
            </p:extLst>
          </p:nvPr>
        </p:nvGraphicFramePr>
        <p:xfrm>
          <a:off x="6693408" y="3886199"/>
          <a:ext cx="4617720" cy="1305332"/>
        </p:xfrm>
        <a:graphic>
          <a:graphicData uri="http://schemas.openxmlformats.org/drawingml/2006/table">
            <a:tbl>
              <a:tblPr firstRow="1" bandRow="1">
                <a:tableStyleId>{21E4AEA4-8DFA-4A89-87EB-49C32662AFE0}</a:tableStyleId>
              </a:tblPr>
              <a:tblGrid>
                <a:gridCol w="1325880">
                  <a:extLst>
                    <a:ext uri="{9D8B030D-6E8A-4147-A177-3AD203B41FA5}">
                      <a16:colId xmlns:a16="http://schemas.microsoft.com/office/drawing/2014/main" val="3309756768"/>
                    </a:ext>
                  </a:extLst>
                </a:gridCol>
                <a:gridCol w="3291840">
                  <a:extLst>
                    <a:ext uri="{9D8B030D-6E8A-4147-A177-3AD203B41FA5}">
                      <a16:colId xmlns:a16="http://schemas.microsoft.com/office/drawing/2014/main" val="2736220435"/>
                    </a:ext>
                  </a:extLst>
                </a:gridCol>
              </a:tblGrid>
              <a:tr h="135566">
                <a:tc>
                  <a:txBody>
                    <a:bodyPr/>
                    <a:lstStyle/>
                    <a:p>
                      <a:pPr algn="l"/>
                      <a:r>
                        <a:rPr kumimoji="1" lang="ja-JP" altLang="en-US" sz="900" dirty="0"/>
                        <a:t>状態</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kumimoji="1" lang="ja-JP" altLang="en-US" sz="900" dirty="0"/>
                        <a:t>定義</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169135">
                <a:tc>
                  <a:txBody>
                    <a:bodyPr/>
                    <a:lstStyle/>
                    <a:p>
                      <a:pPr algn="l"/>
                      <a:r>
                        <a:rPr kumimoji="1" lang="ja-JP" altLang="en-US" sz="900" dirty="0"/>
                        <a:t>未回答</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dirty="0"/>
                        <a:t>まだ質問に回答が記載されていない状態</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169135">
                <a:tc>
                  <a:txBody>
                    <a:bodyPr/>
                    <a:lstStyle/>
                    <a:p>
                      <a:pPr algn="l"/>
                      <a:r>
                        <a:rPr kumimoji="1" lang="ja-JP" altLang="en-US" sz="900" dirty="0"/>
                        <a:t>昨年回答反映済み</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dirty="0"/>
                        <a:t>昨年の回答が反映されていて、更新されていない状態</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1111138"/>
                  </a:ext>
                </a:extLst>
              </a:tr>
              <a:tr h="169135">
                <a:tc>
                  <a:txBody>
                    <a:bodyPr/>
                    <a:lstStyle/>
                    <a:p>
                      <a:pPr algn="l"/>
                      <a:r>
                        <a:rPr kumimoji="1" lang="ja-JP" altLang="en-US" sz="900" dirty="0"/>
                        <a:t>今年修正済み</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dirty="0"/>
                        <a:t>今年、回答もしくは参考情報が更新された状態</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169135">
                <a:tc>
                  <a:txBody>
                    <a:bodyPr/>
                    <a:lstStyle/>
                    <a:p>
                      <a:pPr algn="l"/>
                      <a:r>
                        <a:rPr kumimoji="1" lang="ja-JP" altLang="en-US" sz="900" dirty="0"/>
                        <a:t>統合済み</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dirty="0"/>
                        <a:t>ユーザーが確認し、「点検・承認」へとステップを進めている状態</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r h="169135">
                <a:tc>
                  <a:txBody>
                    <a:bodyPr/>
                    <a:lstStyle/>
                    <a:p>
                      <a:pPr algn="l"/>
                      <a:r>
                        <a:rPr kumimoji="1" lang="ja-JP" altLang="en-US" sz="900" dirty="0"/>
                        <a:t>更新必須</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900" dirty="0"/>
                        <a:t>年度・時期の記載がある回答であり、更新が必要な状態(🔔の札)</a:t>
                      </a:r>
                    </a:p>
                  </a:txBody>
                  <a:tcPr marL="49108" marR="49108" marT="24658" marB="2465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bl>
          </a:graphicData>
        </a:graphic>
      </p:graphicFrame>
      <p:sp>
        <p:nvSpPr>
          <p:cNvPr id="19" name="四角形: 角を丸くする 18">
            <a:extLst>
              <a:ext uri="{FF2B5EF4-FFF2-40B4-BE49-F238E27FC236}">
                <a16:creationId xmlns:a16="http://schemas.microsoft.com/office/drawing/2014/main" id="{8FF4F0A3-2294-E783-F75B-21276C51698A}"/>
              </a:ext>
            </a:extLst>
          </p:cNvPr>
          <p:cNvSpPr/>
          <p:nvPr/>
        </p:nvSpPr>
        <p:spPr bwMode="auto">
          <a:xfrm>
            <a:off x="6693408" y="1824228"/>
            <a:ext cx="4462272" cy="859536"/>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回答は、人がメンテナンスを行う前提(AIは下書きを作成するのみ)質問を入力した担当者が、回答の最終化を想定</a:t>
            </a:r>
          </a:p>
        </p:txBody>
      </p:sp>
      <p:pic>
        <p:nvPicPr>
          <p:cNvPr id="10" name="図 9">
            <a:extLst>
              <a:ext uri="{FF2B5EF4-FFF2-40B4-BE49-F238E27FC236}">
                <a16:creationId xmlns:a16="http://schemas.microsoft.com/office/drawing/2014/main" id="{D2E47AA6-9284-2DB2-8CC7-851D77ADCCA8}"/>
              </a:ext>
            </a:extLst>
          </p:cNvPr>
          <p:cNvPicPr>
            <a:picLocks noChangeAspect="1"/>
          </p:cNvPicPr>
          <p:nvPr/>
        </p:nvPicPr>
        <p:blipFill>
          <a:blip r:embed="rId11"/>
          <a:stretch>
            <a:fillRect/>
          </a:stretch>
        </p:blipFill>
        <p:spPr>
          <a:xfrm>
            <a:off x="786384" y="2816352"/>
            <a:ext cx="5138928" cy="2033088"/>
          </a:xfrm>
          <a:prstGeom prst="rect">
            <a:avLst/>
          </a:prstGeom>
        </p:spPr>
      </p:pic>
      <p:sp>
        <p:nvSpPr>
          <p:cNvPr id="22" name="正方形/長方形 21">
            <a:extLst>
              <a:ext uri="{FF2B5EF4-FFF2-40B4-BE49-F238E27FC236}">
                <a16:creationId xmlns:a16="http://schemas.microsoft.com/office/drawing/2014/main" id="{94D53E34-589D-6BE6-350F-447EED8315AB}"/>
              </a:ext>
            </a:extLst>
          </p:cNvPr>
          <p:cNvSpPr/>
          <p:nvPr/>
        </p:nvSpPr>
        <p:spPr bwMode="auto">
          <a:xfrm>
            <a:off x="4287278" y="3387344"/>
            <a:ext cx="892175" cy="2105533"/>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8" name="正方形/長方形 27">
            <a:extLst>
              <a:ext uri="{FF2B5EF4-FFF2-40B4-BE49-F238E27FC236}">
                <a16:creationId xmlns:a16="http://schemas.microsoft.com/office/drawing/2014/main" id="{0823C793-4EBA-1C50-675F-8FC971FF5CCC}"/>
              </a:ext>
            </a:extLst>
          </p:cNvPr>
          <p:cNvSpPr/>
          <p:nvPr/>
        </p:nvSpPr>
        <p:spPr bwMode="auto">
          <a:xfrm>
            <a:off x="777240" y="2835757"/>
            <a:ext cx="5178628" cy="21456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6" name="四角形: 角を丸くする 5">
            <a:extLst>
              <a:ext uri="{FF2B5EF4-FFF2-40B4-BE49-F238E27FC236}">
                <a16:creationId xmlns:a16="http://schemas.microsoft.com/office/drawing/2014/main" id="{7121A2B4-CC95-F749-56A6-554DB3DCDE4A}"/>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2-1</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BF25CE8F-F8B4-975C-2E0F-EFBE75FC0F33}"/>
              </a:ext>
            </a:extLst>
          </p:cNvPr>
          <p:cNvSpPr/>
          <p:nvPr/>
        </p:nvSpPr>
        <p:spPr bwMode="auto">
          <a:xfrm>
            <a:off x="6373368" y="2793491"/>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2-2</a:t>
            </a:r>
          </a:p>
        </p:txBody>
      </p:sp>
      <p:sp>
        <p:nvSpPr>
          <p:cNvPr id="20" name="四角形: 角を丸くする 19">
            <a:extLst>
              <a:ext uri="{FF2B5EF4-FFF2-40B4-BE49-F238E27FC236}">
                <a16:creationId xmlns:a16="http://schemas.microsoft.com/office/drawing/2014/main" id="{5B40D4EA-4CBA-C293-5299-D0396E0A5614}"/>
              </a:ext>
            </a:extLst>
          </p:cNvPr>
          <p:cNvSpPr/>
          <p:nvPr/>
        </p:nvSpPr>
        <p:spPr bwMode="auto">
          <a:xfrm>
            <a:off x="6373368" y="5559551"/>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2-3</a:t>
            </a:r>
            <a:endParaRPr lang="ja-JP" altLang="en-US" sz="1100" b="1" dirty="0">
              <a:solidFill>
                <a:schemeClr val="bg1"/>
              </a:solidFill>
              <a:latin typeface="+mn-ea"/>
            </a:endParaRPr>
          </a:p>
        </p:txBody>
      </p:sp>
      <p:sp>
        <p:nvSpPr>
          <p:cNvPr id="12" name="四角形: 角を丸くする 11">
            <a:extLst>
              <a:ext uri="{FF2B5EF4-FFF2-40B4-BE49-F238E27FC236}">
                <a16:creationId xmlns:a16="http://schemas.microsoft.com/office/drawing/2014/main" id="{A256D1E9-5157-AEB5-430A-2C100CE495CC}"/>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2-1</a:t>
            </a:r>
            <a:endParaRPr lang="ja-JP" altLang="en-US" sz="1100" b="1" dirty="0">
              <a:solidFill>
                <a:schemeClr val="bg1"/>
              </a:solidFill>
              <a:latin typeface="+mn-ea"/>
            </a:endParaRPr>
          </a:p>
        </p:txBody>
      </p:sp>
      <p:sp>
        <p:nvSpPr>
          <p:cNvPr id="16" name="四角形: 角を丸くする 15">
            <a:extLst>
              <a:ext uri="{FF2B5EF4-FFF2-40B4-BE49-F238E27FC236}">
                <a16:creationId xmlns:a16="http://schemas.microsoft.com/office/drawing/2014/main" id="{90E820AD-FD29-02E2-2B5B-EFFE2701A297}"/>
              </a:ext>
            </a:extLst>
          </p:cNvPr>
          <p:cNvSpPr/>
          <p:nvPr/>
        </p:nvSpPr>
        <p:spPr bwMode="auto">
          <a:xfrm>
            <a:off x="4287278" y="316788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2-2</a:t>
            </a:r>
          </a:p>
        </p:txBody>
      </p:sp>
      <p:sp>
        <p:nvSpPr>
          <p:cNvPr id="21" name="四角形: 角を丸くする 20">
            <a:extLst>
              <a:ext uri="{FF2B5EF4-FFF2-40B4-BE49-F238E27FC236}">
                <a16:creationId xmlns:a16="http://schemas.microsoft.com/office/drawing/2014/main" id="{62947F74-997F-BA4A-09C7-F5D78882E027}"/>
              </a:ext>
            </a:extLst>
          </p:cNvPr>
          <p:cNvSpPr/>
          <p:nvPr/>
        </p:nvSpPr>
        <p:spPr bwMode="auto">
          <a:xfrm>
            <a:off x="758952" y="306861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2-3</a:t>
            </a:r>
            <a:endParaRPr lang="ja-JP" altLang="en-US" sz="1100" b="1" dirty="0">
              <a:solidFill>
                <a:schemeClr val="bg1"/>
              </a:solidFill>
              <a:latin typeface="+mn-ea"/>
            </a:endParaRPr>
          </a:p>
        </p:txBody>
      </p:sp>
      <p:sp>
        <p:nvSpPr>
          <p:cNvPr id="64" name="正方形/長方形 12 c64">
            <a:extLst>
              <a:ext uri="{FF2B5EF4-FFF2-40B4-BE49-F238E27FC236}">
                <a16:creationId xmlns:a16="http://schemas.microsoft.com/office/drawing/2014/main" id="{6EA61A23-73F0-43C4-AC26-BEA0AE715C75}"/>
              </a:ext>
            </a:extLst>
          </p:cNvPr>
          <p:cNvSpPr/>
          <p:nvPr/>
        </p:nvSpPr>
        <p:spPr bwMode="auto">
          <a:xfrm>
            <a:off x="6352406" y="1280160"/>
            <a:ext cx="5220000"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ホーム画面左下から2番目もしくは</a:t>
            </a:r>
            <a:br>
              <a:rPr lang="ja-JP" altLang="ja-JP" sz="1200" b="1">
                <a:latin typeface="+mn-ea"/>
              </a:rPr>
            </a:br>
            <a:r>
              <a:rPr lang="ja-JP" altLang="en-US" sz="1200" b="1">
                <a:latin typeface="+mn-ea"/>
              </a:rPr>
              <a:t>ナビゲーションの「回答作成」をクリック</a:t>
            </a:r>
            <a:endParaRPr lang="ja-JP" altLang="ja-JP" sz="1200" b="1">
              <a:latin typeface="+mn-ea"/>
            </a:endParaRPr>
          </a:p>
        </p:txBody>
      </p:sp>
      <p:sp>
        <p:nvSpPr>
          <p:cNvPr id="65" name="正方形/長方形 12 c65">
            <a:extLst>
              <a:ext uri="{FF2B5EF4-FFF2-40B4-BE49-F238E27FC236}">
                <a16:creationId xmlns:a16="http://schemas.microsoft.com/office/drawing/2014/main" id="{AC4D3FAD-6848-4FDB-8BFA-FCEE72D6EF50}"/>
              </a:ext>
            </a:extLst>
          </p:cNvPr>
          <p:cNvSpPr/>
          <p:nvPr/>
        </p:nvSpPr>
        <p:spPr bwMode="auto">
          <a:xfrm>
            <a:off x="6352406" y="2775203"/>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総会QAアプリ登録質問の回答状況確認</a:t>
            </a:r>
            <a:br>
              <a:rPr lang="ja-JP" altLang="ja-JP" sz="1200" b="1">
                <a:latin typeface="+mn-ea"/>
              </a:rPr>
            </a:br>
            <a:r>
              <a:rPr lang="ja-JP" altLang="en-US" sz="1200" b="1">
                <a:latin typeface="+mn-ea"/>
              </a:rPr>
              <a:t>登録された質問の状態を確認。状態は以下5つに自動分類</a:t>
            </a:r>
            <a:br>
              <a:rPr lang="ja-JP" altLang="ja-JP" sz="1200" b="1">
                <a:latin typeface="+mn-ea"/>
              </a:rPr>
            </a:br>
            <a:r>
              <a:rPr lang="ja-JP" altLang="en-US" sz="1200" b="1">
                <a:latin typeface="+mn-ea"/>
              </a:rPr>
              <a:t>「分類・年度点検」列には5分類と「年度記載あり」の札、</a:t>
            </a:r>
            <a:br>
              <a:rPr lang="ja-JP" altLang="ja-JP" sz="1200" b="1">
                <a:latin typeface="+mn-ea"/>
              </a:rPr>
            </a:br>
            <a:r>
              <a:rPr lang="ja-JP" altLang="en-US" sz="1200" b="1">
                <a:latin typeface="+mn-ea"/>
              </a:rPr>
              <a:t>「状態」列には作業ステータス(編集中(誰)／</a:t>
            </a:r>
            <a:br>
              <a:rPr lang="ja-JP" altLang="ja-JP" sz="1200" b="1">
                <a:latin typeface="+mn-ea"/>
              </a:rPr>
            </a:br>
            <a:r>
              <a:rPr lang="ja-JP" altLang="en-US" sz="1200" b="1">
                <a:latin typeface="+mn-ea"/>
              </a:rPr>
              <a:t>確定(誰・時刻))も表示</a:t>
            </a:r>
            <a:endParaRPr lang="ja-JP" altLang="ja-JP" sz="1200" b="1">
              <a:latin typeface="+mn-ea"/>
            </a:endParaRPr>
          </a:p>
        </p:txBody>
      </p:sp>
      <p:sp>
        <p:nvSpPr>
          <p:cNvPr id="66" name="正方形/長方形 12 c66">
            <a:extLst>
              <a:ext uri="{FF2B5EF4-FFF2-40B4-BE49-F238E27FC236}">
                <a16:creationId xmlns:a16="http://schemas.microsoft.com/office/drawing/2014/main" id="{2254D617-589F-4F28-8602-B27541FE1784}"/>
              </a:ext>
            </a:extLst>
          </p:cNvPr>
          <p:cNvSpPr/>
          <p:nvPr/>
        </p:nvSpPr>
        <p:spPr bwMode="auto">
          <a:xfrm>
            <a:off x="6352406" y="5541264"/>
            <a:ext cx="5220000"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質問検索及び絞り込み</a:t>
            </a:r>
            <a:br>
              <a:rPr lang="ja-JP" altLang="ja-JP" sz="1200" b="1">
                <a:latin typeface="+mn-ea"/>
              </a:rPr>
            </a:br>
            <a:r>
              <a:rPr lang="ja-JP" altLang="en-US" sz="1200" b="1">
                <a:latin typeface="+mn-ea"/>
              </a:rPr>
              <a:t>事業部(会社/事業部)・質問の検索・状態・分類で、</a:t>
            </a:r>
            <a:br>
              <a:rPr lang="ja-JP" altLang="ja-JP" sz="1200" b="1">
                <a:latin typeface="+mn-ea"/>
              </a:rPr>
            </a:br>
            <a:r>
              <a:rPr lang="ja-JP" altLang="en-US" sz="1200" b="1">
                <a:latin typeface="+mn-ea"/>
              </a:rPr>
              <a:t>対応が必要な質問を絞り込み(未回答が先に並ぶ)</a:t>
            </a:r>
            <a:endParaRPr lang="ja-JP" altLang="ja-JP" sz="1200" b="1">
              <a:latin typeface="+mn-ea"/>
            </a:endParaRPr>
          </a:p>
        </p:txBody>
      </p:sp>
    </p:spTree>
    <p:extLst>
      <p:ext uri="{BB962C8B-B14F-4D97-AF65-F5344CB8AC3E}">
        <p14:creationId xmlns:p14="http://schemas.microsoft.com/office/powerpoint/2010/main" val="2205569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3489D-B2BA-8171-B42A-321AB96DF765}"/>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27A7F20E-AF7C-857A-CDF6-91C9BD68B23A}"/>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27A7F20E-AF7C-857A-CDF6-91C9BD68B23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9B7DA1A6-B8FC-DA3D-F9E8-75AAED8BB2BB}"/>
              </a:ext>
            </a:extLst>
          </p:cNvPr>
          <p:cNvSpPr/>
          <p:nvPr/>
        </p:nvSpPr>
        <p:spPr bwMode="auto">
          <a:xfrm>
            <a:off x="623888" y="1143925"/>
            <a:ext cx="5470262" cy="5309263"/>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18D44832-08FE-B73A-5535-BD7AEF49D7CE}"/>
              </a:ext>
            </a:extLst>
          </p:cNvPr>
          <p:cNvSpPr>
            <a:spLocks noGrp="1"/>
          </p:cNvSpPr>
          <p:nvPr>
            <p:ph type="body" sz="quarter" idx="11"/>
          </p:nvPr>
        </p:nvSpPr>
        <p:spPr>
          <a:xfrm>
            <a:off x="623888" y="300199"/>
            <a:ext cx="10944112" cy="216000"/>
          </a:xfrm>
        </p:spPr>
        <p:txBody>
          <a:bodyPr/>
          <a:lstStyle/>
          <a:p>
            <a:r>
              <a:rPr lang="ja-JP" altLang="en-US" dirty="0"/>
              <a:t>回答作成の利用方法 </a:t>
            </a:r>
            <a:r>
              <a:rPr lang="ja-JP" altLang="ja-JP" dirty="0"/>
              <a:t>(2/2)</a:t>
            </a:r>
            <a:endParaRPr lang="ja-JP" altLang="en-US" dirty="0"/>
          </a:p>
        </p:txBody>
      </p:sp>
      <p:sp>
        <p:nvSpPr>
          <p:cNvPr id="13" name="正方形/長方形 12">
            <a:extLst>
              <a:ext uri="{FF2B5EF4-FFF2-40B4-BE49-F238E27FC236}">
                <a16:creationId xmlns:a16="http://schemas.microsoft.com/office/drawing/2014/main" id="{2C837932-9E45-6CAD-E009-D39906BC570A}"/>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36000" rIns="0" bIns="3600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61C6363B-1F17-9110-89E5-B54D831B5730}"/>
              </a:ext>
            </a:extLst>
          </p:cNvPr>
          <p:cNvSpPr/>
          <p:nvPr/>
        </p:nvSpPr>
        <p:spPr bwMode="auto">
          <a:xfrm>
            <a:off x="646769" y="1034368"/>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17" name="正方形/長方形 16">
            <a:extLst>
              <a:ext uri="{FF2B5EF4-FFF2-40B4-BE49-F238E27FC236}">
                <a16:creationId xmlns:a16="http://schemas.microsoft.com/office/drawing/2014/main" id="{00234B3C-E434-79A3-7E89-22B5BA4E0477}"/>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26" name="図 25">
            <a:extLst>
              <a:ext uri="{FF2B5EF4-FFF2-40B4-BE49-F238E27FC236}">
                <a16:creationId xmlns:a16="http://schemas.microsoft.com/office/drawing/2014/main" id="{DFBFFCA1-1509-A68D-39C6-0C5BF72AE027}"/>
              </a:ext>
            </a:extLst>
          </p:cNvPr>
          <p:cNvPicPr>
            <a:picLocks noChangeAspect="1"/>
          </p:cNvPicPr>
          <p:nvPr/>
        </p:nvPicPr>
        <p:blipFill>
          <a:blip r:embed="rId9"/>
          <a:stretch>
            <a:fillRect/>
          </a:stretch>
        </p:blipFill>
        <p:spPr>
          <a:xfrm>
            <a:off x="822960" y="1298448"/>
            <a:ext cx="5138928" cy="1072751"/>
          </a:xfrm>
          <a:prstGeom prst="rect">
            <a:avLst/>
          </a:prstGeom>
        </p:spPr>
      </p:pic>
      <p:sp>
        <p:nvSpPr>
          <p:cNvPr id="28" name="正方形/長方形 27">
            <a:extLst>
              <a:ext uri="{FF2B5EF4-FFF2-40B4-BE49-F238E27FC236}">
                <a16:creationId xmlns:a16="http://schemas.microsoft.com/office/drawing/2014/main" id="{A65B7422-723F-F204-0549-BE02745586D4}"/>
              </a:ext>
            </a:extLst>
          </p:cNvPr>
          <p:cNvSpPr/>
          <p:nvPr/>
        </p:nvSpPr>
        <p:spPr bwMode="auto">
          <a:xfrm>
            <a:off x="822960" y="1905127"/>
            <a:ext cx="5160340" cy="25694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5" name="図 4">
            <a:extLst>
              <a:ext uri="{FF2B5EF4-FFF2-40B4-BE49-F238E27FC236}">
                <a16:creationId xmlns:a16="http://schemas.microsoft.com/office/drawing/2014/main" id="{F82F9C6F-AE54-6849-0A17-3D2D542EC88E}"/>
              </a:ext>
            </a:extLst>
          </p:cNvPr>
          <p:cNvPicPr>
            <a:picLocks noChangeAspect="1"/>
          </p:cNvPicPr>
          <p:nvPr/>
        </p:nvPicPr>
        <p:blipFill>
          <a:blip r:embed="rId10"/>
          <a:stretch>
            <a:fillRect/>
          </a:stretch>
        </p:blipFill>
        <p:spPr>
          <a:xfrm>
            <a:off x="868680" y="2615184"/>
            <a:ext cx="3017520" cy="3642977"/>
          </a:xfrm>
          <a:prstGeom prst="rect">
            <a:avLst/>
          </a:prstGeom>
          <a:ln w="19050">
            <a:noFill/>
          </a:ln>
        </p:spPr>
      </p:pic>
      <p:cxnSp>
        <p:nvCxnSpPr>
          <p:cNvPr id="7" name="直線コネクタ 6">
            <a:extLst>
              <a:ext uri="{FF2B5EF4-FFF2-40B4-BE49-F238E27FC236}">
                <a16:creationId xmlns:a16="http://schemas.microsoft.com/office/drawing/2014/main" id="{2B8BC2E7-CE0E-989C-D728-B9CB48F8737E}"/>
              </a:ext>
            </a:extLst>
          </p:cNvPr>
          <p:cNvCxnSpPr>
            <a:stCxn id="28" idx="2"/>
            <a:endCxn id="5" idx="0"/>
          </p:cNvCxnSpPr>
          <p:nvPr/>
        </p:nvCxnSpPr>
        <p:spPr>
          <a:xfrm flipH="1">
            <a:off x="1783080" y="2162073"/>
            <a:ext cx="411480" cy="453111"/>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6D4F36B4-3150-689E-BC18-51B31456AAA1}"/>
              </a:ext>
            </a:extLst>
          </p:cNvPr>
          <p:cNvSpPr/>
          <p:nvPr/>
        </p:nvSpPr>
        <p:spPr bwMode="auto">
          <a:xfrm>
            <a:off x="850392" y="2596896"/>
            <a:ext cx="3054096" cy="3677379"/>
          </a:xfrm>
          <a:prstGeom prst="rect">
            <a:avLst/>
          </a:prstGeom>
          <a:noFill/>
          <a:ln w="19050">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7" name="四角形: 角を丸くする 36">
            <a:extLst>
              <a:ext uri="{FF2B5EF4-FFF2-40B4-BE49-F238E27FC236}">
                <a16:creationId xmlns:a16="http://schemas.microsoft.com/office/drawing/2014/main" id="{B65C7E33-30C2-C427-C7C7-BFA3B6C316C0}"/>
              </a:ext>
            </a:extLst>
          </p:cNvPr>
          <p:cNvSpPr/>
          <p:nvPr/>
        </p:nvSpPr>
        <p:spPr bwMode="auto">
          <a:xfrm>
            <a:off x="6693408" y="3791712"/>
            <a:ext cx="4462272" cy="1421891"/>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「回答欄へ写す」をクリックするとAIの回答が置換</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「回答欄の末尾に足す」をクリックするとAIの回答が追記</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一覧で回答済みの質問にチェックし「✓QAを確定」を押しても③へ進む(「確定(誰・時刻)」の札付き)</a:t>
            </a:r>
          </a:p>
        </p:txBody>
      </p:sp>
      <p:sp>
        <p:nvSpPr>
          <p:cNvPr id="39" name="吹き出し: 角を丸めた四角形 38">
            <a:extLst>
              <a:ext uri="{FF2B5EF4-FFF2-40B4-BE49-F238E27FC236}">
                <a16:creationId xmlns:a16="http://schemas.microsoft.com/office/drawing/2014/main" id="{9D78236A-EF9D-A797-8354-64A031A8824E}"/>
              </a:ext>
            </a:extLst>
          </p:cNvPr>
          <p:cNvSpPr/>
          <p:nvPr/>
        </p:nvSpPr>
        <p:spPr bwMode="auto">
          <a:xfrm>
            <a:off x="4041648" y="2783602"/>
            <a:ext cx="1993392" cy="548640"/>
          </a:xfrm>
          <a:prstGeom prst="wedgeRoundRectCallout">
            <a:avLst>
              <a:gd name="adj1" fmla="val -63614"/>
              <a:gd name="adj2" fmla="val 33409"/>
              <a:gd name="adj3" fmla="val 16667"/>
            </a:avLst>
          </a:prstGeom>
          <a:solidFill>
            <a:schemeClr val="bg1">
              <a:alpha val="80000"/>
            </a:schemeClr>
          </a:solidFill>
          <a:ln w="952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000" b="0" i="0" u="none" strike="noStrike" kern="1200" cap="none" spc="0" normalizeH="0" baseline="0" noProof="0" dirty="0">
                <a:ln>
                  <a:noFill/>
                </a:ln>
                <a:effectLst/>
                <a:uLnTx/>
                <a:uFillTx/>
                <a:latin typeface="+mn-ea"/>
                <a:ea typeface="+mn-ea"/>
                <a:cs typeface="+mn-cs"/>
              </a:rPr>
              <a:t>質問の番号・所属・想定質問が表示されます</a:t>
            </a:r>
            <a:br>
              <a:rPr kumimoji="1" lang="ja-JP" altLang="ja-JP" sz="1000" b="0" i="0" u="none" strike="noStrike" kern="1200" cap="none" spc="0" normalizeH="0" baseline="0" noProof="0" dirty="0">
                <a:ln>
                  <a:noFill/>
                </a:ln>
                <a:effectLst/>
                <a:uLnTx/>
                <a:uFillTx/>
                <a:latin typeface="+mn-ea"/>
                <a:ea typeface="+mn-ea"/>
                <a:cs typeface="+mn-cs"/>
              </a:rPr>
            </a:br>
          </a:p>
        </p:txBody>
      </p:sp>
      <p:sp>
        <p:nvSpPr>
          <p:cNvPr id="40" name="吹き出し: 角を丸めた四角形 39">
            <a:extLst>
              <a:ext uri="{FF2B5EF4-FFF2-40B4-BE49-F238E27FC236}">
                <a16:creationId xmlns:a16="http://schemas.microsoft.com/office/drawing/2014/main" id="{5B03ECD4-2050-E426-FA54-417FFCEDBD85}"/>
              </a:ext>
            </a:extLst>
          </p:cNvPr>
          <p:cNvSpPr/>
          <p:nvPr/>
        </p:nvSpPr>
        <p:spPr bwMode="auto">
          <a:xfrm>
            <a:off x="4041648" y="3444834"/>
            <a:ext cx="1993392" cy="548640"/>
          </a:xfrm>
          <a:prstGeom prst="wedgeRoundRectCallout">
            <a:avLst>
              <a:gd name="adj1" fmla="val -63614"/>
              <a:gd name="adj2" fmla="val 33409"/>
              <a:gd name="adj3" fmla="val 16667"/>
            </a:avLst>
          </a:prstGeom>
          <a:solidFill>
            <a:schemeClr val="bg1">
              <a:alpha val="80000"/>
            </a:schemeClr>
          </a:solidFill>
          <a:ln w="952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000" b="0" i="0" u="none" strike="noStrike" kern="1200" cap="none" spc="0" normalizeH="0" baseline="0" noProof="0" dirty="0">
                <a:ln>
                  <a:noFill/>
                </a:ln>
                <a:effectLst/>
                <a:uLnTx/>
                <a:uFillTx/>
                <a:latin typeface="+mn-ea"/>
                <a:ea typeface="+mn-ea"/>
                <a:cs typeface="+mn-cs"/>
              </a:rPr>
              <a:t>質問の回答の入力を行うスペースです(文字色・大きさの書式ボタン付き)</a:t>
            </a:r>
            <a:br>
              <a:rPr kumimoji="1" lang="ja-JP" altLang="ja-JP" sz="1000" b="0" i="0" u="none" strike="noStrike" kern="1200" cap="none" spc="0" normalizeH="0" baseline="0" noProof="0" dirty="0">
                <a:ln>
                  <a:noFill/>
                </a:ln>
                <a:effectLst/>
                <a:uLnTx/>
                <a:uFillTx/>
                <a:latin typeface="+mn-ea"/>
                <a:ea typeface="+mn-ea"/>
                <a:cs typeface="+mn-cs"/>
              </a:rPr>
            </a:br>
          </a:p>
        </p:txBody>
      </p:sp>
      <p:sp>
        <p:nvSpPr>
          <p:cNvPr id="41" name="吹き出し: 角を丸めた四角形 40">
            <a:extLst>
              <a:ext uri="{FF2B5EF4-FFF2-40B4-BE49-F238E27FC236}">
                <a16:creationId xmlns:a16="http://schemas.microsoft.com/office/drawing/2014/main" id="{0CB7C04D-D9C3-A244-5DDA-4CCBEE7E963F}"/>
              </a:ext>
            </a:extLst>
          </p:cNvPr>
          <p:cNvSpPr/>
          <p:nvPr/>
        </p:nvSpPr>
        <p:spPr bwMode="auto">
          <a:xfrm>
            <a:off x="4041648" y="5227287"/>
            <a:ext cx="1993392" cy="548640"/>
          </a:xfrm>
          <a:prstGeom prst="wedgeRoundRectCallout">
            <a:avLst>
              <a:gd name="adj1" fmla="val -63614"/>
              <a:gd name="adj2" fmla="val 33409"/>
              <a:gd name="adj3" fmla="val 16667"/>
            </a:avLst>
          </a:prstGeom>
          <a:solidFill>
            <a:schemeClr val="bg1">
              <a:alpha val="80000"/>
            </a:schemeClr>
          </a:solidFill>
          <a:ln w="952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000" b="0" i="0" u="none" strike="noStrike" kern="1200" cap="none" spc="0" normalizeH="0" baseline="0" noProof="0" dirty="0">
                <a:ln>
                  <a:noFill/>
                </a:ln>
                <a:effectLst/>
                <a:uLnTx/>
                <a:uFillTx/>
                <a:latin typeface="+mn-ea"/>
                <a:ea typeface="+mn-ea"/>
                <a:cs typeface="+mn-cs"/>
              </a:rPr>
              <a:t>回答とは別に、裏付けとなる情報を担当者が書き足すスペースです</a:t>
            </a:r>
            <a:br>
              <a:rPr kumimoji="1" lang="ja-JP" altLang="ja-JP" sz="1000" b="0" i="0" u="none" strike="noStrike" kern="1200" cap="none" spc="0" normalizeH="0" baseline="0" noProof="0" dirty="0">
                <a:ln>
                  <a:noFill/>
                </a:ln>
                <a:effectLst/>
                <a:uLnTx/>
                <a:uFillTx/>
                <a:latin typeface="+mn-ea"/>
                <a:ea typeface="+mn-ea"/>
                <a:cs typeface="+mn-cs"/>
              </a:rPr>
            </a:br>
            <a:endParaRPr kumimoji="1" lang="ja-JP" altLang="ja-JP" sz="1000" b="0" i="0" u="none" strike="noStrike" kern="1200" cap="none" spc="0" normalizeH="0" baseline="0" noProof="0" dirty="0">
              <a:ln>
                <a:noFill/>
              </a:ln>
              <a:effectLst/>
              <a:uLnTx/>
              <a:uFillTx/>
              <a:latin typeface="+mn-ea"/>
              <a:ea typeface="+mn-ea"/>
              <a:cs typeface="+mn-cs"/>
            </a:endParaRPr>
          </a:p>
        </p:txBody>
      </p:sp>
      <p:sp>
        <p:nvSpPr>
          <p:cNvPr id="46" name="吹き出し: 角を丸めた四角形 45">
            <a:extLst>
              <a:ext uri="{FF2B5EF4-FFF2-40B4-BE49-F238E27FC236}">
                <a16:creationId xmlns:a16="http://schemas.microsoft.com/office/drawing/2014/main" id="{6892DE07-F4CE-ABC4-A457-B3B2C504F38E}"/>
              </a:ext>
            </a:extLst>
          </p:cNvPr>
          <p:cNvSpPr/>
          <p:nvPr/>
        </p:nvSpPr>
        <p:spPr bwMode="auto">
          <a:xfrm>
            <a:off x="4041648" y="4399309"/>
            <a:ext cx="1993392" cy="548640"/>
          </a:xfrm>
          <a:prstGeom prst="wedgeRoundRectCallout">
            <a:avLst>
              <a:gd name="adj1" fmla="val -63614"/>
              <a:gd name="adj2" fmla="val 33409"/>
              <a:gd name="adj3" fmla="val 16667"/>
            </a:avLst>
          </a:prstGeom>
          <a:solidFill>
            <a:schemeClr val="bg1">
              <a:alpha val="80000"/>
            </a:schemeClr>
          </a:solidFill>
          <a:ln w="952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000" b="0" i="0" u="none" strike="noStrike" kern="1200" cap="none" spc="0" normalizeH="0" baseline="0" noProof="0" dirty="0">
                <a:ln>
                  <a:noFill/>
                </a:ln>
                <a:effectLst/>
                <a:uLnTx/>
                <a:uFillTx/>
                <a:latin typeface="+mn-ea"/>
                <a:ea typeface="+mn-ea"/>
                <a:cs typeface="+mn-cs"/>
              </a:rPr>
              <a:t>質問に対してAIが回答案を作成するスペースです(末尾に根拠を表示)</a:t>
            </a:r>
            <a:br>
              <a:rPr kumimoji="1" lang="ja-JP" altLang="ja-JP" sz="1000" b="0" i="0" u="none" strike="noStrike" kern="1200" cap="none" spc="0" normalizeH="0" baseline="0" noProof="0" dirty="0">
                <a:ln>
                  <a:noFill/>
                </a:ln>
                <a:effectLst/>
                <a:uLnTx/>
                <a:uFillTx/>
                <a:latin typeface="+mn-ea"/>
                <a:ea typeface="+mn-ea"/>
                <a:cs typeface="+mn-cs"/>
              </a:rPr>
            </a:br>
          </a:p>
        </p:txBody>
      </p:sp>
      <p:sp>
        <p:nvSpPr>
          <p:cNvPr id="3" name="四角形: 角を丸くする 2">
            <a:extLst>
              <a:ext uri="{FF2B5EF4-FFF2-40B4-BE49-F238E27FC236}">
                <a16:creationId xmlns:a16="http://schemas.microsoft.com/office/drawing/2014/main" id="{1269BC58-FE90-2666-372D-4B9023F0ACD3}"/>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2-4</a:t>
            </a:r>
            <a:endParaRPr lang="ja-JP" altLang="en-US" sz="1100" b="1" dirty="0">
              <a:solidFill>
                <a:schemeClr val="bg1"/>
              </a:solidFill>
              <a:latin typeface="+mn-ea"/>
            </a:endParaRPr>
          </a:p>
        </p:txBody>
      </p:sp>
      <p:sp>
        <p:nvSpPr>
          <p:cNvPr id="2" name="四角形: 角を丸くする 1">
            <a:extLst>
              <a:ext uri="{FF2B5EF4-FFF2-40B4-BE49-F238E27FC236}">
                <a16:creationId xmlns:a16="http://schemas.microsoft.com/office/drawing/2014/main" id="{B3C64250-5A15-5D29-BE74-BA68D6596DAE}"/>
              </a:ext>
            </a:extLst>
          </p:cNvPr>
          <p:cNvSpPr/>
          <p:nvPr/>
        </p:nvSpPr>
        <p:spPr bwMode="auto">
          <a:xfrm>
            <a:off x="420624" y="1914271"/>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2-4</a:t>
            </a:r>
            <a:endParaRPr lang="ja-JP" altLang="en-US" sz="1100" b="1" dirty="0">
              <a:solidFill>
                <a:schemeClr val="bg1"/>
              </a:solidFill>
              <a:latin typeface="+mn-ea"/>
            </a:endParaRPr>
          </a:p>
        </p:txBody>
      </p:sp>
      <p:sp>
        <p:nvSpPr>
          <p:cNvPr id="55" name="正方形/長方形 12 c55">
            <a:extLst>
              <a:ext uri="{FF2B5EF4-FFF2-40B4-BE49-F238E27FC236}">
                <a16:creationId xmlns:a16="http://schemas.microsoft.com/office/drawing/2014/main" id="{91C163AD-0C0A-4C67-A2DF-FD632D4B13EB}"/>
              </a:ext>
            </a:extLst>
          </p:cNvPr>
          <p:cNvSpPr/>
          <p:nvPr/>
        </p:nvSpPr>
        <p:spPr bwMode="auto">
          <a:xfrm>
            <a:off x="6352406" y="1280160"/>
            <a:ext cx="5220000" cy="2346960"/>
          </a:xfrm>
          <a:prstGeom prst="rect">
            <a:avLst/>
          </a:prstGeom>
          <a:noFill/>
          <a:ln w="9525">
            <a:noFill/>
            <a:miter lim="800000"/>
            <a:headEnd/>
            <a:tailEnd/>
          </a:ln>
          <a:effectLst/>
        </p:spPr>
        <p:txBody>
          <a:bodyPr wrap="none" lIns="0" tIns="36000" rIns="0" bIns="3600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質問に対する回答を作成</a:t>
            </a:r>
            <a:br>
              <a:rPr lang="ja-JP" altLang="ja-JP" sz="1200" b="1">
                <a:latin typeface="+mn-ea"/>
              </a:rPr>
            </a:br>
            <a:r>
              <a:rPr lang="ja-JP" altLang="en-US" sz="1200" b="1">
                <a:latin typeface="+mn-ea"/>
              </a:rPr>
              <a:t>回答作成が必要な質問の行を選択し、表示された</a:t>
            </a:r>
            <a:br>
              <a:rPr lang="ja-JP" altLang="ja-JP" sz="1200" b="1">
                <a:latin typeface="+mn-ea"/>
              </a:rPr>
            </a:br>
            <a:r>
              <a:rPr lang="ja-JP" altLang="en-US" sz="1200" b="1">
                <a:latin typeface="+mn-ea"/>
              </a:rPr>
              <a:t>ポップアップに入力(選択した質問には「編集中</a:t>
            </a:r>
            <a:br>
              <a:rPr lang="ja-JP" altLang="ja-JP" sz="1200" b="1">
                <a:latin typeface="+mn-ea"/>
              </a:rPr>
            </a:br>
            <a:r>
              <a:rPr lang="ja-JP" altLang="en-US" sz="1200" b="1">
                <a:latin typeface="+mn-ea"/>
              </a:rPr>
              <a:t>(誰)」の札が付き、手分けの状況が分かる)</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回答(担当者)の欄に質問に対する回答を記載</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(文字の色・大きさも設定可。問答集のWordにも反映)</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必要に応じて「AIで回答案を作成」をクリックすると、</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根拠付きのAI回答案が作成</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「回答を保存」で保存者/日時が更新履歴に記録</a:t>
            </a:r>
            <a:endParaRPr lang="ja-JP" altLang="ja-JP" sz="1200" b="1">
              <a:latin typeface="+mn-ea"/>
            </a:endParaRPr>
          </a:p>
          <a:p>
            <a:pPr marL="765175" indent="-228600">
              <a:lnSpc>
                <a:spcPct val="110000"/>
              </a:lnSpc>
              <a:spcAft>
                <a:spcPts val="300"/>
              </a:spcAft>
              <a:buClr>
                <a:schemeClr val="accent2"/>
              </a:buClr>
              <a:buSzPct val="80000"/>
              <a:buFont typeface="+mj-ea"/>
              <a:buAutoNum type="arabicPeriod"/>
            </a:pPr>
            <a:r>
              <a:rPr lang="ja-JP" altLang="en-US" sz="1200" b="1">
                <a:latin typeface="+mn-ea"/>
              </a:rPr>
              <a:t>「保存して点検へ統合」をクリックすると保存と同時に</a:t>
            </a:r>
            <a:endParaRPr lang="ja-JP" altLang="ja-JP" sz="1200" b="1">
              <a:latin typeface="+mn-ea"/>
            </a:endParaRPr>
          </a:p>
          <a:p>
            <a:pPr marL="765175">
              <a:lnSpc>
                <a:spcPct val="110000"/>
              </a:lnSpc>
              <a:spcAft>
                <a:spcPts val="300"/>
              </a:spcAft>
              <a:buClr>
                <a:schemeClr val="accent2"/>
              </a:buClr>
              <a:buSzPct val="80000"/>
              <a:buNone/>
            </a:pPr>
            <a:r>
              <a:rPr lang="ja-JP" altLang="en-US" sz="1200" b="1">
                <a:latin typeface="+mn-ea"/>
              </a:rPr>
              <a:t>質問/回答が「点検・承認」のステップへと進む</a:t>
            </a:r>
            <a:endParaRPr lang="ja-JP" altLang="ja-JP" sz="1200" b="1">
              <a:latin typeface="+mn-ea"/>
            </a:endParaRPr>
          </a:p>
        </p:txBody>
      </p:sp>
    </p:spTree>
    <p:extLst>
      <p:ext uri="{BB962C8B-B14F-4D97-AF65-F5344CB8AC3E}">
        <p14:creationId xmlns:p14="http://schemas.microsoft.com/office/powerpoint/2010/main" val="2466660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AC70D-B780-D1C9-ED64-AE2CD06CB3F0}"/>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0AAA9E8B-E714-739A-8C98-18454443DB1A}"/>
              </a:ext>
            </a:extLst>
          </p:cNvPr>
          <p:cNvGraphicFramePr>
            <a:graphicFrameLocks/>
          </p:cNvGraphicFramePr>
          <p:nvPr>
            <p:custDataLst>
              <p:tags r:id="rId1"/>
            </p:custDataLst>
            <p:extLst>
              <p:ext uri="{D42A27DB-BD31-4B8C-83A1-F6EECF244321}">
                <p14:modId xmlns:p14="http://schemas.microsoft.com/office/powerpoint/2010/main" val="12858226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0AAA9E8B-E714-739A-8C98-18454443DB1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6C1EEC83-0439-8312-2FAC-AA22F625FB9A}"/>
              </a:ext>
            </a:extLst>
          </p:cNvPr>
          <p:cNvSpPr/>
          <p:nvPr/>
        </p:nvSpPr>
        <p:spPr bwMode="auto">
          <a:xfrm>
            <a:off x="623887" y="2642282"/>
            <a:ext cx="5469847"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58F275A1-CCC8-7476-12BA-F84BF2F27644}"/>
              </a:ext>
            </a:extLst>
          </p:cNvPr>
          <p:cNvSpPr/>
          <p:nvPr/>
        </p:nvSpPr>
        <p:spPr bwMode="auto">
          <a:xfrm>
            <a:off x="623887" y="1126710"/>
            <a:ext cx="5469847"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970893B1-4FA1-B318-44B2-AD7346A7B420}"/>
              </a:ext>
            </a:extLst>
          </p:cNvPr>
          <p:cNvSpPr>
            <a:spLocks noGrp="1"/>
          </p:cNvSpPr>
          <p:nvPr>
            <p:ph type="body" sz="quarter" idx="11"/>
          </p:nvPr>
        </p:nvSpPr>
        <p:spPr>
          <a:xfrm>
            <a:off x="623888" y="300199"/>
            <a:ext cx="10944112" cy="216000"/>
          </a:xfrm>
        </p:spPr>
        <p:txBody>
          <a:bodyPr/>
          <a:lstStyle/>
          <a:p>
            <a:r>
              <a:rPr lang="ja-JP" altLang="en-US" dirty="0"/>
              <a:t>点検・承認の利用方法 </a:t>
            </a:r>
            <a:r>
              <a:rPr lang="ja-JP" altLang="ja-JP" dirty="0"/>
              <a:t>(1/2)</a:t>
            </a:r>
            <a:endParaRPr lang="ja-JP" altLang="en-US" dirty="0"/>
          </a:p>
        </p:txBody>
      </p:sp>
      <p:sp>
        <p:nvSpPr>
          <p:cNvPr id="13" name="正方形/長方形 12">
            <a:extLst>
              <a:ext uri="{FF2B5EF4-FFF2-40B4-BE49-F238E27FC236}">
                <a16:creationId xmlns:a16="http://schemas.microsoft.com/office/drawing/2014/main" id="{266F8790-5B72-B343-EEDF-CE85017DEC1E}"/>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3F95A336-32C6-99FB-64A7-411B7890E69F}"/>
              </a:ext>
            </a:extLst>
          </p:cNvPr>
          <p:cNvSpPr/>
          <p:nvPr/>
        </p:nvSpPr>
        <p:spPr bwMode="auto">
          <a:xfrm>
            <a:off x="674477"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D625CA5E-C87A-B8B2-D001-17AC4E8D63FF}"/>
              </a:ext>
            </a:extLst>
          </p:cNvPr>
          <p:cNvSpPr/>
          <p:nvPr/>
        </p:nvSpPr>
        <p:spPr bwMode="auto">
          <a:xfrm>
            <a:off x="691322"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5A3BBE37-7B5E-6641-CC7A-56631CB3D3CE}"/>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992FE8F2-A09C-F6CE-6330-3E3C8116C7F9}"/>
              </a:ext>
            </a:extLst>
          </p:cNvPr>
          <p:cNvPicPr>
            <a:picLocks noChangeAspect="1"/>
          </p:cNvPicPr>
          <p:nvPr/>
        </p:nvPicPr>
        <p:blipFill>
          <a:blip r:embed="rId11"/>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7C3AA0D0-7B2B-B086-0856-633828B30231}"/>
              </a:ext>
            </a:extLst>
          </p:cNvPr>
          <p:cNvSpPr/>
          <p:nvPr/>
        </p:nvSpPr>
        <p:spPr bwMode="auto">
          <a:xfrm>
            <a:off x="4343523" y="2237943"/>
            <a:ext cx="780937" cy="54684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7136F48E-178E-37B0-5B05-4BC65FF47C6E}"/>
              </a:ext>
            </a:extLst>
          </p:cNvPr>
          <p:cNvPicPr>
            <a:picLocks noChangeAspect="1"/>
          </p:cNvPicPr>
          <p:nvPr/>
        </p:nvPicPr>
        <p:blipFill>
          <a:blip r:embed="rId10"/>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6A1ABD64-330F-C513-A35E-2960C9A9FDE6}"/>
              </a:ext>
            </a:extLst>
          </p:cNvPr>
          <p:cNvSpPr/>
          <p:nvPr/>
        </p:nvSpPr>
        <p:spPr bwMode="auto">
          <a:xfrm>
            <a:off x="1010542" y="1680779"/>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42" name="直線コネクタ 41">
            <a:extLst>
              <a:ext uri="{FF2B5EF4-FFF2-40B4-BE49-F238E27FC236}">
                <a16:creationId xmlns:a16="http://schemas.microsoft.com/office/drawing/2014/main" id="{A3982445-7D59-0EB7-5C51-83CBD5D4F0D1}"/>
              </a:ext>
            </a:extLst>
          </p:cNvPr>
          <p:cNvCxnSpPr>
            <a:cxnSpLocks/>
            <a:stCxn id="33" idx="3"/>
            <a:endCxn id="11" idx="2"/>
          </p:cNvCxnSpPr>
          <p:nvPr/>
        </p:nvCxnSpPr>
        <p:spPr>
          <a:xfrm>
            <a:off x="1697275" y="1732284"/>
            <a:ext cx="387556" cy="2336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ED0C1C24-8013-ECC0-C7F6-05788795FCCF}"/>
              </a:ext>
            </a:extLst>
          </p:cNvPr>
          <p:cNvCxnSpPr>
            <a:cxnSpLocks/>
            <a:stCxn id="14" idx="1"/>
            <a:endCxn id="11" idx="6"/>
          </p:cNvCxnSpPr>
          <p:nvPr/>
        </p:nvCxnSpPr>
        <p:spPr>
          <a:xfrm>
            <a:off x="2468879" y="1755648"/>
            <a:ext cx="1874644" cy="75571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graphicFrame>
        <p:nvGraphicFramePr>
          <p:cNvPr id="63" name="表 62">
            <a:extLst>
              <a:ext uri="{FF2B5EF4-FFF2-40B4-BE49-F238E27FC236}">
                <a16:creationId xmlns:a16="http://schemas.microsoft.com/office/drawing/2014/main" id="{00EFB078-ABAB-2FA0-927E-FCC9194962A3}"/>
              </a:ext>
            </a:extLst>
          </p:cNvPr>
          <p:cNvGraphicFramePr>
            <a:graphicFrameLocks noGrp="1"/>
          </p:cNvGraphicFramePr>
          <p:nvPr>
            <p:extLst>
              <p:ext uri="{D42A27DB-BD31-4B8C-83A1-F6EECF244321}">
                <p14:modId xmlns:p14="http://schemas.microsoft.com/office/powerpoint/2010/main" val="2869878513"/>
              </p:ext>
            </p:extLst>
          </p:nvPr>
        </p:nvGraphicFramePr>
        <p:xfrm>
          <a:off x="6693408" y="3008375"/>
          <a:ext cx="4617720" cy="1118856"/>
        </p:xfrm>
        <a:graphic>
          <a:graphicData uri="http://schemas.openxmlformats.org/drawingml/2006/table">
            <a:tbl>
              <a:tblPr firstRow="1" bandRow="1">
                <a:tableStyleId>{21E4AEA4-8DFA-4A89-87EB-49C32662AFE0}</a:tableStyleId>
              </a:tblPr>
              <a:tblGrid>
                <a:gridCol w="1417320">
                  <a:extLst>
                    <a:ext uri="{9D8B030D-6E8A-4147-A177-3AD203B41FA5}">
                      <a16:colId xmlns:a16="http://schemas.microsoft.com/office/drawing/2014/main" val="3309756768"/>
                    </a:ext>
                  </a:extLst>
                </a:gridCol>
                <a:gridCol w="3200400">
                  <a:extLst>
                    <a:ext uri="{9D8B030D-6E8A-4147-A177-3AD203B41FA5}">
                      <a16:colId xmlns:a16="http://schemas.microsoft.com/office/drawing/2014/main" val="2736220435"/>
                    </a:ext>
                  </a:extLst>
                </a:gridCol>
              </a:tblGrid>
              <a:tr h="135566">
                <a:tc>
                  <a:txBody>
                    <a:bodyPr/>
                    <a:lstStyle/>
                    <a:p>
                      <a:r>
                        <a:rPr kumimoji="1" lang="ja-JP" altLang="en-US" sz="900" dirty="0"/>
                        <a:t>チェック項目</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1" lang="ja-JP" altLang="en-US" sz="900" dirty="0"/>
                        <a:t>定義</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46243815"/>
                  </a:ext>
                </a:extLst>
              </a:tr>
              <a:tr h="169135">
                <a:tc>
                  <a:txBody>
                    <a:bodyPr/>
                    <a:lstStyle/>
                    <a:p>
                      <a:r>
                        <a:rPr kumimoji="1" lang="ja-JP" altLang="en-US" sz="900" dirty="0"/>
                        <a:t>重複チェック</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コア内の事業部間・BU間で質問が重複していないか</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79939834"/>
                  </a:ext>
                </a:extLst>
              </a:tr>
              <a:tr h="169135">
                <a:tc>
                  <a:txBody>
                    <a:bodyPr/>
                    <a:lstStyle/>
                    <a:p>
                      <a:r>
                        <a:rPr kumimoji="1" lang="ja-JP" altLang="en-US" sz="900" dirty="0"/>
                        <a:t>網羅性チェック</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ある部で回答済みの共通プロジェクト・事象が他部で未作成でないか</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51111138"/>
                  </a:ext>
                </a:extLst>
              </a:tr>
              <a:tr h="169135">
                <a:tc>
                  <a:txBody>
                    <a:bodyPr/>
                    <a:lstStyle/>
                    <a:p>
                      <a:r>
                        <a:rPr kumimoji="1" lang="ja-JP" altLang="en-US" sz="900" dirty="0"/>
                        <a:t>論理不整合チェック</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質問に対して論理性・一貫性のある回答か</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46180195"/>
                  </a:ext>
                </a:extLst>
              </a:tr>
              <a:tr h="169135">
                <a:tc>
                  <a:txBody>
                    <a:bodyPr/>
                    <a:lstStyle/>
                    <a:p>
                      <a:r>
                        <a:rPr kumimoji="1" lang="ja-JP" altLang="en-US" sz="900" dirty="0"/>
                        <a:t>整合性チェック</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類似質問の回答間で、主張や数値が食い違っていないか</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42132733"/>
                  </a:ext>
                </a:extLst>
              </a:tr>
              <a:tr h="169135">
                <a:tc>
                  <a:txBody>
                    <a:bodyPr/>
                    <a:lstStyle/>
                    <a:p>
                      <a:r>
                        <a:rPr kumimoji="1" lang="ja-JP" altLang="en-US" sz="900" dirty="0"/>
                        <a:t>非開示情報チェック</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kumimoji="1" lang="ja-JP" altLang="en-US" sz="900" dirty="0"/>
                        <a:t>回答に非開示情報が入っていないか</a:t>
                      </a:r>
                    </a:p>
                  </a:txBody>
                  <a:tcPr marL="49108" marR="49108" marT="24658" marB="24658">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4003030"/>
                  </a:ext>
                </a:extLst>
              </a:tr>
            </a:tbl>
          </a:graphicData>
        </a:graphic>
      </p:graphicFrame>
      <p:pic>
        <p:nvPicPr>
          <p:cNvPr id="48" name="図 47">
            <a:extLst>
              <a:ext uri="{FF2B5EF4-FFF2-40B4-BE49-F238E27FC236}">
                <a16:creationId xmlns:a16="http://schemas.microsoft.com/office/drawing/2014/main" id="{367F0DAE-BA82-D8BA-423E-9D27C480F169}"/>
              </a:ext>
            </a:extLst>
          </p:cNvPr>
          <p:cNvPicPr>
            <a:picLocks noChangeAspect="1"/>
          </p:cNvPicPr>
          <p:nvPr/>
        </p:nvPicPr>
        <p:blipFill>
          <a:blip r:embed="rId12"/>
          <a:stretch>
            <a:fillRect/>
          </a:stretch>
        </p:blipFill>
        <p:spPr>
          <a:xfrm>
            <a:off x="786384" y="2816352"/>
            <a:ext cx="5138928" cy="2498803"/>
          </a:xfrm>
          <a:prstGeom prst="rect">
            <a:avLst/>
          </a:prstGeom>
        </p:spPr>
      </p:pic>
      <p:sp>
        <p:nvSpPr>
          <p:cNvPr id="16" name="正方形/長方形 15">
            <a:extLst>
              <a:ext uri="{FF2B5EF4-FFF2-40B4-BE49-F238E27FC236}">
                <a16:creationId xmlns:a16="http://schemas.microsoft.com/office/drawing/2014/main" id="{B5CA4F08-12E3-7629-C1A3-E2E0DBBBECFB}"/>
              </a:ext>
            </a:extLst>
          </p:cNvPr>
          <p:cNvSpPr/>
          <p:nvPr/>
        </p:nvSpPr>
        <p:spPr bwMode="auto">
          <a:xfrm>
            <a:off x="1110691" y="2823044"/>
            <a:ext cx="1617510" cy="25069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5" name="正方形/長方形 34">
            <a:extLst>
              <a:ext uri="{FF2B5EF4-FFF2-40B4-BE49-F238E27FC236}">
                <a16:creationId xmlns:a16="http://schemas.microsoft.com/office/drawing/2014/main" id="{D8918D4E-47FF-654F-5FEE-B607BBF01C7F}"/>
              </a:ext>
            </a:extLst>
          </p:cNvPr>
          <p:cNvSpPr/>
          <p:nvPr/>
        </p:nvSpPr>
        <p:spPr bwMode="auto">
          <a:xfrm>
            <a:off x="3787660" y="3904805"/>
            <a:ext cx="624522" cy="1409636"/>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1" name="四角形: 角を丸くする 50">
            <a:extLst>
              <a:ext uri="{FF2B5EF4-FFF2-40B4-BE49-F238E27FC236}">
                <a16:creationId xmlns:a16="http://schemas.microsoft.com/office/drawing/2014/main" id="{9FA82917-D6A1-4BE4-7AE4-9E028C992FD9}"/>
              </a:ext>
            </a:extLst>
          </p:cNvPr>
          <p:cNvSpPr/>
          <p:nvPr/>
        </p:nvSpPr>
        <p:spPr bwMode="auto">
          <a:xfrm>
            <a:off x="731520" y="5541264"/>
            <a:ext cx="3291840" cy="804672"/>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承認者から却下された質問は、修正後「保存して承認に再提出」から提出できます(「承認待ち」に戻る)</a:t>
            </a:r>
          </a:p>
        </p:txBody>
      </p:sp>
      <p:sp>
        <p:nvSpPr>
          <p:cNvPr id="6" name="四角形: 角を丸くする 5">
            <a:extLst>
              <a:ext uri="{FF2B5EF4-FFF2-40B4-BE49-F238E27FC236}">
                <a16:creationId xmlns:a16="http://schemas.microsoft.com/office/drawing/2014/main" id="{90506FB0-D29C-2DB6-8938-D0593A6B9118}"/>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3-1</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E781A96F-4C98-5249-7317-C3077DFF80D1}"/>
              </a:ext>
            </a:extLst>
          </p:cNvPr>
          <p:cNvSpPr/>
          <p:nvPr/>
        </p:nvSpPr>
        <p:spPr bwMode="auto">
          <a:xfrm>
            <a:off x="6373368" y="189737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3-2</a:t>
            </a:r>
          </a:p>
        </p:txBody>
      </p:sp>
      <p:sp>
        <p:nvSpPr>
          <p:cNvPr id="19" name="四角形: 角を丸くする 18">
            <a:extLst>
              <a:ext uri="{FF2B5EF4-FFF2-40B4-BE49-F238E27FC236}">
                <a16:creationId xmlns:a16="http://schemas.microsoft.com/office/drawing/2014/main" id="{55E9AC69-5978-9041-3992-DAFE3323B8CB}"/>
              </a:ext>
            </a:extLst>
          </p:cNvPr>
          <p:cNvSpPr/>
          <p:nvPr/>
        </p:nvSpPr>
        <p:spPr bwMode="auto">
          <a:xfrm>
            <a:off x="6373368" y="4489703"/>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3-3</a:t>
            </a:r>
            <a:endParaRPr lang="ja-JP" altLang="en-US" sz="1100" b="1" dirty="0">
              <a:solidFill>
                <a:schemeClr val="bg1"/>
              </a:solidFill>
              <a:latin typeface="+mn-ea"/>
            </a:endParaRPr>
          </a:p>
        </p:txBody>
      </p:sp>
      <p:sp>
        <p:nvSpPr>
          <p:cNvPr id="22" name="四角形: 角を丸くする 21">
            <a:extLst>
              <a:ext uri="{FF2B5EF4-FFF2-40B4-BE49-F238E27FC236}">
                <a16:creationId xmlns:a16="http://schemas.microsoft.com/office/drawing/2014/main" id="{F09BD44F-6F80-12C5-F539-0D2AC88F8012}"/>
              </a:ext>
            </a:extLst>
          </p:cNvPr>
          <p:cNvSpPr/>
          <p:nvPr/>
        </p:nvSpPr>
        <p:spPr bwMode="auto">
          <a:xfrm>
            <a:off x="6373368" y="527151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3-4</a:t>
            </a:r>
          </a:p>
        </p:txBody>
      </p:sp>
      <p:sp>
        <p:nvSpPr>
          <p:cNvPr id="7" name="四角形: 角を丸くする 6">
            <a:extLst>
              <a:ext uri="{FF2B5EF4-FFF2-40B4-BE49-F238E27FC236}">
                <a16:creationId xmlns:a16="http://schemas.microsoft.com/office/drawing/2014/main" id="{3335BAD5-3962-6B54-3253-8F2D5B969A3F}"/>
              </a:ext>
            </a:extLst>
          </p:cNvPr>
          <p:cNvSpPr/>
          <p:nvPr/>
        </p:nvSpPr>
        <p:spPr bwMode="auto">
          <a:xfrm>
            <a:off x="3787660" y="368534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3-3</a:t>
            </a:r>
            <a:endParaRPr lang="ja-JP" altLang="en-US" sz="1100" b="1" dirty="0">
              <a:solidFill>
                <a:schemeClr val="bg1"/>
              </a:solidFill>
              <a:latin typeface="+mn-ea"/>
            </a:endParaRPr>
          </a:p>
        </p:txBody>
      </p:sp>
      <p:cxnSp>
        <p:nvCxnSpPr>
          <p:cNvPr id="39" name="直線コネクタ 38">
            <a:extLst>
              <a:ext uri="{FF2B5EF4-FFF2-40B4-BE49-F238E27FC236}">
                <a16:creationId xmlns:a16="http://schemas.microsoft.com/office/drawing/2014/main" id="{D074431F-7F50-94DC-8CE8-7A2FD9DB9AB0}"/>
              </a:ext>
            </a:extLst>
          </p:cNvPr>
          <p:cNvCxnSpPr>
            <a:cxnSpLocks/>
            <a:stCxn id="35" idx="2"/>
          </p:cNvCxnSpPr>
          <p:nvPr/>
        </p:nvCxnSpPr>
        <p:spPr>
          <a:xfrm flipV="1">
            <a:off x="4099921" y="4681728"/>
            <a:ext cx="947567" cy="632714"/>
          </a:xfrm>
          <a:prstGeom prst="line">
            <a:avLst/>
          </a:prstGeom>
          <a:ln w="1905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 name="四角形: 角を丸くする 9">
            <a:extLst>
              <a:ext uri="{FF2B5EF4-FFF2-40B4-BE49-F238E27FC236}">
                <a16:creationId xmlns:a16="http://schemas.microsoft.com/office/drawing/2014/main" id="{808DEAF1-C2D3-DBC6-4219-C0080D312A06}"/>
              </a:ext>
            </a:extLst>
          </p:cNvPr>
          <p:cNvSpPr/>
          <p:nvPr/>
        </p:nvSpPr>
        <p:spPr bwMode="auto">
          <a:xfrm>
            <a:off x="2773921" y="28596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3-2</a:t>
            </a:r>
          </a:p>
        </p:txBody>
      </p:sp>
      <p:pic>
        <p:nvPicPr>
          <p:cNvPr id="41" name="図 40">
            <a:extLst>
              <a:ext uri="{FF2B5EF4-FFF2-40B4-BE49-F238E27FC236}">
                <a16:creationId xmlns:a16="http://schemas.microsoft.com/office/drawing/2014/main" id="{E46652D3-C966-A262-C45B-81C4641DD84B}"/>
              </a:ext>
            </a:extLst>
          </p:cNvPr>
          <p:cNvPicPr>
            <a:picLocks noChangeAspect="1"/>
          </p:cNvPicPr>
          <p:nvPr/>
        </p:nvPicPr>
        <p:blipFill>
          <a:blip r:embed="rId13"/>
          <a:stretch>
            <a:fillRect/>
          </a:stretch>
        </p:blipFill>
        <p:spPr>
          <a:xfrm>
            <a:off x="4224528" y="4681728"/>
            <a:ext cx="1737360" cy="1476219"/>
          </a:xfrm>
          <a:prstGeom prst="rect">
            <a:avLst/>
          </a:prstGeom>
          <a:ln w="19050">
            <a:solidFill>
              <a:schemeClr val="accent6"/>
            </a:solidFill>
          </a:ln>
        </p:spPr>
      </p:pic>
      <p:sp>
        <p:nvSpPr>
          <p:cNvPr id="45" name="正方形/長方形 44">
            <a:extLst>
              <a:ext uri="{FF2B5EF4-FFF2-40B4-BE49-F238E27FC236}">
                <a16:creationId xmlns:a16="http://schemas.microsoft.com/office/drawing/2014/main" id="{1BB4308B-1066-0D96-53B0-51A37738502A}"/>
              </a:ext>
            </a:extLst>
          </p:cNvPr>
          <p:cNvSpPr/>
          <p:nvPr/>
        </p:nvSpPr>
        <p:spPr bwMode="auto">
          <a:xfrm>
            <a:off x="4248614" y="5974405"/>
            <a:ext cx="1691835" cy="142512"/>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 name="四角形: 角を丸くする 4">
            <a:extLst>
              <a:ext uri="{FF2B5EF4-FFF2-40B4-BE49-F238E27FC236}">
                <a16:creationId xmlns:a16="http://schemas.microsoft.com/office/drawing/2014/main" id="{5AD20D70-9F3F-38B0-B512-D777D0DB5065}"/>
              </a:ext>
            </a:extLst>
          </p:cNvPr>
          <p:cNvSpPr/>
          <p:nvPr/>
        </p:nvSpPr>
        <p:spPr bwMode="auto">
          <a:xfrm>
            <a:off x="3803904" y="468172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3-4</a:t>
            </a:r>
          </a:p>
        </p:txBody>
      </p:sp>
      <p:sp>
        <p:nvSpPr>
          <p:cNvPr id="64" name="四角形: 角を丸くする 9 c64">
            <a:extLst>
              <a:ext uri="{FF2B5EF4-FFF2-40B4-BE49-F238E27FC236}">
                <a16:creationId xmlns:a16="http://schemas.microsoft.com/office/drawing/2014/main" id="{387827D9-3FD4-46C3-A097-CC6C17A44368}"/>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3-1</a:t>
            </a:r>
          </a:p>
        </p:txBody>
      </p:sp>
      <p:sp>
        <p:nvSpPr>
          <p:cNvPr id="65" name="正方形/長方形 12 c65">
            <a:extLst>
              <a:ext uri="{FF2B5EF4-FFF2-40B4-BE49-F238E27FC236}">
                <a16:creationId xmlns:a16="http://schemas.microsoft.com/office/drawing/2014/main" id="{E77A04F3-1589-4DE7-ABC0-74B4219DA43E}"/>
              </a:ext>
            </a:extLst>
          </p:cNvPr>
          <p:cNvSpPr/>
          <p:nvPr/>
        </p:nvSpPr>
        <p:spPr bwMode="auto">
          <a:xfrm>
            <a:off x="6352406" y="1280160"/>
            <a:ext cx="5220000"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ホーム画面右下から2番目もしくは</a:t>
            </a:r>
            <a:br>
              <a:rPr lang="ja-JP" altLang="ja-JP" sz="1200" b="1">
                <a:latin typeface="+mn-ea"/>
              </a:rPr>
            </a:br>
            <a:r>
              <a:rPr lang="ja-JP" altLang="en-US" sz="1200" b="1">
                <a:latin typeface="+mn-ea"/>
              </a:rPr>
              <a:t>ナビゲーションの「点検・承認」をクリック</a:t>
            </a:r>
            <a:endParaRPr lang="ja-JP" altLang="ja-JP" sz="1200" b="1">
              <a:latin typeface="+mn-ea"/>
            </a:endParaRPr>
          </a:p>
        </p:txBody>
      </p:sp>
      <p:sp>
        <p:nvSpPr>
          <p:cNvPr id="66" name="正方形/長方形 12 c65 c66">
            <a:extLst>
              <a:ext uri="{FF2B5EF4-FFF2-40B4-BE49-F238E27FC236}">
                <a16:creationId xmlns:a16="http://schemas.microsoft.com/office/drawing/2014/main" id="{2E740837-129C-4CC2-9C61-E6530768DAFE}"/>
              </a:ext>
            </a:extLst>
          </p:cNvPr>
          <p:cNvSpPr/>
          <p:nvPr/>
        </p:nvSpPr>
        <p:spPr bwMode="auto">
          <a:xfrm>
            <a:off x="6352406" y="1879091"/>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作成済みのQAをAIで点検</a:t>
            </a:r>
            <a:br>
              <a:rPr lang="ja-JP" altLang="ja-JP" sz="1200" b="1">
                <a:latin typeface="+mn-ea"/>
              </a:rPr>
            </a:br>
            <a:r>
              <a:rPr lang="ja-JP" altLang="en-US" sz="1200" b="1">
                <a:latin typeface="+mn-ea"/>
              </a:rPr>
              <a:t>回答作成で統合したQAが、点検・承認のリストに一覧化</a:t>
            </a:r>
            <a:br>
              <a:rPr lang="ja-JP" altLang="ja-JP" sz="1200" b="1">
                <a:latin typeface="+mn-ea"/>
              </a:rPr>
            </a:br>
            <a:r>
              <a:rPr lang="ja-JP" altLang="en-US" sz="1200" b="1">
                <a:latin typeface="+mn-ea"/>
              </a:rPr>
              <a:t>「全質問を点検する(承認済みは除く)」でAIが点検</a:t>
            </a:r>
            <a:br>
              <a:rPr lang="ja-JP" altLang="ja-JP" sz="1200" b="1">
                <a:latin typeface="+mn-ea"/>
              </a:rPr>
            </a:br>
            <a:r>
              <a:rPr lang="ja-JP" altLang="en-US" sz="1200" b="1">
                <a:latin typeface="+mn-ea"/>
              </a:rPr>
              <a:t>(AI指摘列に 未点検／指摘なし／種類×件数 を表示)</a:t>
            </a:r>
            <a:br>
              <a:rPr lang="ja-JP" altLang="ja-JP" sz="1200" b="1">
                <a:latin typeface="+mn-ea"/>
              </a:rPr>
            </a:br>
            <a:r>
              <a:rPr lang="ja-JP" altLang="en-US" sz="1200" b="1">
                <a:latin typeface="+mn-ea"/>
              </a:rPr>
              <a:t>チェックは以下の5つの観点</a:t>
            </a:r>
            <a:endParaRPr lang="ja-JP" altLang="ja-JP" sz="1200" b="1">
              <a:latin typeface="+mn-ea"/>
            </a:endParaRPr>
          </a:p>
        </p:txBody>
      </p:sp>
      <p:sp>
        <p:nvSpPr>
          <p:cNvPr id="67" name="正方形/長方形 12 c67">
            <a:extLst>
              <a:ext uri="{FF2B5EF4-FFF2-40B4-BE49-F238E27FC236}">
                <a16:creationId xmlns:a16="http://schemas.microsoft.com/office/drawing/2014/main" id="{4AAF8AB9-E0CA-4A07-8F0D-116382484EE7}"/>
              </a:ext>
            </a:extLst>
          </p:cNvPr>
          <p:cNvSpPr/>
          <p:nvPr/>
        </p:nvSpPr>
        <p:spPr bwMode="auto">
          <a:xfrm>
            <a:off x="6352406" y="4471416"/>
            <a:ext cx="5220000"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AIによるQA点検結果を確認</a:t>
            </a:r>
            <a:br>
              <a:rPr lang="ja-JP" altLang="ja-JP" sz="1200" b="1">
                <a:latin typeface="+mn-ea"/>
              </a:rPr>
            </a:br>
            <a:r>
              <a:rPr lang="ja-JP" altLang="en-US" sz="1200" b="1">
                <a:latin typeface="+mn-ea"/>
              </a:rPr>
              <a:t>ステータスが「</a:t>
            </a:r>
            <a:r>
              <a:rPr lang="ja-JP" altLang="en-US" sz="1200" b="1">
                <a:solidFill>
                  <a:srgbClr val="FF0000"/>
                </a:solidFill>
                <a:latin typeface="+mn-ea"/>
              </a:rPr>
              <a:t>承認待ち</a:t>
            </a:r>
            <a:r>
              <a:rPr lang="ja-JP" altLang="en-US" sz="1200" b="1">
                <a:latin typeface="+mn-ea"/>
              </a:rPr>
              <a:t>」で、AI指摘が付いているQAを</a:t>
            </a:r>
            <a:br>
              <a:rPr lang="ja-JP" altLang="ja-JP" sz="1200" b="1">
                <a:latin typeface="+mn-ea"/>
              </a:rPr>
            </a:br>
            <a:r>
              <a:rPr lang="ja-JP" altLang="en-US" sz="1200" b="1">
                <a:latin typeface="+mn-ea"/>
              </a:rPr>
              <a:t>選択し、ポップアップ内でAIの指摘事項を確認</a:t>
            </a:r>
            <a:endParaRPr lang="ja-JP" altLang="ja-JP" sz="1200" b="1">
              <a:latin typeface="+mn-ea"/>
            </a:endParaRPr>
          </a:p>
        </p:txBody>
      </p:sp>
      <p:sp>
        <p:nvSpPr>
          <p:cNvPr id="68" name="正方形/長方形 12 c67 c68">
            <a:extLst>
              <a:ext uri="{FF2B5EF4-FFF2-40B4-BE49-F238E27FC236}">
                <a16:creationId xmlns:a16="http://schemas.microsoft.com/office/drawing/2014/main" id="{4F2ECB7C-AAC7-46AE-8CCE-50819CFCA4D0}"/>
              </a:ext>
            </a:extLst>
          </p:cNvPr>
          <p:cNvSpPr/>
          <p:nvPr/>
        </p:nvSpPr>
        <p:spPr bwMode="auto">
          <a:xfrm>
            <a:off x="6352406" y="5253227"/>
            <a:ext cx="5220000"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回答を修正して保存</a:t>
            </a:r>
            <a:br>
              <a:rPr lang="ja-JP" altLang="ja-JP" sz="1200" b="1">
                <a:latin typeface="+mn-ea"/>
              </a:rPr>
            </a:br>
            <a:r>
              <a:rPr lang="ja-JP" altLang="en-US" sz="1200" b="1">
                <a:latin typeface="+mn-ea"/>
              </a:rPr>
              <a:t>AIの指摘事項に対して、修正した回答および</a:t>
            </a:r>
            <a:br>
              <a:rPr lang="ja-JP" altLang="ja-JP" sz="1200" b="1">
                <a:latin typeface="+mn-ea"/>
              </a:rPr>
            </a:br>
            <a:r>
              <a:rPr lang="ja-JP" altLang="en-US" sz="1200" b="1">
                <a:latin typeface="+mn-ea"/>
              </a:rPr>
              <a:t>必要に応じて参考情報を付与して「回答を保存」</a:t>
            </a:r>
            <a:endParaRPr lang="ja-JP" altLang="ja-JP" sz="1200" b="1">
              <a:latin typeface="+mn-ea"/>
            </a:endParaRPr>
          </a:p>
        </p:txBody>
      </p:sp>
    </p:spTree>
    <p:extLst>
      <p:ext uri="{BB962C8B-B14F-4D97-AF65-F5344CB8AC3E}">
        <p14:creationId xmlns:p14="http://schemas.microsoft.com/office/powerpoint/2010/main" val="3311313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5F4FB4-16D5-85AF-1082-08CC74DBE4A9}"/>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0E915712-BEBA-02CF-5AC8-107155120171}"/>
              </a:ext>
            </a:extLst>
          </p:cNvPr>
          <p:cNvGraphicFramePr>
            <a:graphicFrameLocks/>
          </p:cNvGraphicFramePr>
          <p:nvPr>
            <p:custDataLst>
              <p:tags r:id="rId1"/>
            </p:custDataLst>
            <p:extLst>
              <p:ext uri="{D42A27DB-BD31-4B8C-83A1-F6EECF244321}">
                <p14:modId xmlns:p14="http://schemas.microsoft.com/office/powerpoint/2010/main" val="40235924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0E915712-BEBA-02CF-5AC8-10715512017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A433981A-81FE-3BF6-3F35-33DA9E8A0498}"/>
              </a:ext>
            </a:extLst>
          </p:cNvPr>
          <p:cNvSpPr/>
          <p:nvPr/>
        </p:nvSpPr>
        <p:spPr bwMode="auto">
          <a:xfrm>
            <a:off x="623887" y="1133440"/>
            <a:ext cx="5472113" cy="5319748"/>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93054097-E595-47FC-91B5-085913AF1E65}"/>
              </a:ext>
            </a:extLst>
          </p:cNvPr>
          <p:cNvSpPr>
            <a:spLocks noGrp="1"/>
          </p:cNvSpPr>
          <p:nvPr>
            <p:ph type="body" sz="quarter" idx="11"/>
          </p:nvPr>
        </p:nvSpPr>
        <p:spPr>
          <a:xfrm>
            <a:off x="623888" y="300199"/>
            <a:ext cx="10944112" cy="216000"/>
          </a:xfrm>
        </p:spPr>
        <p:txBody>
          <a:bodyPr/>
          <a:lstStyle/>
          <a:p>
            <a:r>
              <a:rPr lang="ja-JP" altLang="en-US" dirty="0"/>
              <a:t>点検・承認の利用方法 </a:t>
            </a:r>
            <a:r>
              <a:rPr lang="ja-JP" altLang="ja-JP" dirty="0"/>
              <a:t>(2/2)</a:t>
            </a:r>
            <a:endParaRPr lang="ja-JP" altLang="en-US" dirty="0"/>
          </a:p>
        </p:txBody>
      </p:sp>
      <p:sp>
        <p:nvSpPr>
          <p:cNvPr id="13" name="正方形/長方形 12">
            <a:extLst>
              <a:ext uri="{FF2B5EF4-FFF2-40B4-BE49-F238E27FC236}">
                <a16:creationId xmlns:a16="http://schemas.microsoft.com/office/drawing/2014/main" id="{EF3F2D83-1014-44BE-9986-C87EF4128DE8}"/>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985FE91C-2CC3-2BE7-4453-61919CF03154}"/>
              </a:ext>
            </a:extLst>
          </p:cNvPr>
          <p:cNvSpPr/>
          <p:nvPr/>
        </p:nvSpPr>
        <p:spPr bwMode="auto">
          <a:xfrm>
            <a:off x="674477" y="1023883"/>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17" name="正方形/長方形 16">
            <a:extLst>
              <a:ext uri="{FF2B5EF4-FFF2-40B4-BE49-F238E27FC236}">
                <a16:creationId xmlns:a16="http://schemas.microsoft.com/office/drawing/2014/main" id="{8CD02740-51F8-F8AB-1230-49E84FF87B71}"/>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sp>
        <p:nvSpPr>
          <p:cNvPr id="20" name="四角形: 角を丸くする 19">
            <a:extLst>
              <a:ext uri="{FF2B5EF4-FFF2-40B4-BE49-F238E27FC236}">
                <a16:creationId xmlns:a16="http://schemas.microsoft.com/office/drawing/2014/main" id="{5409546B-735A-17B9-BA9B-0F67C5EFBF44}"/>
              </a:ext>
            </a:extLst>
          </p:cNvPr>
          <p:cNvSpPr/>
          <p:nvPr/>
        </p:nvSpPr>
        <p:spPr bwMode="auto">
          <a:xfrm>
            <a:off x="6693408" y="2756915"/>
            <a:ext cx="4462272" cy="672084"/>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却下時は、修正する担当者のために、却下理由(任意)を記載のうえ「却下を確定」を押すことを推奨</a:t>
            </a:r>
          </a:p>
        </p:txBody>
      </p:sp>
      <p:sp>
        <p:nvSpPr>
          <p:cNvPr id="36" name="楕円 35">
            <a:extLst>
              <a:ext uri="{FF2B5EF4-FFF2-40B4-BE49-F238E27FC236}">
                <a16:creationId xmlns:a16="http://schemas.microsoft.com/office/drawing/2014/main" id="{234F152B-020A-3775-6B1F-FB7EE3B5CDA6}"/>
              </a:ext>
            </a:extLst>
          </p:cNvPr>
          <p:cNvSpPr/>
          <p:nvPr/>
        </p:nvSpPr>
        <p:spPr bwMode="auto">
          <a:xfrm>
            <a:off x="6400800" y="3575303"/>
            <a:ext cx="232157" cy="216000"/>
          </a:xfrm>
          <a:prstGeom prst="ellipse">
            <a:avLst/>
          </a:prstGeom>
          <a:solidFill>
            <a:schemeClr val="accent2"/>
          </a:solidFill>
          <a:ln w="12700">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100" dirty="0">
                <a:solidFill>
                  <a:schemeClr val="bg1"/>
                </a:solidFill>
                <a:latin typeface="+mn-ea"/>
              </a:rPr>
              <a:t>※</a:t>
            </a:r>
            <a:endParaRPr kumimoji="1" lang="ja-JP" altLang="ja-JP" sz="1400" b="0" i="0" u="none" strike="noStrike" kern="1200" cap="none" spc="0" normalizeH="0" baseline="0" noProof="0" dirty="0">
              <a:ln>
                <a:noFill/>
              </a:ln>
              <a:solidFill>
                <a:schemeClr val="bg1"/>
              </a:solidFill>
              <a:effectLst/>
              <a:uLnTx/>
              <a:uFillTx/>
              <a:latin typeface="+mn-ea"/>
              <a:ea typeface="+mn-ea"/>
              <a:cs typeface="+mn-cs"/>
            </a:endParaRPr>
          </a:p>
        </p:txBody>
      </p:sp>
      <p:pic>
        <p:nvPicPr>
          <p:cNvPr id="5" name="図 4">
            <a:extLst>
              <a:ext uri="{FF2B5EF4-FFF2-40B4-BE49-F238E27FC236}">
                <a16:creationId xmlns:a16="http://schemas.microsoft.com/office/drawing/2014/main" id="{9BC52C74-D256-6FD6-DD70-88A9C580D687}"/>
              </a:ext>
            </a:extLst>
          </p:cNvPr>
          <p:cNvPicPr>
            <a:picLocks noChangeAspect="1"/>
          </p:cNvPicPr>
          <p:nvPr/>
        </p:nvPicPr>
        <p:blipFill>
          <a:blip r:embed="rId10"/>
          <a:stretch>
            <a:fillRect/>
          </a:stretch>
        </p:blipFill>
        <p:spPr>
          <a:xfrm>
            <a:off x="731520" y="1517904"/>
            <a:ext cx="5212080" cy="1667865"/>
          </a:xfrm>
          <a:prstGeom prst="rect">
            <a:avLst/>
          </a:prstGeom>
        </p:spPr>
      </p:pic>
      <p:pic>
        <p:nvPicPr>
          <p:cNvPr id="10" name="図 9">
            <a:extLst>
              <a:ext uri="{FF2B5EF4-FFF2-40B4-BE49-F238E27FC236}">
                <a16:creationId xmlns:a16="http://schemas.microsoft.com/office/drawing/2014/main" id="{3573C3B0-72A2-8D32-BAC6-1C12EA57DB98}"/>
              </a:ext>
            </a:extLst>
          </p:cNvPr>
          <p:cNvPicPr>
            <a:picLocks noChangeAspect="1"/>
          </p:cNvPicPr>
          <p:nvPr/>
        </p:nvPicPr>
        <p:blipFill>
          <a:blip r:embed="rId11"/>
          <a:stretch>
            <a:fillRect/>
          </a:stretch>
        </p:blipFill>
        <p:spPr>
          <a:xfrm>
            <a:off x="731520" y="3931920"/>
            <a:ext cx="5212080" cy="1166189"/>
          </a:xfrm>
          <a:prstGeom prst="rect">
            <a:avLst/>
          </a:prstGeom>
        </p:spPr>
      </p:pic>
      <p:sp>
        <p:nvSpPr>
          <p:cNvPr id="16" name="正方形/長方形 15">
            <a:extLst>
              <a:ext uri="{FF2B5EF4-FFF2-40B4-BE49-F238E27FC236}">
                <a16:creationId xmlns:a16="http://schemas.microsoft.com/office/drawing/2014/main" id="{45C3B56E-86B4-E2BD-E942-58DB4E96F2FD}"/>
              </a:ext>
            </a:extLst>
          </p:cNvPr>
          <p:cNvSpPr/>
          <p:nvPr/>
        </p:nvSpPr>
        <p:spPr bwMode="auto">
          <a:xfrm>
            <a:off x="824465" y="4080482"/>
            <a:ext cx="1395212" cy="35438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4" name="正方形/長方形 23">
            <a:extLst>
              <a:ext uri="{FF2B5EF4-FFF2-40B4-BE49-F238E27FC236}">
                <a16:creationId xmlns:a16="http://schemas.microsoft.com/office/drawing/2014/main" id="{7C1CFAB4-1515-1BF6-6DB7-6A104A684827}"/>
              </a:ext>
            </a:extLst>
          </p:cNvPr>
          <p:cNvSpPr/>
          <p:nvPr/>
        </p:nvSpPr>
        <p:spPr bwMode="auto">
          <a:xfrm>
            <a:off x="4888420" y="2276094"/>
            <a:ext cx="778383" cy="315087"/>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4" name="楕円 33">
            <a:extLst>
              <a:ext uri="{FF2B5EF4-FFF2-40B4-BE49-F238E27FC236}">
                <a16:creationId xmlns:a16="http://schemas.microsoft.com/office/drawing/2014/main" id="{A63EBB6A-778B-76A2-D164-393D84B9A221}"/>
              </a:ext>
            </a:extLst>
          </p:cNvPr>
          <p:cNvSpPr/>
          <p:nvPr/>
        </p:nvSpPr>
        <p:spPr bwMode="auto">
          <a:xfrm>
            <a:off x="4234243" y="1968627"/>
            <a:ext cx="220889" cy="216000"/>
          </a:xfrm>
          <a:prstGeom prst="ellipse">
            <a:avLst/>
          </a:prstGeom>
          <a:solidFill>
            <a:schemeClr val="accent2"/>
          </a:solidFill>
          <a:ln w="12700">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lang="ja-JP" altLang="ja-JP" sz="1100" dirty="0">
                <a:solidFill>
                  <a:schemeClr val="bg1"/>
                </a:solidFill>
                <a:latin typeface="+mn-ea"/>
              </a:rPr>
              <a:t>※</a:t>
            </a:r>
            <a:endParaRPr kumimoji="1" lang="ja-JP" altLang="ja-JP" sz="1400" b="0" i="0" u="none" strike="noStrike" kern="1200" cap="none" spc="0" normalizeH="0" baseline="0" noProof="0" dirty="0">
              <a:ln>
                <a:noFill/>
              </a:ln>
              <a:solidFill>
                <a:schemeClr val="bg1"/>
              </a:solidFill>
              <a:effectLst/>
              <a:uLnTx/>
              <a:uFillTx/>
              <a:latin typeface="+mn-ea"/>
              <a:ea typeface="+mn-ea"/>
              <a:cs typeface="+mn-cs"/>
            </a:endParaRPr>
          </a:p>
        </p:txBody>
      </p:sp>
      <p:sp>
        <p:nvSpPr>
          <p:cNvPr id="37" name="正方形/長方形 36">
            <a:extLst>
              <a:ext uri="{FF2B5EF4-FFF2-40B4-BE49-F238E27FC236}">
                <a16:creationId xmlns:a16="http://schemas.microsoft.com/office/drawing/2014/main" id="{609E6B4D-E8C5-9983-174E-13A2417B6353}"/>
              </a:ext>
            </a:extLst>
          </p:cNvPr>
          <p:cNvSpPr/>
          <p:nvPr/>
        </p:nvSpPr>
        <p:spPr bwMode="auto">
          <a:xfrm>
            <a:off x="2377440" y="1261872"/>
            <a:ext cx="3566160" cy="219456"/>
          </a:xfrm>
          <a:prstGeom prst="rect">
            <a:avLst/>
          </a:prstGeom>
          <a:solidFill>
            <a:schemeClr val="accent2">
              <a:lumMod val="20000"/>
              <a:lumOff val="80000"/>
              <a:alpha val="80000"/>
            </a:schemeClr>
          </a:solidFill>
          <a:ln w="9525">
            <a:noFill/>
            <a:miter lim="800000"/>
            <a:headEnd/>
            <a:tailEnd/>
          </a:ln>
          <a:effectLst/>
        </p:spPr>
        <p:txBody>
          <a:bodyPr wrap="non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rgbClr val="FF0000"/>
                </a:solidFill>
                <a:effectLst/>
                <a:uLnTx/>
                <a:uFillTx/>
                <a:latin typeface="+mn-ea"/>
                <a:ea typeface="+mn-ea"/>
                <a:cs typeface="+mn-cs"/>
              </a:rPr>
              <a:t>承認できる行：操作に「承認する」「却下する」あり</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4" name="四角形: 角を丸くする 3">
            <a:extLst>
              <a:ext uri="{FF2B5EF4-FFF2-40B4-BE49-F238E27FC236}">
                <a16:creationId xmlns:a16="http://schemas.microsoft.com/office/drawing/2014/main" id="{60478CDF-9A08-420A-D3CC-43A384AB16F7}"/>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3-5</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EDABCB81-92A8-D79A-BE9C-46E52C64804C}"/>
              </a:ext>
            </a:extLst>
          </p:cNvPr>
          <p:cNvSpPr/>
          <p:nvPr/>
        </p:nvSpPr>
        <p:spPr bwMode="auto">
          <a:xfrm>
            <a:off x="4476940" y="231267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3-5</a:t>
            </a:r>
            <a:endParaRPr lang="ja-JP" altLang="en-US" sz="1100" b="1" dirty="0">
              <a:solidFill>
                <a:schemeClr val="bg1"/>
              </a:solidFill>
              <a:latin typeface="+mn-ea"/>
            </a:endParaRPr>
          </a:p>
        </p:txBody>
      </p:sp>
      <p:sp>
        <p:nvSpPr>
          <p:cNvPr id="9" name="正方形/長方形 8">
            <a:extLst>
              <a:ext uri="{FF2B5EF4-FFF2-40B4-BE49-F238E27FC236}">
                <a16:creationId xmlns:a16="http://schemas.microsoft.com/office/drawing/2014/main" id="{0BE345B3-62FD-294E-0A18-77F920E11252}"/>
              </a:ext>
            </a:extLst>
          </p:cNvPr>
          <p:cNvSpPr/>
          <p:nvPr/>
        </p:nvSpPr>
        <p:spPr bwMode="auto">
          <a:xfrm>
            <a:off x="731520" y="3219450"/>
            <a:ext cx="5212080" cy="219456"/>
          </a:xfrm>
          <a:prstGeom prst="rect">
            <a:avLst/>
          </a:prstGeom>
          <a:solidFill>
            <a:schemeClr val="accent2">
              <a:lumMod val="20000"/>
              <a:lumOff val="80000"/>
              <a:alpha val="80000"/>
            </a:schemeClr>
          </a:solidFill>
          <a:ln w="9525">
            <a:noFill/>
            <a:miter lim="800000"/>
            <a:headEnd/>
            <a:tailEnd/>
          </a:ln>
          <a:effectLst/>
        </p:spPr>
        <p:txBody>
          <a:bodyPr wrap="non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effectLst/>
                <a:uLnTx/>
                <a:uFillTx/>
                <a:latin typeface="+mn-ea"/>
                <a:ea typeface="+mn-ea"/>
                <a:cs typeface="+mn-cs"/>
              </a:rPr>
              <a:t>承認できない行(例：1行目の他社問答)：操作ボタンなし</a:t>
            </a: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1" name="正方形/長方形 20">
            <a:extLst>
              <a:ext uri="{FF2B5EF4-FFF2-40B4-BE49-F238E27FC236}">
                <a16:creationId xmlns:a16="http://schemas.microsoft.com/office/drawing/2014/main" id="{DC222860-C326-B0A4-DC28-487B30A3904E}"/>
              </a:ext>
            </a:extLst>
          </p:cNvPr>
          <p:cNvSpPr/>
          <p:nvPr/>
        </p:nvSpPr>
        <p:spPr bwMode="auto">
          <a:xfrm>
            <a:off x="4888420" y="1696974"/>
            <a:ext cx="778383" cy="257175"/>
          </a:xfrm>
          <a:prstGeom prst="rect">
            <a:avLst/>
          </a:prstGeom>
          <a:solidFill>
            <a:schemeClr val="accent2">
              <a:lumMod val="40000"/>
              <a:lumOff val="60000"/>
              <a:alpha val="3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5" name="正方形/長方形 23 c55">
            <a:extLst>
              <a:ext uri="{FF2B5EF4-FFF2-40B4-BE49-F238E27FC236}">
                <a16:creationId xmlns:a16="http://schemas.microsoft.com/office/drawing/2014/main" id="{6CF1C04D-480B-4386-9C88-1ED68C7B36E5}"/>
              </a:ext>
            </a:extLst>
          </p:cNvPr>
          <p:cNvSpPr/>
          <p:nvPr/>
        </p:nvSpPr>
        <p:spPr bwMode="auto">
          <a:xfrm>
            <a:off x="4490275" y="1950339"/>
            <a:ext cx="1176528" cy="315087"/>
          </a:xfrm>
          <a:prstGeom prst="rect">
            <a:avLst/>
          </a:prstGeom>
          <a:noFill/>
          <a:ln w="28575">
            <a:solidFill>
              <a:schemeClr val="accent6"/>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6" name="正方形/長方形 12 c56">
            <a:extLst>
              <a:ext uri="{FF2B5EF4-FFF2-40B4-BE49-F238E27FC236}">
                <a16:creationId xmlns:a16="http://schemas.microsoft.com/office/drawing/2014/main" id="{E55D9CFC-DDF2-4281-981F-AEC0E8BC0328}"/>
              </a:ext>
            </a:extLst>
          </p:cNvPr>
          <p:cNvSpPr/>
          <p:nvPr/>
        </p:nvSpPr>
        <p:spPr bwMode="auto">
          <a:xfrm>
            <a:off x="6352406" y="1280160"/>
            <a:ext cx="5220000" cy="13487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rgbClr val="FF0000"/>
                </a:solidFill>
                <a:latin typeface="+mn-ea"/>
              </a:rPr>
              <a:t>QAを承認/却下【承認できる立場のみ】</a:t>
            </a:r>
            <a:br>
              <a:rPr lang="ja-JP" altLang="ja-JP" sz="1200" b="1">
                <a:latin typeface="+mn-ea"/>
              </a:rPr>
            </a:br>
            <a:r>
              <a:rPr lang="ja-JP" altLang="en-US" sz="1200" b="1">
                <a:latin typeface="+mn-ea"/>
              </a:rPr>
              <a:t>権限表で「閲覧・編集＆承認」の立場(コア担当</a:t>
            </a:r>
            <a:br>
              <a:rPr lang="ja-JP" altLang="ja-JP" sz="1200" b="1">
                <a:latin typeface="+mn-ea"/>
              </a:rPr>
            </a:br>
            <a:r>
              <a:rPr lang="ja-JP" altLang="en-US" sz="1200" b="1">
                <a:latin typeface="+mn-ea"/>
              </a:rPr>
              <a:t>事業部・BX推進室等)は、承認できる行にだけ表示</a:t>
            </a:r>
            <a:br>
              <a:rPr lang="ja-JP" altLang="ja-JP" sz="1200" b="1">
                <a:latin typeface="+mn-ea"/>
              </a:rPr>
            </a:br>
            <a:r>
              <a:rPr lang="ja-JP" altLang="en-US" sz="1200" b="1">
                <a:latin typeface="+mn-ea"/>
              </a:rPr>
              <a:t>される「承認する」/「却下する」ボタンで変更</a:t>
            </a:r>
            <a:br>
              <a:rPr lang="ja-JP" altLang="ja-JP" sz="1200" b="1">
                <a:latin typeface="+mn-ea"/>
              </a:rPr>
            </a:br>
            <a:r>
              <a:rPr lang="ja-JP" altLang="en-US" sz="1200" b="1">
                <a:latin typeface="+mn-ea"/>
              </a:rPr>
              <a:t>(未対応のAI指摘があるときは確認が表示される)</a:t>
            </a:r>
            <a:br>
              <a:rPr lang="ja-JP" altLang="ja-JP" sz="1200" b="1">
                <a:latin typeface="+mn-ea"/>
              </a:rPr>
            </a:br>
            <a:r>
              <a:rPr lang="ja-JP" altLang="en-US" sz="1200" b="1">
                <a:latin typeface="+mn-ea"/>
              </a:rPr>
              <a:t>承認できる事業部が複数ある場合は、「承認する</a:t>
            </a:r>
            <a:br>
              <a:rPr lang="ja-JP" altLang="ja-JP" sz="1200" b="1">
                <a:latin typeface="+mn-ea"/>
              </a:rPr>
            </a:br>
            <a:r>
              <a:rPr lang="ja-JP" altLang="en-US" sz="1200" b="1">
                <a:latin typeface="+mn-ea"/>
              </a:rPr>
              <a:t>事業部」で一覧を絞り込み可能</a:t>
            </a:r>
            <a:endParaRPr lang="ja-JP" altLang="ja-JP" sz="1200" b="1">
              <a:latin typeface="+mn-ea"/>
            </a:endParaRPr>
          </a:p>
        </p:txBody>
      </p:sp>
      <p:sp>
        <p:nvSpPr>
          <p:cNvPr id="57" name="正方形/長方形 12 c57">
            <a:extLst>
              <a:ext uri="{FF2B5EF4-FFF2-40B4-BE49-F238E27FC236}">
                <a16:creationId xmlns:a16="http://schemas.microsoft.com/office/drawing/2014/main" id="{1D6A73E5-E1B0-400D-88AC-9C4BE49D16D8}"/>
              </a:ext>
            </a:extLst>
          </p:cNvPr>
          <p:cNvSpPr/>
          <p:nvPr/>
        </p:nvSpPr>
        <p:spPr bwMode="auto">
          <a:xfrm>
            <a:off x="6352406" y="3557015"/>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rgbClr val="FF0000"/>
                </a:solidFill>
                <a:latin typeface="+mn-ea"/>
              </a:rPr>
              <a:t>承認後のQAの挙動【承認できる立場以外】</a:t>
            </a:r>
            <a:br>
              <a:rPr lang="ja-JP" altLang="ja-JP" sz="1200" b="1">
                <a:latin typeface="+mn-ea"/>
              </a:rPr>
            </a:br>
            <a:r>
              <a:rPr lang="ja-JP" altLang="en-US" sz="1200" b="1">
                <a:latin typeface="+mn-ea"/>
              </a:rPr>
              <a:t>QAが承認されると、対象のQAは編集できないようにロックされ、</a:t>
            </a:r>
            <a:br>
              <a:rPr lang="ja-JP" altLang="ja-JP" sz="1200" b="1">
                <a:latin typeface="+mn-ea"/>
              </a:rPr>
            </a:br>
            <a:r>
              <a:rPr lang="ja-JP" altLang="en-US" sz="1200" b="1">
                <a:latin typeface="+mn-ea"/>
              </a:rPr>
              <a:t>AI壁打ち・当日回答作成・問答集出力で使われる</a:t>
            </a:r>
            <a:br>
              <a:rPr lang="ja-JP" altLang="ja-JP" sz="1200" b="1">
                <a:latin typeface="+mn-ea"/>
              </a:rPr>
            </a:br>
            <a:r>
              <a:rPr lang="ja-JP" altLang="en-US" sz="1200" b="1">
                <a:latin typeface="+mn-ea"/>
              </a:rPr>
              <a:t>修正が必要な場合は、承認できる立場の方に</a:t>
            </a:r>
            <a:br>
              <a:rPr lang="ja-JP" altLang="ja-JP" sz="1200" b="1">
                <a:latin typeface="+mn-ea"/>
              </a:rPr>
            </a:br>
            <a:r>
              <a:rPr lang="ja-JP" altLang="en-US" sz="1200" b="1">
                <a:latin typeface="+mn-ea"/>
              </a:rPr>
              <a:t>「承認を解除」してもらい「承認待ち」に戻して編集</a:t>
            </a:r>
            <a:endParaRPr lang="ja-JP" altLang="ja-JP" sz="1200" b="1">
              <a:latin typeface="+mn-ea"/>
            </a:endParaRPr>
          </a:p>
        </p:txBody>
      </p:sp>
    </p:spTree>
    <p:extLst>
      <p:ext uri="{BB962C8B-B14F-4D97-AF65-F5344CB8AC3E}">
        <p14:creationId xmlns:p14="http://schemas.microsoft.com/office/powerpoint/2010/main" val="673865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D8ED8-E6AD-1C0F-D346-F9B09EF5F955}"/>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A8182544-4BB9-88A9-D571-5712069CDDE6}"/>
              </a:ext>
            </a:extLst>
          </p:cNvPr>
          <p:cNvGraphicFramePr>
            <a:graphicFrameLocks/>
          </p:cNvGraphicFramePr>
          <p:nvPr>
            <p:custDataLst>
              <p:tags r:id="rId1"/>
            </p:custDataLst>
            <p:extLst>
              <p:ext uri="{D42A27DB-BD31-4B8C-83A1-F6EECF244321}">
                <p14:modId xmlns:p14="http://schemas.microsoft.com/office/powerpoint/2010/main" val="15872409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A8182544-4BB9-88A9-D571-5712069CDDE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51384771-762B-865C-1242-8BE1F42ECF16}"/>
              </a:ext>
            </a:extLst>
          </p:cNvPr>
          <p:cNvSpPr/>
          <p:nvPr/>
        </p:nvSpPr>
        <p:spPr bwMode="auto">
          <a:xfrm>
            <a:off x="623887" y="2642282"/>
            <a:ext cx="5472113"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191346B8-C9F5-C28B-FFFF-B0CD9C6D7C56}"/>
              </a:ext>
            </a:extLst>
          </p:cNvPr>
          <p:cNvSpPr/>
          <p:nvPr/>
        </p:nvSpPr>
        <p:spPr bwMode="auto">
          <a:xfrm>
            <a:off x="623887" y="1126710"/>
            <a:ext cx="5472113"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BC5A2080-C9E1-67BB-EE0D-BC43C5DE2994}"/>
              </a:ext>
            </a:extLst>
          </p:cNvPr>
          <p:cNvSpPr>
            <a:spLocks noGrp="1"/>
          </p:cNvSpPr>
          <p:nvPr>
            <p:ph type="body" sz="quarter" idx="11"/>
          </p:nvPr>
        </p:nvSpPr>
        <p:spPr>
          <a:xfrm>
            <a:off x="623888" y="300199"/>
            <a:ext cx="10944112" cy="216000"/>
          </a:xfrm>
        </p:spPr>
        <p:txBody>
          <a:bodyPr/>
          <a:lstStyle/>
          <a:p>
            <a:r>
              <a:rPr lang="ja-JP" altLang="en-US" dirty="0"/>
              <a:t>問答集出力の利用方法 </a:t>
            </a:r>
          </a:p>
        </p:txBody>
      </p:sp>
      <p:sp>
        <p:nvSpPr>
          <p:cNvPr id="13" name="正方形/長方形 12">
            <a:extLst>
              <a:ext uri="{FF2B5EF4-FFF2-40B4-BE49-F238E27FC236}">
                <a16:creationId xmlns:a16="http://schemas.microsoft.com/office/drawing/2014/main" id="{039DC7A2-8B3C-AC74-1A95-FF43D1DD9011}"/>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5351FF8C-0666-9DB3-A2B0-CD6CC2DC800E}"/>
              </a:ext>
            </a:extLst>
          </p:cNvPr>
          <p:cNvSpPr/>
          <p:nvPr/>
        </p:nvSpPr>
        <p:spPr bwMode="auto">
          <a:xfrm>
            <a:off x="674477"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89E39BFD-C4D6-C25E-B72E-6FC6BC231057}"/>
              </a:ext>
            </a:extLst>
          </p:cNvPr>
          <p:cNvSpPr/>
          <p:nvPr/>
        </p:nvSpPr>
        <p:spPr bwMode="auto">
          <a:xfrm>
            <a:off x="691322"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85DF17E3-75DA-7293-03FA-E6247E412E9A}"/>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94E63FAC-9C52-31A6-0BCE-8CF6D2D5BB4D}"/>
              </a:ext>
            </a:extLst>
          </p:cNvPr>
          <p:cNvPicPr>
            <a:picLocks noChangeAspect="1"/>
          </p:cNvPicPr>
          <p:nvPr/>
        </p:nvPicPr>
        <p:blipFill>
          <a:blip r:embed="rId10"/>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A9A5099F-D89F-4563-9B28-35BB0DF6F318}"/>
              </a:ext>
            </a:extLst>
          </p:cNvPr>
          <p:cNvSpPr/>
          <p:nvPr/>
        </p:nvSpPr>
        <p:spPr bwMode="auto">
          <a:xfrm>
            <a:off x="5129969" y="2237943"/>
            <a:ext cx="778307" cy="546845"/>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70C1072E-5339-03D0-F6A6-38E5C0A9BD19}"/>
              </a:ext>
            </a:extLst>
          </p:cNvPr>
          <p:cNvPicPr>
            <a:picLocks noChangeAspect="1"/>
          </p:cNvPicPr>
          <p:nvPr/>
        </p:nvPicPr>
        <p:blipFill>
          <a:blip r:embed="rId9"/>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F1B25576-63F3-69F7-FBB8-7DCD8E9052EA}"/>
              </a:ext>
            </a:extLst>
          </p:cNvPr>
          <p:cNvSpPr/>
          <p:nvPr/>
        </p:nvSpPr>
        <p:spPr bwMode="auto">
          <a:xfrm>
            <a:off x="1010542" y="1807824"/>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42" name="直線コネクタ 41">
            <a:extLst>
              <a:ext uri="{FF2B5EF4-FFF2-40B4-BE49-F238E27FC236}">
                <a16:creationId xmlns:a16="http://schemas.microsoft.com/office/drawing/2014/main" id="{C46E3683-FC0A-CA55-62E4-D8BCF494B88F}"/>
              </a:ext>
            </a:extLst>
          </p:cNvPr>
          <p:cNvCxnSpPr>
            <a:cxnSpLocks/>
            <a:stCxn id="33" idx="3"/>
          </p:cNvCxnSpPr>
          <p:nvPr/>
        </p:nvCxnSpPr>
        <p:spPr>
          <a:xfrm flipV="1">
            <a:off x="1697275" y="1755648"/>
            <a:ext cx="387556" cy="10368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6B54FFC-11B5-A9C7-DB6B-FACC876EC102}"/>
              </a:ext>
            </a:extLst>
          </p:cNvPr>
          <p:cNvCxnSpPr>
            <a:cxnSpLocks/>
            <a:stCxn id="14" idx="1"/>
          </p:cNvCxnSpPr>
          <p:nvPr/>
        </p:nvCxnSpPr>
        <p:spPr>
          <a:xfrm>
            <a:off x="2468879" y="1755648"/>
            <a:ext cx="2661090" cy="75571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45F5DB33-CB0B-E411-1A8F-B966E030052C}"/>
              </a:ext>
            </a:extLst>
          </p:cNvPr>
          <p:cNvPicPr>
            <a:picLocks noChangeAspect="1"/>
          </p:cNvPicPr>
          <p:nvPr/>
        </p:nvPicPr>
        <p:blipFill>
          <a:blip r:embed="rId11"/>
          <a:stretch>
            <a:fillRect/>
          </a:stretch>
        </p:blipFill>
        <p:spPr>
          <a:xfrm>
            <a:off x="786384" y="2816352"/>
            <a:ext cx="5138928" cy="2855316"/>
          </a:xfrm>
          <a:prstGeom prst="rect">
            <a:avLst/>
          </a:prstGeom>
        </p:spPr>
      </p:pic>
      <p:sp>
        <p:nvSpPr>
          <p:cNvPr id="20" name="正方形/長方形 19">
            <a:extLst>
              <a:ext uri="{FF2B5EF4-FFF2-40B4-BE49-F238E27FC236}">
                <a16:creationId xmlns:a16="http://schemas.microsoft.com/office/drawing/2014/main" id="{7663584D-A370-3C5B-6AB0-E19498C50F52}"/>
              </a:ext>
            </a:extLst>
          </p:cNvPr>
          <p:cNvSpPr/>
          <p:nvPr/>
        </p:nvSpPr>
        <p:spPr bwMode="auto">
          <a:xfrm>
            <a:off x="832332" y="2851594"/>
            <a:ext cx="2035048" cy="243560"/>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6" name="四角形: 角を丸くする 35">
            <a:extLst>
              <a:ext uri="{FF2B5EF4-FFF2-40B4-BE49-F238E27FC236}">
                <a16:creationId xmlns:a16="http://schemas.microsoft.com/office/drawing/2014/main" id="{CBCB0392-1769-E351-C56A-743B0C99E92A}"/>
              </a:ext>
            </a:extLst>
          </p:cNvPr>
          <p:cNvSpPr/>
          <p:nvPr/>
        </p:nvSpPr>
        <p:spPr bwMode="auto">
          <a:xfrm>
            <a:off x="6693408" y="2788919"/>
            <a:ext cx="4462272" cy="1046988"/>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★補足事項</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出力は所属の範囲で絞られる(BUコアは所属の問答のみ、役員は全コア)</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キーワード欄で検索(AI不使用)、行クリックで全文表示。備忘メモは出力されない</a:t>
            </a:r>
          </a:p>
        </p:txBody>
      </p:sp>
      <p:sp>
        <p:nvSpPr>
          <p:cNvPr id="6" name="四角形: 角を丸くする 5">
            <a:extLst>
              <a:ext uri="{FF2B5EF4-FFF2-40B4-BE49-F238E27FC236}">
                <a16:creationId xmlns:a16="http://schemas.microsoft.com/office/drawing/2014/main" id="{CE7E6AF1-9C19-99AC-FE71-BAEAF145E3A9}"/>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4-1</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03541828-AB5F-023A-18DF-E1E836924B0B}"/>
              </a:ext>
            </a:extLst>
          </p:cNvPr>
          <p:cNvSpPr/>
          <p:nvPr/>
        </p:nvSpPr>
        <p:spPr bwMode="auto">
          <a:xfrm>
            <a:off x="6373368" y="189737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4-2</a:t>
            </a:r>
          </a:p>
        </p:txBody>
      </p:sp>
      <p:sp>
        <p:nvSpPr>
          <p:cNvPr id="19" name="四角形: 角を丸くする 18">
            <a:extLst>
              <a:ext uri="{FF2B5EF4-FFF2-40B4-BE49-F238E27FC236}">
                <a16:creationId xmlns:a16="http://schemas.microsoft.com/office/drawing/2014/main" id="{AA85AF04-D610-2142-ECF4-C9FE92D23162}"/>
              </a:ext>
            </a:extLst>
          </p:cNvPr>
          <p:cNvSpPr/>
          <p:nvPr/>
        </p:nvSpPr>
        <p:spPr bwMode="auto">
          <a:xfrm>
            <a:off x="6373368" y="394563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4-3</a:t>
            </a:r>
            <a:endParaRPr lang="ja-JP" altLang="en-US" sz="1100" b="1" dirty="0">
              <a:solidFill>
                <a:schemeClr val="bg1"/>
              </a:solidFill>
              <a:latin typeface="+mn-ea"/>
            </a:endParaRPr>
          </a:p>
        </p:txBody>
      </p:sp>
      <p:sp>
        <p:nvSpPr>
          <p:cNvPr id="22" name="四角形: 角を丸くする 21">
            <a:extLst>
              <a:ext uri="{FF2B5EF4-FFF2-40B4-BE49-F238E27FC236}">
                <a16:creationId xmlns:a16="http://schemas.microsoft.com/office/drawing/2014/main" id="{68DBE32A-7BF1-F698-3C56-A0ABA8BC9CBB}"/>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4-1</a:t>
            </a:r>
            <a:endParaRPr lang="ja-JP" altLang="en-US" sz="1100" b="1" dirty="0">
              <a:solidFill>
                <a:schemeClr val="bg1"/>
              </a:solidFill>
              <a:latin typeface="+mn-ea"/>
            </a:endParaRPr>
          </a:p>
        </p:txBody>
      </p:sp>
      <p:sp>
        <p:nvSpPr>
          <p:cNvPr id="2" name="四角形: 角を丸くする 1">
            <a:extLst>
              <a:ext uri="{FF2B5EF4-FFF2-40B4-BE49-F238E27FC236}">
                <a16:creationId xmlns:a16="http://schemas.microsoft.com/office/drawing/2014/main" id="{FBA93B30-F7C9-9FD9-263E-CEE09B15DA06}"/>
              </a:ext>
            </a:extLst>
          </p:cNvPr>
          <p:cNvSpPr/>
          <p:nvPr/>
        </p:nvSpPr>
        <p:spPr bwMode="auto">
          <a:xfrm>
            <a:off x="2913100" y="286988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4-2</a:t>
            </a:r>
          </a:p>
        </p:txBody>
      </p:sp>
      <p:sp>
        <p:nvSpPr>
          <p:cNvPr id="5" name="四角形: 角を丸くする 4">
            <a:extLst>
              <a:ext uri="{FF2B5EF4-FFF2-40B4-BE49-F238E27FC236}">
                <a16:creationId xmlns:a16="http://schemas.microsoft.com/office/drawing/2014/main" id="{E9FF2728-0DCA-5F89-F0C6-1488B0E27DFA}"/>
              </a:ext>
            </a:extLst>
          </p:cNvPr>
          <p:cNvSpPr/>
          <p:nvPr/>
        </p:nvSpPr>
        <p:spPr bwMode="auto">
          <a:xfrm>
            <a:off x="832332" y="3673729"/>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4-3</a:t>
            </a:r>
            <a:endParaRPr lang="ja-JP" altLang="en-US" sz="1100" b="1" dirty="0">
              <a:solidFill>
                <a:schemeClr val="bg1"/>
              </a:solidFill>
              <a:latin typeface="+mn-ea"/>
            </a:endParaRPr>
          </a:p>
        </p:txBody>
      </p:sp>
      <p:sp>
        <p:nvSpPr>
          <p:cNvPr id="55" name="正方形/長方形 19 c55">
            <a:extLst>
              <a:ext uri="{FF2B5EF4-FFF2-40B4-BE49-F238E27FC236}">
                <a16:creationId xmlns:a16="http://schemas.microsoft.com/office/drawing/2014/main" id="{3B80842F-B463-43F0-8853-529F0DD628D4}"/>
              </a:ext>
            </a:extLst>
          </p:cNvPr>
          <p:cNvSpPr/>
          <p:nvPr/>
        </p:nvSpPr>
        <p:spPr bwMode="auto">
          <a:xfrm>
            <a:off x="832332" y="3458273"/>
            <a:ext cx="5139817" cy="197167"/>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6" name="正方形/長方形 12 c56">
            <a:extLst>
              <a:ext uri="{FF2B5EF4-FFF2-40B4-BE49-F238E27FC236}">
                <a16:creationId xmlns:a16="http://schemas.microsoft.com/office/drawing/2014/main" id="{597C1E89-97CA-406F-B924-6862EC7D2B21}"/>
              </a:ext>
            </a:extLst>
          </p:cNvPr>
          <p:cNvSpPr/>
          <p:nvPr/>
        </p:nvSpPr>
        <p:spPr bwMode="auto">
          <a:xfrm>
            <a:off x="6352406" y="1280160"/>
            <a:ext cx="5220000"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ホーム画面右下もしくは</a:t>
            </a:r>
            <a:br>
              <a:rPr lang="ja-JP" altLang="ja-JP" sz="1200" b="1">
                <a:latin typeface="+mn-ea"/>
              </a:rPr>
            </a:br>
            <a:r>
              <a:rPr lang="ja-JP" altLang="en-US" sz="1200" b="1">
                <a:latin typeface="+mn-ea"/>
              </a:rPr>
              <a:t>ナビゲーションの「問答集出力」をクリック</a:t>
            </a:r>
            <a:endParaRPr lang="ja-JP" altLang="ja-JP" sz="1200" b="1">
              <a:latin typeface="+mn-ea"/>
            </a:endParaRPr>
          </a:p>
        </p:txBody>
      </p:sp>
      <p:sp>
        <p:nvSpPr>
          <p:cNvPr id="57" name="正方形/長方形 12 c56 c57">
            <a:extLst>
              <a:ext uri="{FF2B5EF4-FFF2-40B4-BE49-F238E27FC236}">
                <a16:creationId xmlns:a16="http://schemas.microsoft.com/office/drawing/2014/main" id="{EC49E016-C04F-40F8-A9FA-87AC43D67915}"/>
              </a:ext>
            </a:extLst>
          </p:cNvPr>
          <p:cNvSpPr/>
          <p:nvPr/>
        </p:nvSpPr>
        <p:spPr bwMode="auto">
          <a:xfrm>
            <a:off x="6352406" y="1879091"/>
            <a:ext cx="5220000"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必要な想定問答の期間を選択</a:t>
            </a:r>
            <a:br>
              <a:rPr lang="ja-JP" altLang="ja-JP" sz="1200" b="1">
                <a:latin typeface="+mn-ea"/>
              </a:rPr>
            </a:br>
            <a:r>
              <a:rPr lang="ja-JP" altLang="en-US" sz="1200" b="1">
                <a:latin typeface="+mn-ea"/>
              </a:rPr>
              <a:t>プルダウンで必要な期間の承認されたＱＡを確認</a:t>
            </a:r>
            <a:br>
              <a:rPr lang="ja-JP" altLang="ja-JP" sz="1200" b="1">
                <a:latin typeface="+mn-ea"/>
              </a:rPr>
            </a:br>
            <a:r>
              <a:rPr lang="ja-JP" altLang="en-US" sz="1200" b="1">
                <a:latin typeface="+mn-ea"/>
              </a:rPr>
              <a:t>※１期だけでなく、複数選択し表示することが可能</a:t>
            </a:r>
            <a:br>
              <a:rPr lang="ja-JP" altLang="ja-JP" sz="1200" b="1">
                <a:latin typeface="+mn-ea"/>
              </a:rPr>
            </a:br>
            <a:r>
              <a:rPr lang="ja-JP" altLang="en-US" sz="1200" b="1">
                <a:latin typeface="+mn-ea"/>
              </a:rPr>
              <a:t>※作業中の期は承認済みのみ、過去の期は台帳にある全件を表示</a:t>
            </a:r>
            <a:endParaRPr lang="ja-JP" altLang="ja-JP" sz="1200" b="1">
              <a:latin typeface="+mn-ea"/>
            </a:endParaRPr>
          </a:p>
        </p:txBody>
      </p:sp>
      <p:sp>
        <p:nvSpPr>
          <p:cNvPr id="58" name="正方形/長方形 12 c58">
            <a:extLst>
              <a:ext uri="{FF2B5EF4-FFF2-40B4-BE49-F238E27FC236}">
                <a16:creationId xmlns:a16="http://schemas.microsoft.com/office/drawing/2014/main" id="{BEA9978E-29FF-4FA2-8ECF-2164BB7E14BA}"/>
              </a:ext>
            </a:extLst>
          </p:cNvPr>
          <p:cNvSpPr/>
          <p:nvPr/>
        </p:nvSpPr>
        <p:spPr bwMode="auto">
          <a:xfrm>
            <a:off x="6352406" y="3927347"/>
            <a:ext cx="5220000" cy="1897379"/>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想定問答を出力する</a:t>
            </a:r>
            <a:br>
              <a:rPr lang="ja-JP" altLang="ja-JP" sz="1200" b="1">
                <a:latin typeface="+mn-ea"/>
              </a:rPr>
            </a:br>
            <a:r>
              <a:rPr lang="ja-JP" altLang="en-US" sz="1200" b="1">
                <a:latin typeface="+mn-ea"/>
              </a:rPr>
              <a:t>◆すべて出力する場合</a:t>
            </a:r>
            <a:br>
              <a:rPr lang="ja-JP" altLang="ja-JP" sz="1200" b="1">
                <a:latin typeface="+mn-ea"/>
              </a:rPr>
            </a:br>
            <a:r>
              <a:rPr lang="ja-JP" altLang="en-US" sz="1200" b="1">
                <a:latin typeface="+mn-ea"/>
              </a:rPr>
              <a:t>画面左の「すべて選択」チェックボックスをチェック</a:t>
            </a:r>
            <a:br>
              <a:rPr lang="ja-JP" altLang="ja-JP" sz="1200" b="1">
                <a:latin typeface="+mn-ea"/>
              </a:rPr>
            </a:br>
            <a:r>
              <a:rPr lang="ja-JP" altLang="en-US" sz="1200" b="1">
                <a:latin typeface="+mn-ea"/>
              </a:rPr>
              <a:t>画面右の出力方式を選択し、出力/ダウンロード</a:t>
            </a:r>
            <a:br>
              <a:rPr lang="ja-JP" altLang="ja-JP" sz="1200" b="1">
                <a:latin typeface="+mn-ea"/>
              </a:rPr>
            </a:br>
            <a:r>
              <a:rPr lang="ja-JP" altLang="en-US" sz="1200" b="1">
                <a:latin typeface="+mn-ea"/>
              </a:rPr>
              <a:t>◆個別に出力する場合</a:t>
            </a:r>
            <a:br>
              <a:rPr lang="ja-JP" altLang="ja-JP" sz="1200" b="1">
                <a:latin typeface="+mn-ea"/>
              </a:rPr>
            </a:br>
            <a:r>
              <a:rPr lang="ja-JP" altLang="en-US" sz="1200" b="1">
                <a:latin typeface="+mn-ea"/>
              </a:rPr>
              <a:t>必要なQAチェックボックスをチェック</a:t>
            </a:r>
            <a:br>
              <a:rPr lang="ja-JP" altLang="ja-JP" sz="1200" b="1">
                <a:latin typeface="+mn-ea"/>
              </a:rPr>
            </a:br>
            <a:r>
              <a:rPr lang="ja-JP" altLang="en-US" sz="1200" b="1">
                <a:latin typeface="+mn-ea"/>
              </a:rPr>
              <a:t>画面右の出力方式を選択し、出力/ダウンロード</a:t>
            </a:r>
            <a:br>
              <a:rPr lang="ja-JP" altLang="ja-JP" sz="1200" b="1">
                <a:latin typeface="+mn-ea"/>
              </a:rPr>
            </a:br>
            <a:r>
              <a:rPr lang="ja-JP" altLang="en-US" sz="1200" b="1">
                <a:latin typeface="+mn-ea"/>
              </a:rPr>
              <a:t>※出力形式はExcel/Wordの2パターン</a:t>
            </a:r>
            <a:br>
              <a:rPr lang="ja-JP" altLang="ja-JP" sz="1200" b="1">
                <a:latin typeface="+mn-ea"/>
              </a:rPr>
            </a:br>
            <a:r>
              <a:rPr lang="ja-JP" altLang="en-US" sz="1200" b="1">
                <a:latin typeface="+mn-ea"/>
              </a:rPr>
              <a:t>※Wordで2問以上選ぶと「1問1ファイル(ZIP)」か</a:t>
            </a:r>
            <a:br>
              <a:rPr lang="ja-JP" altLang="ja-JP" sz="1200" b="1">
                <a:latin typeface="+mn-ea"/>
              </a:rPr>
            </a:br>
            <a:r>
              <a:rPr lang="ja-JP" altLang="en-US" sz="1200" b="1">
                <a:latin typeface="+mn-ea"/>
              </a:rPr>
              <a:t>　「まとめて1ファイル(1問ごとに改ページ)」を選択</a:t>
            </a:r>
            <a:endParaRPr lang="ja-JP" altLang="ja-JP" sz="1200" b="1">
              <a:latin typeface="+mn-ea"/>
            </a:endParaRPr>
          </a:p>
        </p:txBody>
      </p:sp>
    </p:spTree>
    <p:extLst>
      <p:ext uri="{BB962C8B-B14F-4D97-AF65-F5344CB8AC3E}">
        <p14:creationId xmlns:p14="http://schemas.microsoft.com/office/powerpoint/2010/main" val="8566887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23823-4582-C654-3962-8D4B512836B9}"/>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544CBF67-8DFA-A5E7-B619-084D827DD0A6}"/>
              </a:ext>
            </a:extLst>
          </p:cNvPr>
          <p:cNvGraphicFramePr>
            <a:graphicFrameLocks/>
          </p:cNvGraphicFramePr>
          <p:nvPr>
            <p:custDataLst>
              <p:tags r:id="rId1"/>
            </p:custDataLst>
            <p:extLst>
              <p:ext uri="{D42A27DB-BD31-4B8C-83A1-F6EECF244321}">
                <p14:modId xmlns:p14="http://schemas.microsoft.com/office/powerpoint/2010/main" val="1446765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544CBF67-8DFA-A5E7-B619-084D827DD0A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86679567-E902-3983-9CE3-4A6436206585}"/>
              </a:ext>
            </a:extLst>
          </p:cNvPr>
          <p:cNvSpPr/>
          <p:nvPr/>
        </p:nvSpPr>
        <p:spPr bwMode="auto">
          <a:xfrm>
            <a:off x="623887" y="2642282"/>
            <a:ext cx="5472113"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F0EB15B3-282E-4A21-B0F6-91603044730C}"/>
              </a:ext>
            </a:extLst>
          </p:cNvPr>
          <p:cNvSpPr/>
          <p:nvPr/>
        </p:nvSpPr>
        <p:spPr bwMode="auto">
          <a:xfrm>
            <a:off x="623887" y="1126710"/>
            <a:ext cx="5472113"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D1667099-E645-B6BB-AB2C-56F183D45868}"/>
              </a:ext>
            </a:extLst>
          </p:cNvPr>
          <p:cNvSpPr>
            <a:spLocks noGrp="1"/>
          </p:cNvSpPr>
          <p:nvPr>
            <p:ph type="body" sz="quarter" idx="11"/>
          </p:nvPr>
        </p:nvSpPr>
        <p:spPr>
          <a:xfrm>
            <a:off x="623888" y="300199"/>
            <a:ext cx="10944112" cy="216000"/>
          </a:xfrm>
        </p:spPr>
        <p:txBody>
          <a:bodyPr/>
          <a:lstStyle/>
          <a:p>
            <a:r>
              <a:rPr lang="ja-JP" altLang="en-US" dirty="0"/>
              <a:t>ＡＩ壁打ちの利用方法</a:t>
            </a:r>
          </a:p>
        </p:txBody>
      </p:sp>
      <p:sp>
        <p:nvSpPr>
          <p:cNvPr id="13" name="正方形/長方形 12">
            <a:extLst>
              <a:ext uri="{FF2B5EF4-FFF2-40B4-BE49-F238E27FC236}">
                <a16:creationId xmlns:a16="http://schemas.microsoft.com/office/drawing/2014/main" id="{511659DD-B957-C235-A41C-7F2E4F514DA5}"/>
              </a:ext>
            </a:extLst>
          </p:cNvPr>
          <p:cNvSpPr/>
          <p:nvPr/>
        </p:nvSpPr>
        <p:spPr bwMode="auto">
          <a:xfrm>
            <a:off x="6352406" y="1023883"/>
            <a:ext cx="5138712" cy="5429305"/>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158D3005-0541-4C61-3B72-4A200FDC6FCF}"/>
              </a:ext>
            </a:extLst>
          </p:cNvPr>
          <p:cNvSpPr/>
          <p:nvPr/>
        </p:nvSpPr>
        <p:spPr bwMode="auto">
          <a:xfrm>
            <a:off x="674477"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54B286FF-DB57-AFC4-C300-89B4CAB8555F}"/>
              </a:ext>
            </a:extLst>
          </p:cNvPr>
          <p:cNvSpPr/>
          <p:nvPr/>
        </p:nvSpPr>
        <p:spPr bwMode="auto">
          <a:xfrm>
            <a:off x="691322"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1B69813F-126D-F39C-CD8B-DC060C3E3493}"/>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464740C6-C95A-946F-D532-6A29C3FE822F}"/>
              </a:ext>
            </a:extLst>
          </p:cNvPr>
          <p:cNvPicPr>
            <a:picLocks noChangeAspect="1"/>
          </p:cNvPicPr>
          <p:nvPr/>
        </p:nvPicPr>
        <p:blipFill>
          <a:blip r:embed="rId10"/>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3EE396E3-1D43-5F4F-B441-773D5D6EEA4E}"/>
              </a:ext>
            </a:extLst>
          </p:cNvPr>
          <p:cNvSpPr/>
          <p:nvPr/>
        </p:nvSpPr>
        <p:spPr bwMode="auto">
          <a:xfrm>
            <a:off x="3325615" y="1275270"/>
            <a:ext cx="1012400" cy="512651"/>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49EA8D92-E2CD-AC85-31C8-299461AA71C2}"/>
              </a:ext>
            </a:extLst>
          </p:cNvPr>
          <p:cNvPicPr>
            <a:picLocks noChangeAspect="1"/>
          </p:cNvPicPr>
          <p:nvPr/>
        </p:nvPicPr>
        <p:blipFill>
          <a:blip r:embed="rId9"/>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C5521145-73DF-B77F-7675-A7AFF4A0EC8C}"/>
              </a:ext>
            </a:extLst>
          </p:cNvPr>
          <p:cNvSpPr/>
          <p:nvPr/>
        </p:nvSpPr>
        <p:spPr bwMode="auto">
          <a:xfrm>
            <a:off x="1010542" y="1938304"/>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42" name="直線コネクタ 41">
            <a:extLst>
              <a:ext uri="{FF2B5EF4-FFF2-40B4-BE49-F238E27FC236}">
                <a16:creationId xmlns:a16="http://schemas.microsoft.com/office/drawing/2014/main" id="{494FD364-9680-D2CA-918C-4692B356975F}"/>
              </a:ext>
            </a:extLst>
          </p:cNvPr>
          <p:cNvCxnSpPr>
            <a:cxnSpLocks/>
            <a:stCxn id="33" idx="3"/>
          </p:cNvCxnSpPr>
          <p:nvPr/>
        </p:nvCxnSpPr>
        <p:spPr>
          <a:xfrm flipV="1">
            <a:off x="1697275" y="1755648"/>
            <a:ext cx="387556" cy="234161"/>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9B71B4AD-B91D-9153-2F07-8264AC59E8B5}"/>
              </a:ext>
            </a:extLst>
          </p:cNvPr>
          <p:cNvCxnSpPr>
            <a:cxnSpLocks/>
            <a:stCxn id="14" idx="1"/>
          </p:cNvCxnSpPr>
          <p:nvPr/>
        </p:nvCxnSpPr>
        <p:spPr>
          <a:xfrm flipV="1">
            <a:off x="2468879" y="1531596"/>
            <a:ext cx="856736" cy="22405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64E5E5EB-F086-5825-4B39-0E09B14D58FE}"/>
              </a:ext>
            </a:extLst>
          </p:cNvPr>
          <p:cNvSpPr/>
          <p:nvPr/>
        </p:nvSpPr>
        <p:spPr bwMode="auto">
          <a:xfrm>
            <a:off x="6693408" y="1824228"/>
            <a:ext cx="4462272" cy="672084"/>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ホーム画面でＡＩ壁打ちを選択した場合は、ホーム画面上から質問をＡＩへ入力可能</a:t>
            </a:r>
          </a:p>
        </p:txBody>
      </p:sp>
      <p:pic>
        <p:nvPicPr>
          <p:cNvPr id="24" name="図 23">
            <a:extLst>
              <a:ext uri="{FF2B5EF4-FFF2-40B4-BE49-F238E27FC236}">
                <a16:creationId xmlns:a16="http://schemas.microsoft.com/office/drawing/2014/main" id="{537982B8-99F1-A769-7C5F-F5754BF85E46}"/>
              </a:ext>
            </a:extLst>
          </p:cNvPr>
          <p:cNvPicPr>
            <a:picLocks noChangeAspect="1"/>
          </p:cNvPicPr>
          <p:nvPr/>
        </p:nvPicPr>
        <p:blipFill>
          <a:blip r:embed="rId11"/>
          <a:stretch>
            <a:fillRect/>
          </a:stretch>
        </p:blipFill>
        <p:spPr>
          <a:xfrm>
            <a:off x="786384" y="2816352"/>
            <a:ext cx="5138928" cy="2855316"/>
          </a:xfrm>
          <a:prstGeom prst="rect">
            <a:avLst/>
          </a:prstGeom>
        </p:spPr>
      </p:pic>
      <p:sp>
        <p:nvSpPr>
          <p:cNvPr id="20" name="正方形/長方形 19">
            <a:extLst>
              <a:ext uri="{FF2B5EF4-FFF2-40B4-BE49-F238E27FC236}">
                <a16:creationId xmlns:a16="http://schemas.microsoft.com/office/drawing/2014/main" id="{9A40A3F6-9195-4895-5D01-859284563529}"/>
              </a:ext>
            </a:extLst>
          </p:cNvPr>
          <p:cNvSpPr/>
          <p:nvPr/>
        </p:nvSpPr>
        <p:spPr bwMode="auto">
          <a:xfrm>
            <a:off x="1253439" y="2851594"/>
            <a:ext cx="1910143" cy="23285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8" name="正方形/長方形 27">
            <a:extLst>
              <a:ext uri="{FF2B5EF4-FFF2-40B4-BE49-F238E27FC236}">
                <a16:creationId xmlns:a16="http://schemas.microsoft.com/office/drawing/2014/main" id="{5D69375C-A271-8E45-ECB9-2AE2F1109B1A}"/>
              </a:ext>
            </a:extLst>
          </p:cNvPr>
          <p:cNvSpPr/>
          <p:nvPr/>
        </p:nvSpPr>
        <p:spPr bwMode="auto">
          <a:xfrm>
            <a:off x="2003310" y="3084004"/>
            <a:ext cx="3943413" cy="2569464"/>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30" name="四角形: 角を丸くする 29">
            <a:extLst>
              <a:ext uri="{FF2B5EF4-FFF2-40B4-BE49-F238E27FC236}">
                <a16:creationId xmlns:a16="http://schemas.microsoft.com/office/drawing/2014/main" id="{F9784611-3FB5-136D-82AA-06C73E20732C}"/>
              </a:ext>
            </a:extLst>
          </p:cNvPr>
          <p:cNvSpPr/>
          <p:nvPr/>
        </p:nvSpPr>
        <p:spPr bwMode="auto">
          <a:xfrm>
            <a:off x="6693408" y="4498848"/>
            <a:ext cx="4462272" cy="1421891"/>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＋ボタンより、資料を添付し、ＡＩに参照可能</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「他に追加の質問を提案して」と頼むと、質問作成と同様に情報ソース付きで質問を表で提案(台帳には登録されない)</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「Wordにして」等と形式を書いて頼むと成果物を生成し「生成ファイル」欄に表示</a:t>
            </a:r>
          </a:p>
        </p:txBody>
      </p:sp>
      <p:sp>
        <p:nvSpPr>
          <p:cNvPr id="6" name="四角形: 角を丸くする 5">
            <a:extLst>
              <a:ext uri="{FF2B5EF4-FFF2-40B4-BE49-F238E27FC236}">
                <a16:creationId xmlns:a16="http://schemas.microsoft.com/office/drawing/2014/main" id="{27F8C86B-7174-A1A5-49FC-0B8200E4CFBD}"/>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5-1</a:t>
            </a:r>
            <a:endParaRPr lang="ja-JP" altLang="en-US" sz="1100" b="1" dirty="0">
              <a:solidFill>
                <a:schemeClr val="bg1"/>
              </a:solidFill>
              <a:latin typeface="+mn-ea"/>
            </a:endParaRPr>
          </a:p>
        </p:txBody>
      </p:sp>
      <p:sp>
        <p:nvSpPr>
          <p:cNvPr id="8" name="四角形: 角を丸くする 7">
            <a:extLst>
              <a:ext uri="{FF2B5EF4-FFF2-40B4-BE49-F238E27FC236}">
                <a16:creationId xmlns:a16="http://schemas.microsoft.com/office/drawing/2014/main" id="{A3168112-1AF3-F0D8-DC86-1598448A6B85}"/>
              </a:ext>
            </a:extLst>
          </p:cNvPr>
          <p:cNvSpPr/>
          <p:nvPr/>
        </p:nvSpPr>
        <p:spPr bwMode="auto">
          <a:xfrm>
            <a:off x="6373368" y="260604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5-2</a:t>
            </a:r>
          </a:p>
        </p:txBody>
      </p:sp>
      <p:sp>
        <p:nvSpPr>
          <p:cNvPr id="16" name="四角形: 角を丸くする 15">
            <a:extLst>
              <a:ext uri="{FF2B5EF4-FFF2-40B4-BE49-F238E27FC236}">
                <a16:creationId xmlns:a16="http://schemas.microsoft.com/office/drawing/2014/main" id="{CDC507C1-1620-B77A-99E0-CB797B1E7F95}"/>
              </a:ext>
            </a:extLst>
          </p:cNvPr>
          <p:cNvSpPr/>
          <p:nvPr/>
        </p:nvSpPr>
        <p:spPr bwMode="auto">
          <a:xfrm>
            <a:off x="6373368" y="338785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5-3</a:t>
            </a:r>
            <a:endParaRPr lang="ja-JP" altLang="en-US" sz="1100" b="1" dirty="0">
              <a:solidFill>
                <a:schemeClr val="bg1"/>
              </a:solidFill>
              <a:latin typeface="+mn-ea"/>
            </a:endParaRPr>
          </a:p>
        </p:txBody>
      </p:sp>
      <p:sp>
        <p:nvSpPr>
          <p:cNvPr id="19" name="四角形: 角を丸くする 18">
            <a:extLst>
              <a:ext uri="{FF2B5EF4-FFF2-40B4-BE49-F238E27FC236}">
                <a16:creationId xmlns:a16="http://schemas.microsoft.com/office/drawing/2014/main" id="{35224926-4739-FE7D-F8CD-12396F83D5BE}"/>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5-1</a:t>
            </a:r>
            <a:endParaRPr lang="ja-JP" altLang="en-US" sz="1100" b="1" dirty="0">
              <a:solidFill>
                <a:schemeClr val="bg1"/>
              </a:solidFill>
              <a:latin typeface="+mn-ea"/>
            </a:endParaRPr>
          </a:p>
        </p:txBody>
      </p:sp>
      <p:sp>
        <p:nvSpPr>
          <p:cNvPr id="22" name="四角形: 角を丸くする 21">
            <a:extLst>
              <a:ext uri="{FF2B5EF4-FFF2-40B4-BE49-F238E27FC236}">
                <a16:creationId xmlns:a16="http://schemas.microsoft.com/office/drawing/2014/main" id="{D9D8A045-5850-2D2E-9C68-03A9124EF056}"/>
              </a:ext>
            </a:extLst>
          </p:cNvPr>
          <p:cNvSpPr/>
          <p:nvPr/>
        </p:nvSpPr>
        <p:spPr bwMode="auto">
          <a:xfrm>
            <a:off x="3209302" y="286988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5-2</a:t>
            </a:r>
          </a:p>
        </p:txBody>
      </p:sp>
      <p:sp>
        <p:nvSpPr>
          <p:cNvPr id="31" name="四角形: 角を丸くする 30">
            <a:extLst>
              <a:ext uri="{FF2B5EF4-FFF2-40B4-BE49-F238E27FC236}">
                <a16:creationId xmlns:a16="http://schemas.microsoft.com/office/drawing/2014/main" id="{612FC912-8A3D-AF67-A369-01E8D1E0CE9E}"/>
              </a:ext>
            </a:extLst>
          </p:cNvPr>
          <p:cNvSpPr/>
          <p:nvPr/>
        </p:nvSpPr>
        <p:spPr bwMode="auto">
          <a:xfrm>
            <a:off x="1582686" y="3376612"/>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5-3</a:t>
            </a:r>
            <a:endParaRPr lang="ja-JP" altLang="en-US" sz="1100" b="1" dirty="0">
              <a:solidFill>
                <a:schemeClr val="bg1"/>
              </a:solidFill>
              <a:latin typeface="+mn-ea"/>
            </a:endParaRPr>
          </a:p>
        </p:txBody>
      </p:sp>
      <p:sp>
        <p:nvSpPr>
          <p:cNvPr id="55" name="正方形/長方形 12 c55">
            <a:extLst>
              <a:ext uri="{FF2B5EF4-FFF2-40B4-BE49-F238E27FC236}">
                <a16:creationId xmlns:a16="http://schemas.microsoft.com/office/drawing/2014/main" id="{9AB7047A-F4ED-4D55-98D5-76BB3ACA209F}"/>
              </a:ext>
            </a:extLst>
          </p:cNvPr>
          <p:cNvSpPr/>
          <p:nvPr/>
        </p:nvSpPr>
        <p:spPr bwMode="auto">
          <a:xfrm>
            <a:off x="6352406" y="1280160"/>
            <a:ext cx="5138712"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ホーム画面の【左】AI壁打ちカードもしくは</a:t>
            </a:r>
            <a:br>
              <a:rPr lang="ja-JP" altLang="ja-JP" sz="1200" b="1">
                <a:latin typeface="+mn-ea"/>
              </a:rPr>
            </a:br>
            <a:r>
              <a:rPr lang="ja-JP" altLang="en-US" sz="1200" b="1">
                <a:latin typeface="+mn-ea"/>
              </a:rPr>
              <a:t>ナビゲーションの「ＡＩ壁打ち」をクリック</a:t>
            </a:r>
            <a:endParaRPr lang="ja-JP" altLang="ja-JP" sz="1200" b="1">
              <a:latin typeface="+mn-ea"/>
            </a:endParaRPr>
          </a:p>
        </p:txBody>
      </p:sp>
      <p:sp>
        <p:nvSpPr>
          <p:cNvPr id="56" name="正方形/長方形 12 c56">
            <a:extLst>
              <a:ext uri="{FF2B5EF4-FFF2-40B4-BE49-F238E27FC236}">
                <a16:creationId xmlns:a16="http://schemas.microsoft.com/office/drawing/2014/main" id="{DDB2802A-CF01-4E5F-9031-647E47478BBD}"/>
              </a:ext>
            </a:extLst>
          </p:cNvPr>
          <p:cNvSpPr/>
          <p:nvPr/>
        </p:nvSpPr>
        <p:spPr bwMode="auto">
          <a:xfrm>
            <a:off x="6352406" y="2587752"/>
            <a:ext cx="5138712" cy="61722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参照する期を選択</a:t>
            </a:r>
            <a:br>
              <a:rPr lang="ja-JP" altLang="ja-JP" sz="1200" b="1">
                <a:latin typeface="+mn-ea"/>
              </a:rPr>
            </a:br>
            <a:r>
              <a:rPr lang="ja-JP" altLang="en-US" sz="1200" b="1">
                <a:latin typeface="+mn-ea"/>
              </a:rPr>
              <a:t>既定は開催年度と前の期。チップで変更(複数可)</a:t>
            </a:r>
            <a:br>
              <a:rPr lang="ja-JP" altLang="ja-JP" sz="1200" b="1">
                <a:latin typeface="+mn-ea"/>
              </a:rPr>
            </a:br>
            <a:r>
              <a:rPr lang="ja-JP" altLang="en-US" sz="1200" b="1">
                <a:latin typeface="+mn-ea"/>
              </a:rPr>
              <a:t>参照するのは自身の立場で見える承認済みＱＡのみ</a:t>
            </a:r>
            <a:endParaRPr lang="ja-JP" altLang="ja-JP" sz="1200" b="1">
              <a:latin typeface="+mn-ea"/>
            </a:endParaRPr>
          </a:p>
        </p:txBody>
      </p:sp>
      <p:sp>
        <p:nvSpPr>
          <p:cNvPr id="57" name="正方形/長方形 12 c56 c57">
            <a:extLst>
              <a:ext uri="{FF2B5EF4-FFF2-40B4-BE49-F238E27FC236}">
                <a16:creationId xmlns:a16="http://schemas.microsoft.com/office/drawing/2014/main" id="{556C857B-2B98-4A29-949D-C56228BDDEB0}"/>
              </a:ext>
            </a:extLst>
          </p:cNvPr>
          <p:cNvSpPr/>
          <p:nvPr/>
        </p:nvSpPr>
        <p:spPr bwMode="auto">
          <a:xfrm>
            <a:off x="6352406" y="3369564"/>
            <a:ext cx="5138712"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想定問答集に対してＡＩと壁打ち</a:t>
            </a:r>
            <a:br>
              <a:rPr lang="ja-JP" altLang="ja-JP" sz="1200" b="1">
                <a:latin typeface="+mn-ea"/>
              </a:rPr>
            </a:br>
            <a:r>
              <a:rPr lang="ja-JP" altLang="en-US" sz="1200" b="1">
                <a:latin typeface="+mn-ea"/>
              </a:rPr>
              <a:t>「～に関連する質問はあるか？」「想定される追及と</a:t>
            </a:r>
            <a:br>
              <a:rPr lang="ja-JP" altLang="ja-JP" sz="1200" b="1">
                <a:latin typeface="+mn-ea"/>
              </a:rPr>
            </a:br>
            <a:r>
              <a:rPr lang="ja-JP" altLang="en-US" sz="1200" b="1">
                <a:latin typeface="+mn-ea"/>
              </a:rPr>
              <a:t>切り返しを考えて」のように、フリーワードで確認・</a:t>
            </a:r>
            <a:br>
              <a:rPr lang="ja-JP" altLang="ja-JP" sz="1200" b="1">
                <a:latin typeface="+mn-ea"/>
              </a:rPr>
            </a:br>
            <a:r>
              <a:rPr lang="ja-JP" altLang="en-US" sz="1200" b="1">
                <a:latin typeface="+mn-ea"/>
              </a:rPr>
              <a:t>深堀(ディープモードのため回答に数分かかる)</a:t>
            </a:r>
            <a:br>
              <a:rPr lang="ja-JP" altLang="ja-JP" sz="1200" b="1">
                <a:latin typeface="+mn-ea"/>
              </a:rPr>
            </a:br>
            <a:r>
              <a:rPr lang="ja-JP" altLang="en-US" sz="1200" b="1">
                <a:latin typeface="+mn-ea"/>
              </a:rPr>
              <a:t>回答の下に「参照した外部ページ」(題名・日付・URL)を表示</a:t>
            </a:r>
            <a:endParaRPr lang="ja-JP" altLang="ja-JP" sz="1200" b="1">
              <a:latin typeface="+mn-ea"/>
            </a:endParaRPr>
          </a:p>
        </p:txBody>
      </p:sp>
    </p:spTree>
    <p:extLst>
      <p:ext uri="{BB962C8B-B14F-4D97-AF65-F5344CB8AC3E}">
        <p14:creationId xmlns:p14="http://schemas.microsoft.com/office/powerpoint/2010/main" val="949645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2DFE5-5D1A-11B0-309E-A8CD6E831388}"/>
            </a:ext>
          </a:extLst>
        </p:cNvPr>
        <p:cNvGrpSpPr/>
        <p:nvPr/>
      </p:nvGrpSpPr>
      <p:grpSpPr>
        <a:xfrm>
          <a:off x="0" y="0"/>
          <a:ext cx="0" cy="0"/>
          <a:chOff x="0" y="0"/>
          <a:chExt cx="0" cy="0"/>
        </a:xfrm>
      </p:grpSpPr>
      <p:graphicFrame>
        <p:nvGraphicFramePr>
          <p:cNvPr id="54" name="think-cell data - do not delete" hidden="1">
            <a:extLst>
              <a:ext uri="{FF2B5EF4-FFF2-40B4-BE49-F238E27FC236}">
                <a16:creationId xmlns:a16="http://schemas.microsoft.com/office/drawing/2014/main" id="{2CBFF86E-BAF9-0A46-1C81-7F712F077C82}"/>
              </a:ext>
            </a:extLst>
          </p:cNvPr>
          <p:cNvGraphicFramePr>
            <a:graphicFrameLocks/>
          </p:cNvGraphicFramePr>
          <p:nvPr>
            <p:custDataLst>
              <p:tags r:id="rId1"/>
            </p:custDataLst>
            <p:extLst>
              <p:ext uri="{D42A27DB-BD31-4B8C-83A1-F6EECF244321}">
                <p14:modId xmlns:p14="http://schemas.microsoft.com/office/powerpoint/2010/main" val="41127338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639" imgH="642" progId="TCLayout.ActiveDocument.1">
                  <p:embed/>
                </p:oleObj>
              </mc:Choice>
              <mc:Fallback>
                <p:oleObj name="thinkcellスライド" r:id="rId4" imgW="639" imgH="642" progId="TCLayout.ActiveDocument.1">
                  <p:embed/>
                  <p:pic>
                    <p:nvPicPr>
                      <p:cNvPr id="54" name="think-cell data - do not delete" hidden="1">
                        <a:extLst>
                          <a:ext uri="{FF2B5EF4-FFF2-40B4-BE49-F238E27FC236}">
                            <a16:creationId xmlns:a16="http://schemas.microsoft.com/office/drawing/2014/main" id="{2CBFF86E-BAF9-0A46-1C81-7F712F077C8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8" name="正方形/長方形 17">
            <a:extLst>
              <a:ext uri="{FF2B5EF4-FFF2-40B4-BE49-F238E27FC236}">
                <a16:creationId xmlns:a16="http://schemas.microsoft.com/office/drawing/2014/main" id="{A61104E6-C1E2-4D73-6AA8-2CC2E6EA7DB0}"/>
              </a:ext>
            </a:extLst>
          </p:cNvPr>
          <p:cNvSpPr/>
          <p:nvPr/>
        </p:nvSpPr>
        <p:spPr bwMode="auto">
          <a:xfrm>
            <a:off x="623887" y="2642282"/>
            <a:ext cx="5472113" cy="3810905"/>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9" name="正方形/長方形 8">
            <a:extLst>
              <a:ext uri="{FF2B5EF4-FFF2-40B4-BE49-F238E27FC236}">
                <a16:creationId xmlns:a16="http://schemas.microsoft.com/office/drawing/2014/main" id="{15BA27AF-3063-D737-88C5-74B53B13A365}"/>
              </a:ext>
            </a:extLst>
          </p:cNvPr>
          <p:cNvSpPr/>
          <p:nvPr/>
        </p:nvSpPr>
        <p:spPr bwMode="auto">
          <a:xfrm>
            <a:off x="623887" y="1126710"/>
            <a:ext cx="5472113" cy="1370066"/>
          </a:xfrm>
          <a:prstGeom prst="rect">
            <a:avLst/>
          </a:prstGeom>
          <a:noFill/>
          <a:ln w="12700">
            <a:solidFill>
              <a:schemeClr val="accent4"/>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27" name="テキスト プレースホルダー 26">
            <a:extLst>
              <a:ext uri="{FF2B5EF4-FFF2-40B4-BE49-F238E27FC236}">
                <a16:creationId xmlns:a16="http://schemas.microsoft.com/office/drawing/2014/main" id="{BEFC802A-88A0-ACB9-F432-595C18197CE7}"/>
              </a:ext>
            </a:extLst>
          </p:cNvPr>
          <p:cNvSpPr>
            <a:spLocks noGrp="1"/>
          </p:cNvSpPr>
          <p:nvPr>
            <p:ph type="body" sz="quarter" idx="11"/>
          </p:nvPr>
        </p:nvSpPr>
        <p:spPr>
          <a:xfrm>
            <a:off x="623888" y="300199"/>
            <a:ext cx="10944112" cy="216000"/>
          </a:xfrm>
        </p:spPr>
        <p:txBody>
          <a:bodyPr/>
          <a:lstStyle/>
          <a:p>
            <a:r>
              <a:rPr lang="ja-JP" altLang="en-US" dirty="0"/>
              <a:t>当日回答作成の利用方法</a:t>
            </a:r>
          </a:p>
        </p:txBody>
      </p:sp>
      <p:sp>
        <p:nvSpPr>
          <p:cNvPr id="13" name="正方形/長方形 12">
            <a:extLst>
              <a:ext uri="{FF2B5EF4-FFF2-40B4-BE49-F238E27FC236}">
                <a16:creationId xmlns:a16="http://schemas.microsoft.com/office/drawing/2014/main" id="{17E31885-5D64-4CB7-9215-0DC076A50652}"/>
              </a:ext>
            </a:extLst>
          </p:cNvPr>
          <p:cNvSpPr/>
          <p:nvPr/>
        </p:nvSpPr>
        <p:spPr bwMode="auto">
          <a:xfrm>
            <a:off x="6352406" y="1023882"/>
            <a:ext cx="5220000" cy="5436000"/>
          </a:xfrm>
          <a:prstGeom prst="rect">
            <a:avLst/>
          </a:prstGeom>
          <a:solidFill>
            <a:srgbClr val="F0F2F6">
              <a:alpha val="80000"/>
            </a:srgbClr>
          </a:solidFill>
          <a:ln w="9525">
            <a:noFill/>
            <a:miter lim="800000"/>
            <a:headEnd/>
            <a:tailEnd/>
          </a:ln>
          <a:effectLst/>
        </p:spPr>
        <p:txBody>
          <a:bodyPr wrap="none" lIns="0" tIns="0" rIns="0" bIns="0" rtlCol="0" anchor="t" anchorCtr="0">
            <a:noAutofit/>
          </a:bodyPr>
          <a:lstStyle/>
          <a:p>
            <a:pPr marL="0">
              <a:lnSpc>
                <a:spcPct val="110000"/>
              </a:lnSpc>
              <a:spcAft>
                <a:spcPts val="300"/>
              </a:spcAft>
              <a:buClr>
                <a:schemeClr val="accent2"/>
              </a:buClr>
              <a:buSzPct val="80000"/>
              <a:buNone/>
            </a:pPr>
            <a:endParaRPr lang="ja-JP" altLang="ja-JP" sz="1400" b="1">
              <a:latin typeface="+mn-ea"/>
            </a:endParaRPr>
          </a:p>
        </p:txBody>
      </p:sp>
      <p:sp>
        <p:nvSpPr>
          <p:cNvPr id="15" name="四角形: 角を丸くする 14">
            <a:extLst>
              <a:ext uri="{FF2B5EF4-FFF2-40B4-BE49-F238E27FC236}">
                <a16:creationId xmlns:a16="http://schemas.microsoft.com/office/drawing/2014/main" id="{12526CC5-7D0D-7DBB-3FB1-D35496BB116B}"/>
              </a:ext>
            </a:extLst>
          </p:cNvPr>
          <p:cNvSpPr/>
          <p:nvPr/>
        </p:nvSpPr>
        <p:spPr bwMode="auto">
          <a:xfrm>
            <a:off x="674477" y="2532725"/>
            <a:ext cx="1273780" cy="221421"/>
          </a:xfrm>
          <a:prstGeom prst="roundRect">
            <a:avLst/>
          </a:prstGeom>
          <a:solidFill>
            <a:schemeClr val="accent4">
              <a:lumMod val="20000"/>
              <a:lumOff val="8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詳細画面</a:t>
            </a:r>
          </a:p>
        </p:txBody>
      </p:sp>
      <p:sp>
        <p:nvSpPr>
          <p:cNvPr id="4" name="四角形: 角を丸くする 3">
            <a:extLst>
              <a:ext uri="{FF2B5EF4-FFF2-40B4-BE49-F238E27FC236}">
                <a16:creationId xmlns:a16="http://schemas.microsoft.com/office/drawing/2014/main" id="{4DD7D69A-49F2-30BD-D01A-87DD0DA68541}"/>
              </a:ext>
            </a:extLst>
          </p:cNvPr>
          <p:cNvSpPr/>
          <p:nvPr/>
        </p:nvSpPr>
        <p:spPr bwMode="auto">
          <a:xfrm>
            <a:off x="691322" y="1016000"/>
            <a:ext cx="1273780" cy="221421"/>
          </a:xfrm>
          <a:prstGeom prst="roundRect">
            <a:avLst/>
          </a:prstGeom>
          <a:solidFill>
            <a:schemeClr val="accent2">
              <a:lumMod val="40000"/>
              <a:lumOff val="60000"/>
            </a:schemeClr>
          </a:solidFill>
          <a:ln w="9525">
            <a:no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en-US" sz="1200" dirty="0">
                <a:latin typeface="+mn-ea"/>
              </a:rPr>
              <a:t>ホーム画面</a:t>
            </a:r>
          </a:p>
        </p:txBody>
      </p:sp>
      <p:sp>
        <p:nvSpPr>
          <p:cNvPr id="17" name="正方形/長方形 16">
            <a:extLst>
              <a:ext uri="{FF2B5EF4-FFF2-40B4-BE49-F238E27FC236}">
                <a16:creationId xmlns:a16="http://schemas.microsoft.com/office/drawing/2014/main" id="{C4BED72F-EE55-4B5D-1094-69AF4F20BBF4}"/>
              </a:ext>
            </a:extLst>
          </p:cNvPr>
          <p:cNvSpPr/>
          <p:nvPr/>
        </p:nvSpPr>
        <p:spPr bwMode="auto">
          <a:xfrm>
            <a:off x="6348002" y="1009488"/>
            <a:ext cx="2076281" cy="231541"/>
          </a:xfrm>
          <a:prstGeom prst="rect">
            <a:avLst/>
          </a:prstGeom>
          <a:solidFill>
            <a:schemeClr val="accent2">
              <a:alpha val="80000"/>
            </a:schemeClr>
          </a:solidFill>
          <a:ln w="9525">
            <a:no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r>
              <a:rPr kumimoji="1" lang="ja-JP" altLang="en-US" sz="1200" b="0" i="0" u="none" strike="noStrike" kern="1200" cap="none" spc="0" normalizeH="0" baseline="0" noProof="0" dirty="0">
                <a:ln>
                  <a:noFill/>
                </a:ln>
                <a:solidFill>
                  <a:schemeClr val="bg1"/>
                </a:solidFill>
                <a:effectLst/>
                <a:uLnTx/>
                <a:uFillTx/>
                <a:latin typeface="+mn-ea"/>
                <a:ea typeface="+mn-ea"/>
                <a:cs typeface="+mn-cs"/>
              </a:rPr>
              <a:t>操作手順</a:t>
            </a:r>
          </a:p>
        </p:txBody>
      </p:sp>
      <p:pic>
        <p:nvPicPr>
          <p:cNvPr id="3" name="図 2">
            <a:extLst>
              <a:ext uri="{FF2B5EF4-FFF2-40B4-BE49-F238E27FC236}">
                <a16:creationId xmlns:a16="http://schemas.microsoft.com/office/drawing/2014/main" id="{D4D512AE-B7D6-089B-2B92-6C7BFFB9D8CA}"/>
              </a:ext>
            </a:extLst>
          </p:cNvPr>
          <p:cNvPicPr>
            <a:picLocks noChangeAspect="1"/>
          </p:cNvPicPr>
          <p:nvPr/>
        </p:nvPicPr>
        <p:blipFill>
          <a:blip r:embed="rId11"/>
          <a:stretch>
            <a:fillRect/>
          </a:stretch>
        </p:blipFill>
        <p:spPr>
          <a:xfrm>
            <a:off x="2788920" y="1243584"/>
            <a:ext cx="3108960" cy="1553296"/>
          </a:xfrm>
          <a:prstGeom prst="rect">
            <a:avLst/>
          </a:prstGeom>
        </p:spPr>
      </p:pic>
      <p:sp>
        <p:nvSpPr>
          <p:cNvPr id="14" name="正方形/長方形 13">
            <a:extLst>
              <a:ext uri="{FF2B5EF4-FFF2-40B4-BE49-F238E27FC236}">
                <a16:creationId xmlns:a16="http://schemas.microsoft.com/office/drawing/2014/main" id="{019B2475-7F93-2B2D-F0C5-76C99B5C4162}"/>
              </a:ext>
            </a:extLst>
          </p:cNvPr>
          <p:cNvSpPr/>
          <p:nvPr/>
        </p:nvSpPr>
        <p:spPr bwMode="auto">
          <a:xfrm>
            <a:off x="4340893" y="1275270"/>
            <a:ext cx="1015030" cy="512651"/>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pic>
        <p:nvPicPr>
          <p:cNvPr id="29" name="図 28">
            <a:extLst>
              <a:ext uri="{FF2B5EF4-FFF2-40B4-BE49-F238E27FC236}">
                <a16:creationId xmlns:a16="http://schemas.microsoft.com/office/drawing/2014/main" id="{40C706B6-CE60-74BE-9594-3BD06FA31F7B}"/>
              </a:ext>
            </a:extLst>
          </p:cNvPr>
          <p:cNvPicPr>
            <a:picLocks noChangeAspect="1"/>
          </p:cNvPicPr>
          <p:nvPr/>
        </p:nvPicPr>
        <p:blipFill>
          <a:blip r:embed="rId10"/>
          <a:stretch>
            <a:fillRect/>
          </a:stretch>
        </p:blipFill>
        <p:spPr>
          <a:xfrm>
            <a:off x="914400" y="1261872"/>
            <a:ext cx="841248" cy="934032"/>
          </a:xfrm>
          <a:prstGeom prst="rect">
            <a:avLst/>
          </a:prstGeom>
        </p:spPr>
      </p:pic>
      <p:sp>
        <p:nvSpPr>
          <p:cNvPr id="33" name="正方形/長方形 32">
            <a:extLst>
              <a:ext uri="{FF2B5EF4-FFF2-40B4-BE49-F238E27FC236}">
                <a16:creationId xmlns:a16="http://schemas.microsoft.com/office/drawing/2014/main" id="{5B797ACF-D7DE-7E50-13A4-C52B6665DCE3}"/>
              </a:ext>
            </a:extLst>
          </p:cNvPr>
          <p:cNvSpPr/>
          <p:nvPr/>
        </p:nvSpPr>
        <p:spPr bwMode="auto">
          <a:xfrm>
            <a:off x="1010542" y="2065349"/>
            <a:ext cx="686733" cy="103009"/>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cxnSp>
        <p:nvCxnSpPr>
          <p:cNvPr id="42" name="直線コネクタ 41">
            <a:extLst>
              <a:ext uri="{FF2B5EF4-FFF2-40B4-BE49-F238E27FC236}">
                <a16:creationId xmlns:a16="http://schemas.microsoft.com/office/drawing/2014/main" id="{9C4F0DB5-474B-8588-D813-4EC1571543A3}"/>
              </a:ext>
            </a:extLst>
          </p:cNvPr>
          <p:cNvCxnSpPr>
            <a:cxnSpLocks/>
            <a:stCxn id="33" idx="3"/>
          </p:cNvCxnSpPr>
          <p:nvPr/>
        </p:nvCxnSpPr>
        <p:spPr>
          <a:xfrm flipV="1">
            <a:off x="1697275" y="1755648"/>
            <a:ext cx="387556" cy="361206"/>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1DD3BF94-66F7-C2C5-748F-7863976A75F0}"/>
              </a:ext>
            </a:extLst>
          </p:cNvPr>
          <p:cNvCxnSpPr>
            <a:cxnSpLocks/>
            <a:stCxn id="14" idx="1"/>
          </p:cNvCxnSpPr>
          <p:nvPr/>
        </p:nvCxnSpPr>
        <p:spPr>
          <a:xfrm flipV="1">
            <a:off x="2468879" y="1531596"/>
            <a:ext cx="1872014" cy="224052"/>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2AE56723-EFCF-D96F-309F-0937137BAA30}"/>
              </a:ext>
            </a:extLst>
          </p:cNvPr>
          <p:cNvSpPr/>
          <p:nvPr/>
        </p:nvSpPr>
        <p:spPr bwMode="auto">
          <a:xfrm>
            <a:off x="6693408" y="1824228"/>
            <a:ext cx="4462272" cy="672084"/>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★Tips</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ホーム画面で当日回答作成を選択した場合は、ホーム画面上から質問を入力可能</a:t>
            </a:r>
          </a:p>
        </p:txBody>
      </p:sp>
      <p:sp>
        <p:nvSpPr>
          <p:cNvPr id="30" name="四角形: 角を丸くする 29">
            <a:extLst>
              <a:ext uri="{FF2B5EF4-FFF2-40B4-BE49-F238E27FC236}">
                <a16:creationId xmlns:a16="http://schemas.microsoft.com/office/drawing/2014/main" id="{C089A786-2E6F-933A-9B87-C87AEED93398}"/>
              </a:ext>
            </a:extLst>
          </p:cNvPr>
          <p:cNvSpPr/>
          <p:nvPr/>
        </p:nvSpPr>
        <p:spPr bwMode="auto">
          <a:xfrm>
            <a:off x="6693408" y="4681728"/>
            <a:ext cx="4462272" cy="1046988"/>
          </a:xfrm>
          <a:prstGeom prst="roundRect">
            <a:avLst>
              <a:gd name="adj" fmla="val 8604"/>
            </a:avLst>
          </a:prstGeom>
          <a:solidFill>
            <a:schemeClr val="accent6">
              <a:lumMod val="20000"/>
              <a:lumOff val="80000"/>
              <a:alpha val="80000"/>
            </a:schemeClr>
          </a:solidFill>
          <a:ln w="9525">
            <a:noFill/>
            <a:miter lim="800000"/>
            <a:headEnd/>
            <a:tailEnd/>
          </a:ln>
          <a:effectLst/>
        </p:spPr>
        <p:txBody>
          <a:bodyPr wrap="square" lIns="72000" tIns="0" rIns="0" bIns="36000" rtlCol="0" anchor="t" anchorCtr="0">
            <a:noAutofit/>
          </a:bodyPr>
          <a:lstStyle/>
          <a:p>
            <a:pPr marR="0" defTabSz="914400" rtl="0" eaLnBrk="1" fontAlgn="auto" latinLnBrk="0" hangingPunct="1">
              <a:lnSpc>
                <a:spcPct val="110000"/>
              </a:lnSpc>
              <a:buClr>
                <a:schemeClr val="accent2"/>
              </a:buClr>
              <a:buSzPct val="80000"/>
              <a:tabLst>
                <a:tab pos="2057400" algn="l"/>
              </a:tabLst>
            </a:pPr>
            <a:r>
              <a:rPr lang="ja-JP" altLang="en-US" sz="1200" b="1" dirty="0" u="sng">
                <a:latin typeface="+mn-ea"/>
              </a:rPr>
              <a:t>★補足情報</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承認済みに見つからないときだけ未承認の問答も参照し「未承認の問答を含みます」と表示</a:t>
            </a:r>
          </a:p>
          <a:p>
            <a:pPr marR="0" defTabSz="914400" rtl="0" eaLnBrk="1" fontAlgn="auto" latinLnBrk="0" hangingPunct="1">
              <a:lnSpc>
                <a:spcPct val="110000"/>
              </a:lnSpc>
              <a:buClr>
                <a:schemeClr val="accent2"/>
              </a:buClr>
              <a:buSzPct val="80000"/>
              <a:tabLst>
                <a:tab pos="2057400" algn="l"/>
              </a:tabLst>
            </a:pPr>
            <a:r>
              <a:rPr lang="ja-JP" altLang="en-US" sz="1200" dirty="0" b="0">
                <a:latin typeface="+mn-ea"/>
              </a:rPr>
              <a:t>該当が無い場合はAIを呼ばず「該当する想定問答が見つかりませんでした」と返す(作り話をしない)</a:t>
            </a:r>
          </a:p>
        </p:txBody>
      </p:sp>
      <p:pic>
        <p:nvPicPr>
          <p:cNvPr id="10" name="図 9">
            <a:extLst>
              <a:ext uri="{FF2B5EF4-FFF2-40B4-BE49-F238E27FC236}">
                <a16:creationId xmlns:a16="http://schemas.microsoft.com/office/drawing/2014/main" id="{E2A88861-B257-82E9-1A2E-A3FE67905A4B}"/>
              </a:ext>
            </a:extLst>
          </p:cNvPr>
          <p:cNvPicPr>
            <a:picLocks noChangeAspect="1"/>
          </p:cNvPicPr>
          <p:nvPr/>
        </p:nvPicPr>
        <p:blipFill>
          <a:blip r:embed="rId12"/>
          <a:stretch>
            <a:fillRect/>
          </a:stretch>
        </p:blipFill>
        <p:spPr>
          <a:xfrm>
            <a:off x="786384" y="2816352"/>
            <a:ext cx="5138928" cy="2283611"/>
          </a:xfrm>
          <a:prstGeom prst="rect">
            <a:avLst/>
          </a:prstGeom>
        </p:spPr>
      </p:pic>
      <p:pic>
        <p:nvPicPr>
          <p:cNvPr id="22" name="図 21">
            <a:extLst>
              <a:ext uri="{FF2B5EF4-FFF2-40B4-BE49-F238E27FC236}">
                <a16:creationId xmlns:a16="http://schemas.microsoft.com/office/drawing/2014/main" id="{B53E9E7F-760B-0743-AE7E-DDE26F2502D6}"/>
              </a:ext>
            </a:extLst>
          </p:cNvPr>
          <p:cNvPicPr>
            <a:picLocks noChangeAspect="1"/>
          </p:cNvPicPr>
          <p:nvPr/>
        </p:nvPicPr>
        <p:blipFill>
          <a:blip r:embed="rId13"/>
          <a:stretch>
            <a:fillRect/>
          </a:stretch>
        </p:blipFill>
        <p:spPr>
          <a:xfrm>
            <a:off x="786384" y="5228335"/>
            <a:ext cx="5138928" cy="713026"/>
          </a:xfrm>
          <a:prstGeom prst="rect">
            <a:avLst/>
          </a:prstGeom>
        </p:spPr>
      </p:pic>
      <p:sp>
        <p:nvSpPr>
          <p:cNvPr id="34" name="正方形/長方形 33">
            <a:extLst>
              <a:ext uri="{FF2B5EF4-FFF2-40B4-BE49-F238E27FC236}">
                <a16:creationId xmlns:a16="http://schemas.microsoft.com/office/drawing/2014/main" id="{9ACAEAB3-60BF-8C0C-617B-A147AFDD4DEA}"/>
              </a:ext>
            </a:extLst>
          </p:cNvPr>
          <p:cNvSpPr/>
          <p:nvPr/>
        </p:nvSpPr>
        <p:spPr bwMode="auto">
          <a:xfrm>
            <a:off x="777240" y="2825051"/>
            <a:ext cx="5178628" cy="268097"/>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40" name="正方形/長方形 39">
            <a:extLst>
              <a:ext uri="{FF2B5EF4-FFF2-40B4-BE49-F238E27FC236}">
                <a16:creationId xmlns:a16="http://schemas.microsoft.com/office/drawing/2014/main" id="{81EDF27B-B965-C3A5-9C2C-D54B423A6801}"/>
              </a:ext>
            </a:extLst>
          </p:cNvPr>
          <p:cNvSpPr/>
          <p:nvPr/>
        </p:nvSpPr>
        <p:spPr bwMode="auto">
          <a:xfrm>
            <a:off x="777240" y="5219192"/>
            <a:ext cx="5178628" cy="732028"/>
          </a:xfrm>
          <a:prstGeom prst="rect">
            <a:avLst/>
          </a:prstGeom>
          <a:noFill/>
          <a:ln w="28575">
            <a:solidFill>
              <a:schemeClr val="accent2"/>
            </a:solidFill>
            <a:miter lim="800000"/>
            <a:headEnd/>
            <a:tailEnd/>
          </a:ln>
          <a:effectLst/>
        </p:spPr>
        <p:txBody>
          <a:bodyPr wrap="square" lIns="0" tIns="0" rIns="0" bIns="0" rtlCol="0" anchor="ctr" anchorCtr="0">
            <a:noAutofit/>
          </a:bodyPr>
          <a:lstStyle/>
          <a:p>
            <a:pPr marR="0" algn="ctr" defTabSz="914400" rtl="0" eaLnBrk="1" fontAlgn="auto" latinLnBrk="0" hangingPunct="1">
              <a:lnSpc>
                <a:spcPct val="110000"/>
              </a:lnSpc>
              <a:spcBef>
                <a:spcPts val="0"/>
              </a:spcBef>
              <a:spcAft>
                <a:spcPts val="300"/>
              </a:spcAft>
              <a:buClr>
                <a:schemeClr val="accent2"/>
              </a:buClr>
              <a:buSzPct val="80000"/>
              <a:tabLst>
                <a:tab pos="2057400" algn="l"/>
              </a:tabLst>
            </a:pPr>
            <a:endParaRPr kumimoji="1" lang="ja-JP" altLang="en-US" sz="1200" b="0" i="0" u="none" strike="noStrike" kern="1200" cap="none" spc="0" normalizeH="0" baseline="0" noProof="0" dirty="0">
              <a:ln>
                <a:noFill/>
              </a:ln>
              <a:effectLst/>
              <a:uLnTx/>
              <a:uFillTx/>
              <a:latin typeface="+mn-ea"/>
              <a:ea typeface="+mn-ea"/>
              <a:cs typeface="+mn-cs"/>
            </a:endParaRPr>
          </a:p>
        </p:txBody>
      </p:sp>
      <p:sp>
        <p:nvSpPr>
          <p:cNvPr id="5" name="四角形: 角を丸くする 4">
            <a:extLst>
              <a:ext uri="{FF2B5EF4-FFF2-40B4-BE49-F238E27FC236}">
                <a16:creationId xmlns:a16="http://schemas.microsoft.com/office/drawing/2014/main" id="{54220012-29EA-0159-B007-283978C6C95D}"/>
              </a:ext>
            </a:extLst>
          </p:cNvPr>
          <p:cNvSpPr/>
          <p:nvPr/>
        </p:nvSpPr>
        <p:spPr bwMode="auto">
          <a:xfrm>
            <a:off x="6373368" y="1298448"/>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6-1</a:t>
            </a:r>
            <a:endParaRPr lang="ja-JP" altLang="en-US" sz="1100" b="1" dirty="0">
              <a:solidFill>
                <a:schemeClr val="bg1"/>
              </a:solidFill>
              <a:latin typeface="+mn-ea"/>
            </a:endParaRPr>
          </a:p>
        </p:txBody>
      </p:sp>
      <p:sp>
        <p:nvSpPr>
          <p:cNvPr id="7" name="四角形: 角を丸くする 6">
            <a:extLst>
              <a:ext uri="{FF2B5EF4-FFF2-40B4-BE49-F238E27FC236}">
                <a16:creationId xmlns:a16="http://schemas.microsoft.com/office/drawing/2014/main" id="{EE3436A6-D376-D927-E4DF-F04BEECFA9DC}"/>
              </a:ext>
            </a:extLst>
          </p:cNvPr>
          <p:cNvSpPr/>
          <p:nvPr/>
        </p:nvSpPr>
        <p:spPr bwMode="auto">
          <a:xfrm>
            <a:off x="6373368" y="260604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6-2</a:t>
            </a:r>
          </a:p>
        </p:txBody>
      </p:sp>
      <p:sp>
        <p:nvSpPr>
          <p:cNvPr id="19" name="四角形: 角を丸くする 18">
            <a:extLst>
              <a:ext uri="{FF2B5EF4-FFF2-40B4-BE49-F238E27FC236}">
                <a16:creationId xmlns:a16="http://schemas.microsoft.com/office/drawing/2014/main" id="{C1176E2B-B8DE-95AC-AE83-485BC9B18631}"/>
              </a:ext>
            </a:extLst>
          </p:cNvPr>
          <p:cNvSpPr/>
          <p:nvPr/>
        </p:nvSpPr>
        <p:spPr bwMode="auto">
          <a:xfrm>
            <a:off x="6373368" y="3753611"/>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6-3</a:t>
            </a:r>
            <a:endParaRPr lang="ja-JP" altLang="en-US" sz="1100" b="1" dirty="0">
              <a:solidFill>
                <a:schemeClr val="bg1"/>
              </a:solidFill>
              <a:latin typeface="+mn-ea"/>
            </a:endParaRPr>
          </a:p>
        </p:txBody>
      </p:sp>
      <p:sp>
        <p:nvSpPr>
          <p:cNvPr id="20" name="四角形: 角を丸くする 19">
            <a:extLst>
              <a:ext uri="{FF2B5EF4-FFF2-40B4-BE49-F238E27FC236}">
                <a16:creationId xmlns:a16="http://schemas.microsoft.com/office/drawing/2014/main" id="{24286A86-F7A0-8F85-1F9C-9CC3089A0700}"/>
              </a:ext>
            </a:extLst>
          </p:cNvPr>
          <p:cNvSpPr/>
          <p:nvPr/>
        </p:nvSpPr>
        <p:spPr bwMode="auto">
          <a:xfrm>
            <a:off x="2084831" y="1645920"/>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6-1</a:t>
            </a:r>
            <a:endParaRPr lang="ja-JP" altLang="en-US" sz="1100" b="1" dirty="0">
              <a:solidFill>
                <a:schemeClr val="bg1"/>
              </a:solidFill>
              <a:latin typeface="+mn-ea"/>
            </a:endParaRPr>
          </a:p>
        </p:txBody>
      </p:sp>
      <p:sp>
        <p:nvSpPr>
          <p:cNvPr id="23" name="四角形: 角を丸くする 22">
            <a:extLst>
              <a:ext uri="{FF2B5EF4-FFF2-40B4-BE49-F238E27FC236}">
                <a16:creationId xmlns:a16="http://schemas.microsoft.com/office/drawing/2014/main" id="{94654E62-3076-6D4B-4AE9-D188D9A9E318}"/>
              </a:ext>
            </a:extLst>
          </p:cNvPr>
          <p:cNvSpPr/>
          <p:nvPr/>
        </p:nvSpPr>
        <p:spPr bwMode="auto">
          <a:xfrm>
            <a:off x="758952" y="3111436"/>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6-2</a:t>
            </a:r>
          </a:p>
        </p:txBody>
      </p:sp>
      <p:sp>
        <p:nvSpPr>
          <p:cNvPr id="24" name="四角形: 角を丸くする 23">
            <a:extLst>
              <a:ext uri="{FF2B5EF4-FFF2-40B4-BE49-F238E27FC236}">
                <a16:creationId xmlns:a16="http://schemas.microsoft.com/office/drawing/2014/main" id="{60A3D933-BA33-F5BA-22A4-4BEDC24C90AE}"/>
              </a:ext>
            </a:extLst>
          </p:cNvPr>
          <p:cNvSpPr/>
          <p:nvPr/>
        </p:nvSpPr>
        <p:spPr bwMode="auto">
          <a:xfrm>
            <a:off x="777240" y="4999735"/>
            <a:ext cx="384048" cy="223768"/>
          </a:xfrm>
          <a:prstGeom prst="roundRect">
            <a:avLst/>
          </a:prstGeom>
          <a:solidFill>
            <a:schemeClr val="accent6"/>
          </a:solidFill>
          <a:ln w="12700">
            <a:solidFill>
              <a:schemeClr val="accent6"/>
            </a:solidFill>
            <a:miter lim="800000"/>
            <a:headEnd/>
            <a:tailEnd/>
          </a:ln>
          <a:effectLst/>
        </p:spPr>
        <p:txBody>
          <a:bodyPr wrap="square" lIns="0" tIns="0" rIns="0" bIns="0" rtlCol="0" anchor="ctr" anchorCtr="0">
            <a:noAutofit/>
          </a:bodyPr>
          <a:lstStyle/>
          <a:p>
            <a:pPr algn="ctr">
              <a:lnSpc>
                <a:spcPct val="110000"/>
              </a:lnSpc>
              <a:spcAft>
                <a:spcPts val="300"/>
              </a:spcAft>
              <a:buClr>
                <a:schemeClr val="accent2"/>
              </a:buClr>
              <a:buSzPct val="80000"/>
              <a:tabLst>
                <a:tab pos="2057400" algn="l"/>
              </a:tabLst>
            </a:pPr>
            <a:r>
              <a:rPr lang="ja-JP" altLang="ja-JP" sz="1100" b="1" dirty="0">
                <a:solidFill>
                  <a:schemeClr val="bg1"/>
                </a:solidFill>
                <a:latin typeface="+mn-ea"/>
              </a:rPr>
              <a:t>6-3</a:t>
            </a:r>
            <a:endParaRPr lang="ja-JP" altLang="en-US" sz="1100" b="1" dirty="0">
              <a:solidFill>
                <a:schemeClr val="bg1"/>
              </a:solidFill>
              <a:latin typeface="+mn-ea"/>
            </a:endParaRPr>
          </a:p>
        </p:txBody>
      </p:sp>
      <p:sp>
        <p:nvSpPr>
          <p:cNvPr id="55" name="正方形/長方形 12 c55">
            <a:extLst>
              <a:ext uri="{FF2B5EF4-FFF2-40B4-BE49-F238E27FC236}">
                <a16:creationId xmlns:a16="http://schemas.microsoft.com/office/drawing/2014/main" id="{212C0570-CC3B-4F33-A65E-A0B78C649447}"/>
              </a:ext>
            </a:extLst>
          </p:cNvPr>
          <p:cNvSpPr/>
          <p:nvPr/>
        </p:nvSpPr>
        <p:spPr bwMode="auto">
          <a:xfrm>
            <a:off x="6352406" y="1280160"/>
            <a:ext cx="5220000" cy="43434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ホーム画面の【右】当日回答作成カードもしくは</a:t>
            </a:r>
            <a:br>
              <a:rPr lang="ja-JP" altLang="ja-JP" sz="1200" b="1">
                <a:latin typeface="+mn-ea"/>
              </a:rPr>
            </a:br>
            <a:r>
              <a:rPr lang="ja-JP" altLang="en-US" sz="1200" b="1">
                <a:latin typeface="+mn-ea"/>
              </a:rPr>
              <a:t>ナビゲーションの「当日回答作成」をクリック</a:t>
            </a:r>
            <a:endParaRPr lang="ja-JP" altLang="ja-JP" sz="1200" b="1">
              <a:latin typeface="+mn-ea"/>
            </a:endParaRPr>
          </a:p>
        </p:txBody>
      </p:sp>
      <p:sp>
        <p:nvSpPr>
          <p:cNvPr id="56" name="正方形/長方形 12 c56">
            <a:extLst>
              <a:ext uri="{FF2B5EF4-FFF2-40B4-BE49-F238E27FC236}">
                <a16:creationId xmlns:a16="http://schemas.microsoft.com/office/drawing/2014/main" id="{2474368C-0E8D-482B-9F90-FB96C9EBFF98}"/>
              </a:ext>
            </a:extLst>
          </p:cNvPr>
          <p:cNvSpPr/>
          <p:nvPr/>
        </p:nvSpPr>
        <p:spPr bwMode="auto">
          <a:xfrm>
            <a:off x="6352406" y="2587752"/>
            <a:ext cx="5220000" cy="98298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壇上で受けた質問を入力し「回答を作る」をクリック</a:t>
            </a:r>
            <a:br>
              <a:rPr lang="ja-JP" altLang="ja-JP" sz="1200" b="1">
                <a:latin typeface="+mn-ea"/>
              </a:rPr>
            </a:br>
            <a:r>
              <a:rPr lang="ja-JP" altLang="en-US" sz="1200" b="1">
                <a:latin typeface="+mn-ea"/>
              </a:rPr>
              <a:t>開催年度(作業中の期)の承認済み想定問答だけを参照し、</a:t>
            </a:r>
            <a:br>
              <a:rPr lang="ja-JP" altLang="ja-JP" sz="1200" b="1">
                <a:latin typeface="+mn-ea"/>
              </a:rPr>
            </a:br>
            <a:r>
              <a:rPr lang="ja-JP" altLang="en-US" sz="1200" b="1">
                <a:latin typeface="+mn-ea"/>
              </a:rPr>
              <a:t>そのまま読み上げられる話し言葉の回答(3〜6文)を数秒で作成</a:t>
            </a:r>
            <a:br>
              <a:rPr lang="ja-JP" altLang="ja-JP" sz="1200" b="1">
                <a:latin typeface="+mn-ea"/>
              </a:rPr>
            </a:br>
            <a:r>
              <a:rPr lang="ja-JP" altLang="en-US" sz="1200" b="1">
                <a:latin typeface="+mn-ea"/>
              </a:rPr>
              <a:t>1行目に出典(会社・部署・番号・資料名)を表示</a:t>
            </a:r>
            <a:br>
              <a:rPr lang="ja-JP" altLang="ja-JP" sz="1200" b="1">
                <a:latin typeface="+mn-ea"/>
              </a:rPr>
            </a:br>
            <a:r>
              <a:rPr lang="ja-JP" altLang="en-US" sz="1200" b="1">
                <a:latin typeface="+mn-ea"/>
              </a:rPr>
              <a:t>「参照した想定問答」で番号・部署・Q/Aを確認</a:t>
            </a:r>
            <a:endParaRPr lang="ja-JP" altLang="ja-JP" sz="1200" b="1">
              <a:latin typeface="+mn-ea"/>
            </a:endParaRPr>
          </a:p>
        </p:txBody>
      </p:sp>
      <p:sp>
        <p:nvSpPr>
          <p:cNvPr id="57" name="正方形/長方形 12 c56 c57">
            <a:extLst>
              <a:ext uri="{FF2B5EF4-FFF2-40B4-BE49-F238E27FC236}">
                <a16:creationId xmlns:a16="http://schemas.microsoft.com/office/drawing/2014/main" id="{F80BCC13-5A61-48DC-B99E-56E2DD6CE761}"/>
              </a:ext>
            </a:extLst>
          </p:cNvPr>
          <p:cNvSpPr/>
          <p:nvPr/>
        </p:nvSpPr>
        <p:spPr bwMode="auto">
          <a:xfrm>
            <a:off x="6352406" y="3735324"/>
            <a:ext cx="5220000" cy="800100"/>
          </a:xfrm>
          <a:prstGeom prst="rect">
            <a:avLst/>
          </a:prstGeom>
          <a:noFill/>
          <a:ln w="9525">
            <a:noFill/>
            <a:miter lim="800000"/>
            <a:headEnd/>
            <a:tailEnd/>
          </a:ln>
          <a:effectLst/>
        </p:spPr>
        <p:txBody>
          <a:bodyPr wrap="none" lIns="0" tIns="0" rIns="0" bIns="0" rtlCol="0" anchor="t" anchorCtr="0">
            <a:noAutofit/>
          </a:bodyPr>
          <a:lstStyle/>
          <a:p>
            <a:pPr marL="536575">
              <a:lnSpc>
                <a:spcPct val="110000"/>
              </a:lnSpc>
              <a:spcAft>
                <a:spcPts val="300"/>
              </a:spcAft>
              <a:buClr>
                <a:schemeClr val="accent2"/>
              </a:buClr>
              <a:buSzPct val="80000"/>
              <a:buNone/>
            </a:pPr>
            <a:r>
              <a:rPr lang="ja-JP" altLang="en-US" sz="1400" b="1">
                <a:solidFill>
                  <a:schemeClr val="accent2"/>
                </a:solidFill>
                <a:latin typeface="+mn-ea"/>
              </a:rPr>
              <a:t>語で探す(ＡＩを使わない一覧)</a:t>
            </a:r>
            <a:br>
              <a:rPr lang="ja-JP" altLang="ja-JP" sz="1200" b="1">
                <a:latin typeface="+mn-ea"/>
              </a:rPr>
            </a:br>
            <a:r>
              <a:rPr lang="ja-JP" altLang="en-US" sz="1200" b="1">
                <a:latin typeface="+mn-ea"/>
              </a:rPr>
              <a:t>同じ画面の下部で、語を入力し想定問答を即時に</a:t>
            </a:r>
            <a:br>
              <a:rPr lang="ja-JP" altLang="ja-JP" sz="1200" b="1">
                <a:latin typeface="+mn-ea"/>
              </a:rPr>
            </a:br>
            <a:r>
              <a:rPr lang="ja-JP" altLang="en-US" sz="1200" b="1">
                <a:latin typeface="+mn-ea"/>
              </a:rPr>
              <a:t>検索(期は選択可)。語が一致しなくても意味の</a:t>
            </a:r>
            <a:br>
              <a:rPr lang="ja-JP" altLang="ja-JP" sz="1200" b="1">
                <a:latin typeface="+mn-ea"/>
              </a:rPr>
            </a:br>
            <a:r>
              <a:rPr lang="ja-JP" altLang="en-US" sz="1200" b="1">
                <a:latin typeface="+mn-ea"/>
              </a:rPr>
              <a:t>近い行は「意味が近い」の札付きで表示</a:t>
            </a:r>
            <a:endParaRPr lang="ja-JP" altLang="ja-JP" sz="1200" b="1">
              <a:latin typeface="+mn-ea"/>
            </a:endParaRPr>
          </a:p>
        </p:txBody>
      </p:sp>
    </p:spTree>
    <p:extLst>
      <p:ext uri="{BB962C8B-B14F-4D97-AF65-F5344CB8AC3E}">
        <p14:creationId xmlns:p14="http://schemas.microsoft.com/office/powerpoint/2010/main" val="2386333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A41452-9D1D-7A98-832A-704E5315ADD7}"/>
            </a:ext>
          </a:extLst>
        </p:cNvPr>
        <p:cNvGrpSpPr/>
        <p:nvPr/>
      </p:nvGrpSpPr>
      <p:grpSpPr>
        <a:xfrm>
          <a:off x="0" y="0"/>
          <a:ext cx="0" cy="0"/>
          <a:chOff x="0" y="0"/>
          <a:chExt cx="0" cy="0"/>
        </a:xfrm>
      </p:grpSpPr>
      <p:sp>
        <p:nvSpPr>
          <p:cNvPr id="27" name="テキスト プレースホルダー 26">
            <a:extLst>
              <a:ext uri="{FF2B5EF4-FFF2-40B4-BE49-F238E27FC236}">
                <a16:creationId xmlns:a16="http://schemas.microsoft.com/office/drawing/2014/main" id="{8310A4C0-DEB9-C9C7-6ED1-94EE0C94E966}"/>
              </a:ext>
            </a:extLst>
          </p:cNvPr>
          <p:cNvSpPr>
            <a:spLocks noGrp="1"/>
          </p:cNvSpPr>
          <p:nvPr>
            <p:ph type="body" sz="quarter" idx="11"/>
          </p:nvPr>
        </p:nvSpPr>
        <p:spPr>
          <a:xfrm>
            <a:off x="623888" y="300199"/>
            <a:ext cx="10944112" cy="216000"/>
          </a:xfrm>
        </p:spPr>
        <p:txBody>
          <a:bodyPr/>
          <a:lstStyle/>
          <a:p>
            <a:r>
              <a:rPr lang="ja-JP" altLang="en-US" dirty="0"/>
              <a:t>サポート窓口</a:t>
            </a:r>
          </a:p>
        </p:txBody>
      </p:sp>
      <p:sp>
        <p:nvSpPr>
          <p:cNvPr id="15" name="正方形/長方形 14">
            <a:extLst>
              <a:ext uri="{FF2B5EF4-FFF2-40B4-BE49-F238E27FC236}">
                <a16:creationId xmlns:a16="http://schemas.microsoft.com/office/drawing/2014/main" id="{B1E0F50A-AF4C-77DC-EC7D-E8BC465437F0}"/>
              </a:ext>
            </a:extLst>
          </p:cNvPr>
          <p:cNvSpPr/>
          <p:nvPr/>
        </p:nvSpPr>
        <p:spPr bwMode="gray">
          <a:xfrm>
            <a:off x="623888" y="1869657"/>
            <a:ext cx="10944112" cy="2283243"/>
          </a:xfrm>
          <a:prstGeom prst="rect">
            <a:avLst/>
          </a:prstGeom>
          <a:solidFill>
            <a:srgbClr val="F0F2F6"/>
          </a:solidFill>
          <a:ln w="12700" algn="ctr">
            <a:noFill/>
            <a:miter lim="800000"/>
            <a:headEnd/>
            <a:tailEnd/>
          </a:ln>
        </p:spPr>
        <p:txBody>
          <a:bodyPr rot="0" spcFirstLastPara="0" vertOverflow="overflow" horzOverflow="overflow" vert="horz" wrap="square" lIns="72000" tIns="36000" rIns="72000" bIns="36000" numCol="1" spcCol="0" rtlCol="0" fromWordArt="0" anchor="t" anchorCtr="0" forceAA="0" compatLnSpc="1">
            <a:prstTxWarp prst="textNoShape">
              <a:avLst/>
            </a:prstTxWarp>
            <a:noAutofit/>
          </a:bodyPr>
          <a:lstStyle/>
          <a:p>
            <a:pPr defTabSz="990564" fontAlgn="auto">
              <a:spcBef>
                <a:spcPts val="600"/>
              </a:spcBef>
              <a:spcAft>
                <a:spcPts val="0"/>
              </a:spcAft>
              <a:buClr>
                <a:schemeClr val="accent6"/>
              </a:buClr>
              <a:buSzPct val="100000"/>
            </a:pPr>
            <a:r>
              <a:rPr lang="ja-JP" altLang="ja-JP" sz="1600" b="1" dirty="0">
                <a:solidFill>
                  <a:prstClr val="black"/>
                </a:solidFill>
                <a:latin typeface="+mn-ea"/>
              </a:rPr>
              <a:t>Quick-Win(AI</a:t>
            </a:r>
            <a:r>
              <a:rPr lang="ja-JP" altLang="en-US" sz="1600" b="1" dirty="0">
                <a:solidFill>
                  <a:prstClr val="black"/>
                </a:solidFill>
                <a:latin typeface="+mn-ea"/>
              </a:rPr>
              <a:t>経営ナビ・総会</a:t>
            </a:r>
            <a:r>
              <a:rPr lang="ja-JP" altLang="ja-JP" sz="1600" b="1" dirty="0">
                <a:solidFill>
                  <a:prstClr val="black"/>
                </a:solidFill>
                <a:latin typeface="+mn-ea"/>
              </a:rPr>
              <a:t>Q&amp;A)</a:t>
            </a:r>
            <a:r>
              <a:rPr lang="ja-JP" altLang="en-US" sz="1600" b="1" dirty="0">
                <a:solidFill>
                  <a:prstClr val="black"/>
                </a:solidFill>
                <a:latin typeface="+mn-ea"/>
              </a:rPr>
              <a:t>アプリに関して</a:t>
            </a:r>
            <a:endParaRPr lang="ja-JP" altLang="ja-JP" sz="1600" b="1" dirty="0">
              <a:solidFill>
                <a:prstClr val="black"/>
              </a:solidFill>
              <a:latin typeface="+mn-ea"/>
            </a:endParaRPr>
          </a:p>
          <a:p>
            <a:pPr lvl="1" defTabSz="990564" fontAlgn="auto">
              <a:spcBef>
                <a:spcPts val="600"/>
              </a:spcBef>
              <a:spcAft>
                <a:spcPts val="0"/>
              </a:spcAft>
              <a:buClr>
                <a:schemeClr val="accent6"/>
              </a:buClr>
              <a:buSzPct val="100000"/>
            </a:pPr>
            <a:r>
              <a:rPr lang="ja-JP" altLang="en-US" sz="1600" dirty="0">
                <a:solidFill>
                  <a:prstClr val="black"/>
                </a:solidFill>
                <a:latin typeface="+mn-ea"/>
              </a:rPr>
              <a:t>阪急阪神ホールディングス株式会社</a:t>
            </a:r>
            <a:endParaRPr lang="ja-JP" altLang="ja-JP" sz="1600" dirty="0">
              <a:solidFill>
                <a:prstClr val="black"/>
              </a:solidFill>
              <a:latin typeface="+mn-ea"/>
            </a:endParaRPr>
          </a:p>
          <a:p>
            <a:pPr lvl="1" defTabSz="990564" fontAlgn="auto">
              <a:spcBef>
                <a:spcPts val="600"/>
              </a:spcBef>
              <a:spcAft>
                <a:spcPts val="0"/>
              </a:spcAft>
              <a:buClr>
                <a:schemeClr val="accent6"/>
              </a:buClr>
              <a:buSzPct val="100000"/>
            </a:pPr>
            <a:r>
              <a:rPr lang="ja-JP" altLang="ja-JP" sz="1600" dirty="0">
                <a:solidFill>
                  <a:prstClr val="black"/>
                </a:solidFill>
                <a:latin typeface="+mn-ea"/>
              </a:rPr>
              <a:t>BX</a:t>
            </a:r>
            <a:r>
              <a:rPr lang="ja-JP" altLang="en-US" sz="1600" dirty="0">
                <a:solidFill>
                  <a:prstClr val="black"/>
                </a:solidFill>
                <a:latin typeface="+mn-ea"/>
              </a:rPr>
              <a:t>推進室 </a:t>
            </a:r>
            <a:r>
              <a:rPr lang="ja-JP" altLang="ja-JP" sz="1600" dirty="0">
                <a:solidFill>
                  <a:prstClr val="black"/>
                </a:solidFill>
                <a:latin typeface="+mn-ea"/>
              </a:rPr>
              <a:t>BX</a:t>
            </a:r>
            <a:r>
              <a:rPr lang="ja-JP" altLang="en-US" sz="1600" dirty="0">
                <a:solidFill>
                  <a:prstClr val="black"/>
                </a:solidFill>
                <a:latin typeface="+mn-ea"/>
              </a:rPr>
              <a:t>推進部</a:t>
            </a:r>
            <a:endParaRPr lang="ja-JP" altLang="ja-JP" sz="1600" dirty="0">
              <a:solidFill>
                <a:prstClr val="black"/>
              </a:solidFill>
              <a:latin typeface="+mn-ea"/>
            </a:endParaRPr>
          </a:p>
          <a:p>
            <a:pPr defTabSz="990564" fontAlgn="auto">
              <a:spcBef>
                <a:spcPts val="600"/>
              </a:spcBef>
              <a:spcAft>
                <a:spcPts val="0"/>
              </a:spcAft>
              <a:buClr>
                <a:schemeClr val="accent6"/>
              </a:buClr>
              <a:buSzPct val="100000"/>
            </a:pPr>
            <a:r>
              <a:rPr lang="ja-JP" altLang="ja-JP" sz="1600" dirty="0">
                <a:solidFill>
                  <a:prstClr val="black"/>
                </a:solidFill>
                <a:latin typeface="+mn-ea"/>
              </a:rPr>
              <a:t>	E-mail	</a:t>
            </a:r>
            <a:r>
              <a:rPr lang="ja-JP" altLang="en-US" sz="1600" dirty="0">
                <a:solidFill>
                  <a:prstClr val="black"/>
                </a:solidFill>
                <a:latin typeface="+mn-ea"/>
              </a:rPr>
              <a:t>：</a:t>
            </a:r>
            <a:r>
              <a:rPr lang="ja-JP" altLang="ja-JP" sz="1600" dirty="0">
                <a:solidFill>
                  <a:prstClr val="black"/>
                </a:solidFill>
                <a:latin typeface="+mn-ea"/>
              </a:rPr>
              <a:t>XXXX</a:t>
            </a:r>
          </a:p>
          <a:p>
            <a:pPr defTabSz="990564" fontAlgn="auto">
              <a:spcBef>
                <a:spcPts val="600"/>
              </a:spcBef>
              <a:spcAft>
                <a:spcPts val="0"/>
              </a:spcAft>
              <a:buClr>
                <a:schemeClr val="accent6"/>
              </a:buClr>
              <a:buSzPct val="100000"/>
            </a:pPr>
            <a:r>
              <a:rPr lang="ja-JP" altLang="ja-JP" sz="1600" dirty="0">
                <a:solidFill>
                  <a:prstClr val="black"/>
                </a:solidFill>
                <a:latin typeface="+mn-ea"/>
              </a:rPr>
              <a:t> 	Tel	</a:t>
            </a:r>
            <a:r>
              <a:rPr lang="ja-JP" altLang="en-US" sz="1600" dirty="0">
                <a:solidFill>
                  <a:prstClr val="black"/>
                </a:solidFill>
                <a:latin typeface="+mn-ea"/>
              </a:rPr>
              <a:t>：</a:t>
            </a:r>
            <a:r>
              <a:rPr lang="ja-JP" altLang="ja-JP" sz="1600" dirty="0">
                <a:solidFill>
                  <a:prstClr val="black"/>
                </a:solidFill>
                <a:latin typeface="+mn-ea"/>
              </a:rPr>
              <a:t>XXXX</a:t>
            </a:r>
          </a:p>
          <a:p>
            <a:pPr defTabSz="990564" fontAlgn="auto">
              <a:spcBef>
                <a:spcPts val="600"/>
              </a:spcBef>
              <a:spcAft>
                <a:spcPts val="0"/>
              </a:spcAft>
              <a:buClr>
                <a:schemeClr val="accent6"/>
              </a:buClr>
              <a:buSzPct val="100000"/>
            </a:pPr>
            <a:r>
              <a:rPr lang="ja-JP" altLang="ja-JP" sz="1600" dirty="0">
                <a:solidFill>
                  <a:prstClr val="black"/>
                </a:solidFill>
                <a:latin typeface="+mn-ea"/>
              </a:rPr>
              <a:t>	</a:t>
            </a:r>
            <a:r>
              <a:rPr lang="ja-JP" altLang="en-US" sz="1600" dirty="0">
                <a:solidFill>
                  <a:prstClr val="black"/>
                </a:solidFill>
                <a:latin typeface="+mn-ea"/>
              </a:rPr>
              <a:t>担当</a:t>
            </a:r>
            <a:r>
              <a:rPr lang="ja-JP" altLang="ja-JP" sz="1600" dirty="0">
                <a:solidFill>
                  <a:prstClr val="black"/>
                </a:solidFill>
                <a:latin typeface="+mn-ea"/>
              </a:rPr>
              <a:t>	</a:t>
            </a:r>
            <a:r>
              <a:rPr lang="ja-JP" altLang="en-US" sz="1600" dirty="0">
                <a:solidFill>
                  <a:prstClr val="black"/>
                </a:solidFill>
                <a:latin typeface="+mn-ea"/>
              </a:rPr>
              <a:t>：</a:t>
            </a:r>
            <a:r>
              <a:rPr lang="ja-JP" altLang="ja-JP" sz="1600" dirty="0">
                <a:solidFill>
                  <a:prstClr val="black"/>
                </a:solidFill>
                <a:latin typeface="+mn-ea"/>
              </a:rPr>
              <a:t>XXX</a:t>
            </a:r>
          </a:p>
          <a:p>
            <a:pPr defTabSz="990564">
              <a:spcBef>
                <a:spcPts val="600"/>
              </a:spcBef>
              <a:buClr>
                <a:schemeClr val="tx1"/>
              </a:buClr>
              <a:buSzPct val="100000"/>
            </a:pPr>
            <a:endParaRPr lang="ja-JP" altLang="ja-JP" sz="1400" dirty="0"/>
          </a:p>
        </p:txBody>
      </p:sp>
      <p:sp>
        <p:nvSpPr>
          <p:cNvPr id="4" name="正方形/長方形 28">
            <a:extLst>
              <a:ext uri="{FF2B5EF4-FFF2-40B4-BE49-F238E27FC236}">
                <a16:creationId xmlns:a16="http://schemas.microsoft.com/office/drawing/2014/main" id="{18CA1889-C90B-4377-02FD-B35C90383C8A}"/>
              </a:ext>
            </a:extLst>
          </p:cNvPr>
          <p:cNvSpPr>
            <a:spLocks noChangeArrowheads="1"/>
          </p:cNvSpPr>
          <p:nvPr/>
        </p:nvSpPr>
        <p:spPr bwMode="auto">
          <a:xfrm>
            <a:off x="623888" y="772333"/>
            <a:ext cx="10944225" cy="519079"/>
          </a:xfrm>
          <a:prstGeom prst="rect">
            <a:avLst/>
          </a:prstGeom>
          <a:noFill/>
          <a:ln w="9525">
            <a:noFill/>
            <a:miter lim="800000"/>
            <a:headEnd/>
            <a:tailEnd/>
          </a:ln>
          <a:effectLst/>
        </p:spPr>
        <p:txBody>
          <a:bodyPr wrap="square" lIns="0" tIns="0" rIns="0" bIns="0" anchor="t">
            <a:noAutofit/>
          </a:bodyPr>
          <a:lstStyle>
            <a:lvl1pPr>
              <a:spcBef>
                <a:spcPct val="20000"/>
              </a:spcBef>
              <a:buChar char="•"/>
              <a:defRPr kumimoji="1" sz="3200" lang="ja-JP">
                <a:solidFill>
                  <a:schemeClr val="tx1"/>
                </a:solidFill>
                <a:latin typeface="MS UI Gothic" pitchFamily="50" charset="-128"/>
                <a:ea typeface="MS UI Gothic" pitchFamily="50" charset="-128"/>
              </a:defRPr>
            </a:lvl1pPr>
            <a:lvl2pPr marL="742950" indent="-285750">
              <a:spcBef>
                <a:spcPct val="20000"/>
              </a:spcBef>
              <a:buChar char="–"/>
              <a:defRPr kumimoji="1" sz="2800" lang="ja-JP">
                <a:solidFill>
                  <a:schemeClr val="tx1"/>
                </a:solidFill>
                <a:latin typeface="MS UI Gothic" pitchFamily="50" charset="-128"/>
                <a:ea typeface="MS UI Gothic" pitchFamily="50" charset="-128"/>
              </a:defRPr>
            </a:lvl2pPr>
            <a:lvl3pPr marL="1143000" indent="-228600">
              <a:spcBef>
                <a:spcPct val="20000"/>
              </a:spcBef>
              <a:buChar char="•"/>
              <a:defRPr kumimoji="1" sz="2400" lang="ja-JP">
                <a:solidFill>
                  <a:schemeClr val="tx1"/>
                </a:solidFill>
                <a:latin typeface="MS UI Gothic" pitchFamily="50" charset="-128"/>
                <a:ea typeface="MS UI Gothic" pitchFamily="50" charset="-128"/>
              </a:defRPr>
            </a:lvl3pPr>
            <a:lvl4pPr marL="1600200" indent="-228600">
              <a:spcBef>
                <a:spcPct val="20000"/>
              </a:spcBef>
              <a:buChar char="–"/>
              <a:defRPr kumimoji="1" sz="2000" lang="ja-JP">
                <a:solidFill>
                  <a:schemeClr val="tx1"/>
                </a:solidFill>
                <a:latin typeface="Arial" charset="0"/>
                <a:ea typeface="ＭＳ Ｐゴシック" pitchFamily="50" charset="-128"/>
              </a:defRPr>
            </a:lvl4pPr>
            <a:lvl5pPr marL="2057400" indent="-228600">
              <a:spcBef>
                <a:spcPct val="20000"/>
              </a:spcBef>
              <a:buChar char="»"/>
              <a:defRPr kumimoji="1" sz="2000" lang="ja-JP">
                <a:solidFill>
                  <a:schemeClr val="tx1"/>
                </a:solidFill>
                <a:latin typeface="Arial" charset="0"/>
                <a:ea typeface="ＭＳ Ｐゴシック" pitchFamily="50" charset="-128"/>
              </a:defRPr>
            </a:lvl5pPr>
            <a:lvl6pPr marL="25146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6pPr>
            <a:lvl7pPr marL="29718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7pPr>
            <a:lvl8pPr marL="34290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8pPr>
            <a:lvl9pPr marL="3886200" indent="-228600" eaLnBrk="0" fontAlgn="base" hangingPunct="0">
              <a:spcBef>
                <a:spcPct val="20000"/>
              </a:spcBef>
              <a:spcAft>
                <a:spcPct val="0"/>
              </a:spcAft>
              <a:buChar char="»"/>
              <a:defRPr kumimoji="1" sz="2000" lang="ja-JP">
                <a:solidFill>
                  <a:schemeClr val="tx1"/>
                </a:solidFill>
                <a:latin typeface="Arial" charset="0"/>
                <a:ea typeface="ＭＳ Ｐゴシック" pitchFamily="50" charset="-128"/>
              </a:defRPr>
            </a:lvl9pPr>
          </a:lstStyle>
          <a:p>
            <a:pPr marL="180000" marR="0" lvl="0" indent="-180000" algn="l" defTabSz="914400" rtl="0" eaLnBrk="1" fontAlgn="auto" latinLnBrk="0" hangingPunct="1">
              <a:lnSpc>
                <a:spcPct val="110000"/>
              </a:lnSpc>
              <a:spcBef>
                <a:spcPts val="0"/>
              </a:spcBef>
              <a:spcAft>
                <a:spcPts val="300"/>
              </a:spcAft>
              <a:buClr>
                <a:srgbClr val="2F4679"/>
              </a:buClr>
              <a:buSzPct val="80000"/>
              <a:buFont typeface="Wingdings" panose="05000000000000000000" pitchFamily="2" charset="2"/>
              <a:buChar char="l"/>
              <a:tabLst>
                <a:tab pos="2057400" algn="l"/>
              </a:tabLst>
              <a:defRPr lang="ja-JP"/>
            </a:pPr>
            <a:r>
              <a:rPr kumimoji="1" lang="ja-JP" altLang="en-US" sz="2000" b="0" i="0" u="none" strike="noStrike" kern="1200" cap="none" spc="0" normalizeH="0" baseline="0" noProof="0" dirty="0">
                <a:ln>
                  <a:noFill/>
                </a:ln>
                <a:solidFill>
                  <a:srgbClr val="000000"/>
                </a:solidFill>
                <a:effectLst/>
                <a:uLnTx/>
                <a:uFillTx/>
                <a:latin typeface="BIZ UDPゴシック"/>
                <a:ea typeface="BIZ UDPゴシック"/>
                <a:cs typeface="+mn-cs"/>
              </a:rPr>
              <a:t>本アプリ利用時の操作方法に関しての質問は、以下のサポート窓口までご連絡</a:t>
            </a:r>
            <a:r>
              <a:rPr lang="ja-JP" altLang="en-US" sz="2000" dirty="0">
                <a:solidFill>
                  <a:srgbClr val="000000"/>
                </a:solidFill>
                <a:latin typeface="BIZ UDPゴシック"/>
                <a:ea typeface="BIZ UDPゴシック"/>
              </a:rPr>
              <a:t>ください</a:t>
            </a:r>
            <a:endParaRPr kumimoji="1" lang="ja-JP" altLang="en-US" sz="2000" b="0" i="0" u="none" strike="noStrike" kern="1200" cap="none" spc="0" normalizeH="0" baseline="0" noProof="0" dirty="0">
              <a:ln>
                <a:noFill/>
              </a:ln>
              <a:solidFill>
                <a:srgbClr val="000000"/>
              </a:solidFill>
              <a:effectLst/>
              <a:uLnTx/>
              <a:uFillTx/>
              <a:latin typeface="BIZ UDPゴシック"/>
              <a:ea typeface="BIZ UDPゴシック"/>
              <a:cs typeface="+mn-cs"/>
            </a:endParaRPr>
          </a:p>
        </p:txBody>
      </p:sp>
    </p:spTree>
    <p:extLst>
      <p:ext uri="{BB962C8B-B14F-4D97-AF65-F5344CB8AC3E}">
        <p14:creationId xmlns:p14="http://schemas.microsoft.com/office/powerpoint/2010/main" val="4172548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3_案3">
  <a:themeElements>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fontScheme name="ユーザー定義 6">
      <a:majorFont>
        <a:latin typeface="BIZ UDPゴシック"/>
        <a:ea typeface="BIZ UDPゴシック"/>
        <a:cs typeface=""/>
      </a:majorFont>
      <a:minorFont>
        <a:latin typeface="BIZ UDPゴシック"/>
        <a:ea typeface="BIZ UDP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2">
            <a:lumMod val="40000"/>
            <a:lumOff val="60000"/>
            <a:alpha val="80000"/>
          </a:schemeClr>
        </a:solidFill>
        <a:ln w="9525">
          <a:noFill/>
          <a:miter lim="800000"/>
          <a:headEnd/>
          <a:tailEnd/>
        </a:ln>
        <a:effectLst/>
      </a:spPr>
      <a:bodyPr wrap="square" lIns="0" tIns="0" rIns="0" bIns="0" rtlCol="0" anchor="ctr" anchorCtr="0">
        <a:noAutofit/>
      </a:bodyPr>
      <a:lstStyle>
        <a:defPPr marR="0" algn="ctr" defTabSz="914400" rtl="0" eaLnBrk="1" fontAlgn="auto" latinLnBrk="0" hangingPunct="1">
          <a:lnSpc>
            <a:spcPct val="110000"/>
          </a:lnSpc>
          <a:spcBef>
            <a:spcPts val="0"/>
          </a:spcBef>
          <a:spcAft>
            <a:spcPts val="300"/>
          </a:spcAft>
          <a:buClr>
            <a:schemeClr val="accent2"/>
          </a:buClr>
          <a:buSzPct val="80000"/>
          <a:tabLst>
            <a:tab pos="2057400" algn="l"/>
          </a:tabLst>
          <a:defRPr kumimoji="1" sz="1200" b="0" i="0" u="none" strike="noStrike" kern="1200" cap="none" spc="0" normalizeH="0" baseline="0" noProof="0" dirty="0" smtClean="0">
            <a:ln>
              <a:noFill/>
            </a:ln>
            <a:effectLst/>
            <a:uLnTx/>
            <a:uFillTx/>
            <a:latin typeface="+mn-ea"/>
            <a:ea typeface="+mn-ea"/>
            <a:cs typeface="+mn-cs"/>
          </a:defRPr>
        </a:defPPr>
      </a:lstStyle>
    </a:spDef>
    <a:lnDef>
      <a:spPr>
        <a:ln w="19050">
          <a:solidFill>
            <a:schemeClr val="accent2"/>
          </a:solidFill>
        </a:ln>
      </a:spPr>
      <a:bodyPr/>
      <a:lstStyle/>
      <a:style>
        <a:lnRef idx="1">
          <a:schemeClr val="accent1"/>
        </a:lnRef>
        <a:fillRef idx="0">
          <a:schemeClr val="accent1"/>
        </a:fillRef>
        <a:effectRef idx="0">
          <a:schemeClr val="accent1"/>
        </a:effectRef>
        <a:fontRef idx="minor">
          <a:schemeClr val="tx1"/>
        </a:fontRef>
      </a:style>
    </a:lnDef>
    <a:txDef>
      <a:spPr>
        <a:solidFill>
          <a:schemeClr val="bg1"/>
        </a:solidFill>
      </a:spPr>
      <a:bodyPr wrap="square" lIns="0" tIns="0" rIns="0" bIns="36000" anchor="ctr" anchorCtr="0">
        <a:noAutofit/>
      </a:bodyPr>
      <a:lstStyle>
        <a:defPPr algn="ctr">
          <a:spcBef>
            <a:spcPts val="300"/>
          </a:spcBef>
          <a:defRPr sz="1050" dirty="0" smtClean="0">
            <a:latin typeface="+mn-ea"/>
            <a:cs typeface="Meiryo UI" panose="020B0604030504040204"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2.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3.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4.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5.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ppt/theme/themeOverride6.xml><?xml version="1.0" encoding="utf-8"?>
<a:themeOverride xmlns:a="http://schemas.openxmlformats.org/drawingml/2006/main">
  <a:clrScheme name="ユーザー定義AX">
    <a:dk1>
      <a:srgbClr val="000000"/>
    </a:dk1>
    <a:lt1>
      <a:srgbClr val="FFFFFF"/>
    </a:lt1>
    <a:dk2>
      <a:srgbClr val="7F7F7F"/>
    </a:dk2>
    <a:lt2>
      <a:srgbClr val="F0F0F0"/>
    </a:lt2>
    <a:accent1>
      <a:srgbClr val="232323"/>
    </a:accent1>
    <a:accent2>
      <a:srgbClr val="2F4679"/>
    </a:accent2>
    <a:accent3>
      <a:srgbClr val="9DD3B3"/>
    </a:accent3>
    <a:accent4>
      <a:srgbClr val="87A6D3"/>
    </a:accent4>
    <a:accent5>
      <a:srgbClr val="E99BA1"/>
    </a:accent5>
    <a:accent6>
      <a:srgbClr val="D56621"/>
    </a:accent6>
    <a:hlink>
      <a:srgbClr val="232323"/>
    </a:hlink>
    <a:folHlink>
      <a:srgbClr val="232323"/>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CF4429DF024E5448FC59C7B7B43C1AC" ma:contentTypeVersion="11" ma:contentTypeDescription="Create a new document." ma:contentTypeScope="" ma:versionID="acb135f8ac1bd7cde167a21f1321cadb">
  <xsd:schema xmlns:xsd="http://www.w3.org/2001/XMLSchema" xmlns:xs="http://www.w3.org/2001/XMLSchema" xmlns:p="http://schemas.microsoft.com/office/2006/metadata/properties" xmlns:ns2="736c8bd6-b1a7-463d-a242-abcb0c1a3ab7" xmlns:ns3="25a5c49f-f1be-44ee-b7a9-954566e675d2" targetNamespace="http://schemas.microsoft.com/office/2006/metadata/properties" ma:root="true" ma:fieldsID="72c5b997e5e4c90e17cc0c94290d5872" ns2:_="" ns3:_="">
    <xsd:import namespace="736c8bd6-b1a7-463d-a242-abcb0c1a3ab7"/>
    <xsd:import namespace="25a5c49f-f1be-44ee-b7a9-954566e675d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6c8bd6-b1a7-463d-a242-abcb0c1a3ab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5a5c49f-f1be-44ee-b7a9-954566e675d2"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8a2c12e-9cd8-4bdc-a214-d5fe3fdc3985}" ma:internalName="TaxCatchAll" ma:showField="CatchAllData" ma:web="25a5c49f-f1be-44ee-b7a9-954566e675d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36c8bd6-b1a7-463d-a242-abcb0c1a3ab7">
      <Terms xmlns="http://schemas.microsoft.com/office/infopath/2007/PartnerControls"/>
    </lcf76f155ced4ddcb4097134ff3c332f>
    <TaxCatchAll xmlns="25a5c49f-f1be-44ee-b7a9-954566e675d2" xsi:nil="true"/>
  </documentManagement>
</p:properties>
</file>

<file path=customXml/itemProps1.xml><?xml version="1.0" encoding="utf-8"?>
<ds:datastoreItem xmlns:ds="http://schemas.openxmlformats.org/officeDocument/2006/customXml" ds:itemID="{E5401CBF-6082-4091-982F-57D2FEE38A2F}">
  <ds:schemaRefs>
    <ds:schemaRef ds:uri="http://schemas.microsoft.com/sharepoint/v3/contenttype/forms"/>
  </ds:schemaRefs>
</ds:datastoreItem>
</file>

<file path=customXml/itemProps2.xml><?xml version="1.0" encoding="utf-8"?>
<ds:datastoreItem xmlns:ds="http://schemas.openxmlformats.org/officeDocument/2006/customXml" ds:itemID="{955E249D-2A1F-492F-BC91-BA362E0311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6c8bd6-b1a7-463d-a242-abcb0c1a3ab7"/>
    <ds:schemaRef ds:uri="25a5c49f-f1be-44ee-b7a9-954566e675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C8626B6-3F7B-4F64-8D8A-4582797B8BA1}">
  <ds:schemaRefs>
    <ds:schemaRef ds:uri="http://purl.org/dc/terms/"/>
    <ds:schemaRef ds:uri="736c8bd6-b1a7-463d-a242-abcb0c1a3ab7"/>
    <ds:schemaRef ds:uri="http://www.w3.org/XML/1998/namespace"/>
    <ds:schemaRef ds:uri="http://schemas.microsoft.com/office/2006/documentManagement/types"/>
    <ds:schemaRef ds:uri="http://schemas.openxmlformats.org/package/2006/metadata/core-properties"/>
    <ds:schemaRef ds:uri="25a5c49f-f1be-44ee-b7a9-954566e675d2"/>
    <ds:schemaRef ds:uri="http://purl.org/dc/elements/1.1/"/>
    <ds:schemaRef ds:uri="http://schemas.microsoft.com/office/infopath/2007/PartnerControls"/>
    <ds:schemaRef ds:uri="http://schemas.microsoft.com/office/2006/metadata/properties"/>
    <ds:schemaRef ds:uri="http://purl.org/dc/dcmitype/"/>
  </ds:schemaRefs>
</ds:datastoreItem>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3865</TotalTime>
  <Words>2466</Words>
  <Application>Microsoft Office PowerPoint</Application>
  <PresentationFormat>ワイド画面</PresentationFormat>
  <Paragraphs>329</Paragraphs>
  <Slides>14</Slides>
  <Notes>14</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14</vt:i4>
      </vt:variant>
    </vt:vector>
  </HeadingPairs>
  <TitlesOfParts>
    <vt:vector size="21" baseType="lpstr">
      <vt:lpstr>BIZ UDPゴシック</vt:lpstr>
      <vt:lpstr>メイリオ</vt:lpstr>
      <vt:lpstr>游ゴシック</vt:lpstr>
      <vt:lpstr>Arial</vt:lpstr>
      <vt:lpstr>Wingdings</vt:lpstr>
      <vt:lpstr>3_案3</vt:lpstr>
      <vt:lpstr>thinkcellスライド</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Nishiyama, Kazuki 1</dc:creator>
  <cp:lastModifiedBy>Nishiyama, Kazuki 1</cp:lastModifiedBy>
  <cp:revision>17</cp:revision>
  <dcterms:created xsi:type="dcterms:W3CDTF">2025-03-21T08:56:43Z</dcterms:created>
  <dcterms:modified xsi:type="dcterms:W3CDTF">2026-09-16T02:54:27Z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0x0101003CF4429DF024E5448FC59C7B7B43C1AC</vt:lpwstr>
  </property>
  <property fmtid="{D5CDD505-2E9C-101B-9397-08002B2CF9AE}" pid="3" name="MediaServiceImageTags">
    <vt:lpwstr/>
  </property>
</Properties>
</file>