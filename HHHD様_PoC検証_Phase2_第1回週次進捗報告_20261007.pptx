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ommentAuthors.xml" ContentType="application/vnd.openxmlformats-officedocument.presentationml.commentAuthors+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embeddings/oleObject18.bin" ContentType="application/vnd.openxmlformats-officedocument.oleObject"/>
  <Override PartName="/ppt/embeddings/oleObject19.bin" ContentType="application/vnd.openxmlformats-officedocument.oleObject"/>
  <Override PartName="/ppt/embeddings/oleObject2.bin" ContentType="application/vnd.openxmlformats-officedocument.oleObject"/>
  <Override PartName="/ppt/embeddings/oleObject20.bin" ContentType="application/vnd.openxmlformats-officedocument.oleObject"/>
  <Override PartName="/ppt/embeddings/oleObject21.bin" ContentType="application/vnd.openxmlformats-officedocument.oleObject"/>
  <Override PartName="/ppt/embeddings/oleObject22.bin" ContentType="application/vnd.openxmlformats-officedocument.oleObject"/>
  <Override PartName="/ppt/embeddings/oleObject23.bin" ContentType="application/vnd.openxmlformats-officedocument.oleObject"/>
  <Override PartName="/ppt/embeddings/oleObject24.bin" ContentType="application/vnd.openxmlformats-officedocument.oleObject"/>
  <Override PartName="/ppt/embeddings/oleObject25.bin" ContentType="application/vnd.openxmlformats-officedocument.oleObject"/>
  <Override PartName="/ppt/embeddings/oleObject26.bin" ContentType="application/vnd.openxmlformats-officedocument.oleObject"/>
  <Override PartName="/ppt/embeddings/oleObject27.bin" ContentType="application/vnd.openxmlformats-officedocument.oleObject"/>
  <Override PartName="/ppt/embeddings/oleObject28.bin" ContentType="application/vnd.openxmlformats-officedocument.oleObject"/>
  <Override PartName="/ppt/embeddings/oleObject29.bin" ContentType="application/vnd.openxmlformats-officedocument.oleObject"/>
  <Override PartName="/ppt/embeddings/oleObject3.bin" ContentType="application/vnd.openxmlformats-officedocument.oleObject"/>
  <Override PartName="/ppt/embeddings/oleObject30.bin" ContentType="application/vnd.openxmlformats-officedocument.oleObject"/>
  <Override PartName="/ppt/embeddings/oleObject31.bin" ContentType="application/vnd.openxmlformats-officedocument.oleObject"/>
  <Override PartName="/ppt/embeddings/oleObject32.bin" ContentType="application/vnd.openxmlformats-officedocument.oleObject"/>
  <Override PartName="/ppt/embeddings/oleObject33.bin" ContentType="application/vnd.openxmlformats-officedocument.oleObject"/>
  <Override PartName="/ppt/embeddings/oleObject34.bin" ContentType="application/vnd.openxmlformats-officedocument.oleObject"/>
  <Override PartName="/ppt/embeddings/oleObject35.bin" ContentType="application/vnd.openxmlformats-officedocument.oleObject"/>
  <Override PartName="/ppt/embeddings/oleObject36.bin" ContentType="application/vnd.openxmlformats-officedocument.oleObject"/>
  <Override PartName="/ppt/embeddings/oleObject37.bin" ContentType="application/vnd.openxmlformats-officedocument.oleObject"/>
  <Override PartName="/ppt/embeddings/oleObject38.bin" ContentType="application/vnd.openxmlformats-officedocument.oleObject"/>
  <Override PartName="/ppt/embeddings/oleObject39.bin" ContentType="application/vnd.openxmlformats-officedocument.oleObject"/>
  <Override PartName="/ppt/embeddings/oleObject4.bin" ContentType="application/vnd.openxmlformats-officedocument.oleObject"/>
  <Override PartName="/ppt/embeddings/oleObject40.bin" ContentType="application/vnd.openxmlformats-officedocument.oleObject"/>
  <Override PartName="/ppt/embeddings/oleObject41.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908" r:id="rId4"/>
    <p:sldMasterId id="2147483919" r:id="rId5"/>
    <p:sldMasterId id="2147483986" r:id="rId6"/>
    <p:sldMasterId id="2147484012" r:id="rId7"/>
  </p:sldMasterIdLst>
  <p:notesMasterIdLst>
    <p:notesMasterId r:id="rId22"/>
  </p:notesMasterIdLst>
  <p:handoutMasterIdLst>
    <p:handoutMasterId r:id="rId23"/>
  </p:handoutMasterIdLst>
  <p:sldIdLst>
    <p:sldId id="2147483641" r:id="rId8"/>
    <p:sldId id="2147483646" r:id="rId9"/>
    <p:sldId id="276" r:id="rId42"/>
    <p:sldId id="277" r:id="rId43"/>
    <p:sldId id="2147483647" r:id="rId32"/>
    <p:sldId id="278" r:id="rId44"/>
    <p:sldId id="279" r:id="rId45"/>
    <p:sldId id="262" r:id="rId18"/>
    <p:sldId id="280" r:id="rId46"/>
    <p:sldId id="281" r:id="rId47"/>
    <p:sldId id="263" r:id="rId15"/>
    <p:sldId id="266" r:id="rId14"/>
    <p:sldId id="282" r:id="rId48"/>
    <p:sldId id="274" r:id="rId21"/>
  </p:sldIdLst>
  <p:sldSz cx="12192000" cy="6858000"/>
  <p:notesSz cx="6735763" cy="9866313"/>
  <p:custDataLst>
    <p:tags r:id="rId24"/>
  </p:custDataLst>
  <p:defaultTextStyle>
    <a:defPPr>
      <a:defRPr lang="en-US"/>
    </a:defPPr>
    <a:lvl1pPr algn="l" rtl="0" fontAlgn="base">
      <a:spcBef>
        <a:spcPct val="0"/>
      </a:spcBef>
      <a:spcAft>
        <a:spcPct val="0"/>
      </a:spcAft>
      <a:defRPr sz="1900" kern="1200">
        <a:solidFill>
          <a:schemeClr val="tx1"/>
        </a:solidFill>
        <a:latin typeface="Arial" charset="0"/>
        <a:ea typeface="+mn-ea"/>
        <a:cs typeface="Arial" charset="0"/>
      </a:defRPr>
    </a:lvl1pPr>
    <a:lvl2pPr marL="429768" algn="l" rtl="0" fontAlgn="base">
      <a:spcBef>
        <a:spcPct val="0"/>
      </a:spcBef>
      <a:spcAft>
        <a:spcPct val="0"/>
      </a:spcAft>
      <a:defRPr sz="1900" kern="1200">
        <a:solidFill>
          <a:schemeClr val="tx1"/>
        </a:solidFill>
        <a:latin typeface="Arial" charset="0"/>
        <a:ea typeface="+mn-ea"/>
        <a:cs typeface="Arial" charset="0"/>
      </a:defRPr>
    </a:lvl2pPr>
    <a:lvl3pPr marL="859536" algn="l" rtl="0" fontAlgn="base">
      <a:spcBef>
        <a:spcPct val="0"/>
      </a:spcBef>
      <a:spcAft>
        <a:spcPct val="0"/>
      </a:spcAft>
      <a:defRPr sz="1900" kern="1200">
        <a:solidFill>
          <a:schemeClr val="tx1"/>
        </a:solidFill>
        <a:latin typeface="Arial" charset="0"/>
        <a:ea typeface="+mn-ea"/>
        <a:cs typeface="Arial" charset="0"/>
      </a:defRPr>
    </a:lvl3pPr>
    <a:lvl4pPr marL="1289304" algn="l" rtl="0" fontAlgn="base">
      <a:spcBef>
        <a:spcPct val="0"/>
      </a:spcBef>
      <a:spcAft>
        <a:spcPct val="0"/>
      </a:spcAft>
      <a:defRPr sz="1900" kern="1200">
        <a:solidFill>
          <a:schemeClr val="tx1"/>
        </a:solidFill>
        <a:latin typeface="Arial" charset="0"/>
        <a:ea typeface="+mn-ea"/>
        <a:cs typeface="Arial" charset="0"/>
      </a:defRPr>
    </a:lvl4pPr>
    <a:lvl5pPr marL="1719072" algn="l" rtl="0" fontAlgn="base">
      <a:spcBef>
        <a:spcPct val="0"/>
      </a:spcBef>
      <a:spcAft>
        <a:spcPct val="0"/>
      </a:spcAft>
      <a:defRPr sz="1900" kern="1200">
        <a:solidFill>
          <a:schemeClr val="tx1"/>
        </a:solidFill>
        <a:latin typeface="Arial" charset="0"/>
        <a:ea typeface="+mn-ea"/>
        <a:cs typeface="Arial" charset="0"/>
      </a:defRPr>
    </a:lvl5pPr>
    <a:lvl6pPr marL="2148840" algn="l" defTabSz="859536" rtl="0" eaLnBrk="1" latinLnBrk="0" hangingPunct="1">
      <a:defRPr sz="1900" kern="1200">
        <a:solidFill>
          <a:schemeClr val="tx1"/>
        </a:solidFill>
        <a:latin typeface="Arial" charset="0"/>
        <a:ea typeface="+mn-ea"/>
        <a:cs typeface="Arial" charset="0"/>
      </a:defRPr>
    </a:lvl6pPr>
    <a:lvl7pPr marL="2578608" algn="l" defTabSz="859536" rtl="0" eaLnBrk="1" latinLnBrk="0" hangingPunct="1">
      <a:defRPr sz="1900" kern="1200">
        <a:solidFill>
          <a:schemeClr val="tx1"/>
        </a:solidFill>
        <a:latin typeface="Arial" charset="0"/>
        <a:ea typeface="+mn-ea"/>
        <a:cs typeface="Arial" charset="0"/>
      </a:defRPr>
    </a:lvl7pPr>
    <a:lvl8pPr marL="3008376" algn="l" defTabSz="859536" rtl="0" eaLnBrk="1" latinLnBrk="0" hangingPunct="1">
      <a:defRPr sz="1900" kern="1200">
        <a:solidFill>
          <a:schemeClr val="tx1"/>
        </a:solidFill>
        <a:latin typeface="Arial" charset="0"/>
        <a:ea typeface="+mn-ea"/>
        <a:cs typeface="Arial" charset="0"/>
      </a:defRPr>
    </a:lvl8pPr>
    <a:lvl9pPr marL="3438144" algn="l" defTabSz="859536" rtl="0" eaLnBrk="1" latinLnBrk="0" hangingPunct="1">
      <a:defRPr sz="1900"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3" orient="horz" pos="2137" userDrawn="1">
          <p15:clr>
            <a:srgbClr val="A4A3A4"/>
          </p15:clr>
        </p15:guide>
        <p15:guide id="4" pos="3863"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A34F904-F128-8147-A709-5BA0B0EDD907}" name="Kato, Yoshiko 1" initials="K1" userId="S::yoshiko1.kato@tohmatsu.co.jp::0536b235-f5eb-4716-8d5f-c14ea1117cc8" providerId="AD"/>
  <p188:author id="{85B9C713-2719-418F-0DB1-FD33C6FBAE59}" name="Mori, Yukiko" initials="MY" userId="S::yukiko.mori@tohmatsu.co.jp::f6c28165-7909-45e9-8c53-3daca56a9b1c" providerId="AD"/>
  <p188:author id="{1E114F58-398E-C9D2-8536-99ABF1D54C77}" name="DLS" initials="u" userId="DLS" providerId="None"/>
  <p188:author id="{5FF94BAC-1D89-45C0-351C-0BB77D8448C6}" name="Fukushima, Rieko" initials="FR" userId="S::rieko.fukushima@tohmatsu.co.jp::42ea695b-0072-4304-903b-cd25183e2212" providerId="AD"/>
  <p188:author id="{668514CC-2331-AEE1-14A9-653540C09CE5}" name="Ochi, Hana" initials="OH" userId="S::haochi@tohmatsu.co.jp::9fa41629-42c7-428e-8d4f-8f774cfc782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Teshima, Michiru" initials="TM" lastIdx="16" clrIdx="0">
    <p:extLst>
      <p:ext uri="{19B8F6BF-5375-455C-9EA6-DF929625EA0E}">
        <p15:presenceInfo xmlns:p15="http://schemas.microsoft.com/office/powerpoint/2012/main" userId="S::miteshima@tohmatsu.co.jp::4ce32794-bca9-4413-b02a-c3d46948b27f"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6A38"/>
    <a:srgbClr val="9BE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8D6A08-FCAC-4358-BAE4-43561AE9EF14}" v="2376" dt="2026-09-15T09:35:23.863"/>
    <p1510:client id="{AB5C4B94-6472-7803-CE20-A7CD06FA2A8B}" v="102" dt="2026-09-15T08:42:14.940"/>
    <p1510:client id="{F245FC92-33F3-4BB8-AB35-C27D90D97766}" v="1" dt="2026-09-15T12:05:26.995"/>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1FECB4D8-DB02-4DC6-A0A2-4F2EBAE1DC90}" styleName="中間スタイル 1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中間スタイル 1 - アクセント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8" d="100"/>
          <a:sy n="108" d="100"/>
        </p:scale>
        <p:origin x="132" y="366"/>
      </p:cViewPr>
      <p:guideLst>
        <p:guide orient="horz" pos="2137"/>
        <p:guide pos="3863"/>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4" Type="http://schemas.openxmlformats.org/officeDocument/2006/relationships/slide" Target="slides/slide24.xml"/><Relationship Id="rId15" Type="http://schemas.openxmlformats.org/officeDocument/2006/relationships/slide" Target="slides/slide23.xml"/><Relationship Id="rId18" Type="http://schemas.openxmlformats.org/officeDocument/2006/relationships/slide" Target="slides/slide22.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handoutMaster" Target="handoutMasters/handoutMaster1.xml"/><Relationship Id="rId24" Type="http://schemas.openxmlformats.org/officeDocument/2006/relationships/tags" Target="tags/tag1.xml"/><Relationship Id="rId25" Type="http://schemas.openxmlformats.org/officeDocument/2006/relationships/commentAuthors" Target="commentAuthors.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5/10/relationships/revisionInfo" Target="revisionInfo.xml"/><Relationship Id="rId31" Type="http://schemas.microsoft.com/office/2018/10/relationships/authors" Target="authors.xml"/><Relationship Id="rId32" Type="http://schemas.openxmlformats.org/officeDocument/2006/relationships/slide" Target="slides/slide21.xml"/><Relationship Id="rId42" Type="http://schemas.openxmlformats.org/officeDocument/2006/relationships/slide" Target="slides/slide25.xml"/><Relationship Id="rId43" Type="http://schemas.openxmlformats.org/officeDocument/2006/relationships/slide" Target="slides/slide26.xml"/><Relationship Id="rId44" Type="http://schemas.openxmlformats.org/officeDocument/2006/relationships/slide" Target="slides/slide27.xml"/><Relationship Id="rId45" Type="http://schemas.openxmlformats.org/officeDocument/2006/relationships/slide" Target="slides/slide28.xml"/><Relationship Id="rId46" Type="http://schemas.openxmlformats.org/officeDocument/2006/relationships/slide" Target="slides/slide29.xml"/><Relationship Id="rId47" Type="http://schemas.openxmlformats.org/officeDocument/2006/relationships/slide" Target="slides/slide30.xml"/><Relationship Id="rId48" Type="http://schemas.openxmlformats.org/officeDocument/2006/relationships/slide" Target="slides/slide3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解消</c:v>
                </c:pt>
              </c:strCache>
            </c:strRef>
          </c:tx>
          <c:spPr>
            <a:solidFill>
              <a:srgbClr val="046A38"/>
            </a:solidFill>
            <a:ln>
              <a:noFill/>
            </a:ln>
          </c:spPr>
          <c:dLbls>
            <c:numFmt formatCode="0;;;" sourceLinked="0"/>
            <c:txPr>
              <a:bodyPr/>
              <a:lstStyle/>
              <a:p>
                <a:pPr>
                  <a:defRPr sz="1100" b="1" lang="ja-JP" altLang="en-US">
                    <a:solidFill>
                      <a:srgbClr val="FFFFFF"/>
                    </a:solidFill>
                  </a:defRPr>
                </a:pPr>
              </a:p>
            </c:txPr>
            <c:dLblPos val="ctr"/>
            <c:showLegendKey val="0"/>
            <c:showVal val="1"/>
            <c:showCatName val="0"/>
            <c:showSerName val="0"/>
            <c:showPercent val="0"/>
            <c:showBubbleSize val="0"/>
            <c:showLeaderLines val="1"/>
          </c:dLbls>
          <c:cat>
            <c:strRef>
              <c:f>Sheet1!$A$2:$A$4</c:f>
              <c:strCache>
                <c:ptCount val="3"/>
                <c:pt idx="0">
                  <c:v>一部取得済み（26）</c:v>
                </c:pt>
                <c:pt idx="1">
                  <c:v>取得不可（40）</c:v>
                </c:pt>
                <c:pt idx="2">
                  <c:v>未着手（4）</c:v>
                </c:pt>
              </c:strCache>
            </c:strRef>
          </c:cat>
          <c:val>
            <c:numRef>
              <c:f>Sheet1!$B$2:$B$4</c:f>
              <c:numCache>
                <c:formatCode>General</c:formatCode>
                <c:ptCount val="3"/>
                <c:pt idx="0">
                  <c:v>13</c:v>
                </c:pt>
                <c:pt idx="1">
                  <c:v>6</c:v>
                </c:pt>
                <c:pt idx="2">
                  <c:v>2</c:v>
                </c:pt>
              </c:numCache>
            </c:numRef>
          </c:val>
        </c:ser>
        <c:ser>
          <c:idx val="1"/>
          <c:order val="1"/>
          <c:tx>
            <c:strRef>
              <c:f>Sheet1!$C$1</c:f>
              <c:strCache>
                <c:ptCount val="1"/>
                <c:pt idx="0">
                  <c:v>改善</c:v>
                </c:pt>
              </c:strCache>
            </c:strRef>
          </c:tx>
          <c:spPr>
            <a:solidFill>
              <a:srgbClr val="9FB8A8"/>
            </a:solidFill>
            <a:ln>
              <a:noFill/>
            </a:ln>
          </c:spPr>
          <c:dLbls>
            <c:numFmt formatCode="0;;;" sourceLinked="0"/>
            <c:txPr>
              <a:bodyPr/>
              <a:lstStyle/>
              <a:p>
                <a:pPr>
                  <a:defRPr sz="1100" b="1" lang="ja-JP" altLang="en-US">
                    <a:solidFill>
                      <a:srgbClr val="262626"/>
                    </a:solidFill>
                  </a:defRPr>
                </a:pPr>
              </a:p>
            </c:txPr>
            <c:dLblPos val="ctr"/>
            <c:showLegendKey val="0"/>
            <c:showVal val="1"/>
            <c:showCatName val="0"/>
            <c:showSerName val="0"/>
            <c:showPercent val="0"/>
            <c:showBubbleSize val="0"/>
            <c:showLeaderLines val="1"/>
          </c:dLbls>
          <c:cat>
            <c:strRef>
              <c:f>Sheet1!$A$2:$A$4</c:f>
              <c:strCache>
                <c:ptCount val="3"/>
                <c:pt idx="0">
                  <c:v>一部取得済み（26）</c:v>
                </c:pt>
                <c:pt idx="1">
                  <c:v>取得不可（40）</c:v>
                </c:pt>
                <c:pt idx="2">
                  <c:v>未着手（4）</c:v>
                </c:pt>
              </c:strCache>
            </c:strRef>
          </c:cat>
          <c:val>
            <c:numRef>
              <c:f>Sheet1!$C$2:$C$4</c:f>
              <c:numCache>
                <c:formatCode>General</c:formatCode>
                <c:ptCount val="3"/>
                <c:pt idx="0">
                  <c:v>9</c:v>
                </c:pt>
                <c:pt idx="1">
                  <c:v>25</c:v>
                </c:pt>
                <c:pt idx="2">
                  <c:v>2</c:v>
                </c:pt>
              </c:numCache>
            </c:numRef>
          </c:val>
        </c:ser>
        <c:ser>
          <c:idx val="2"/>
          <c:order val="2"/>
          <c:tx>
            <c:strRef>
              <c:f>Sheet1!$D$1</c:f>
              <c:strCache>
                <c:ptCount val="1"/>
                <c:pt idx="0">
                  <c:v>変化なし</c:v>
                </c:pt>
              </c:strCache>
            </c:strRef>
          </c:tx>
          <c:spPr>
            <a:solidFill>
              <a:srgbClr val="DCDCDC"/>
            </a:solidFill>
            <a:ln>
              <a:noFill/>
            </a:ln>
          </c:spPr>
          <c:dLbls>
            <c:numFmt formatCode="0;;;" sourceLinked="0"/>
            <c:txPr>
              <a:bodyPr/>
              <a:lstStyle/>
              <a:p>
                <a:pPr>
                  <a:defRPr sz="1100" b="1" lang="ja-JP" altLang="en-US">
                    <a:solidFill>
                      <a:srgbClr val="262626"/>
                    </a:solidFill>
                  </a:defRPr>
                </a:pPr>
              </a:p>
            </c:txPr>
            <c:dLblPos val="ctr"/>
            <c:showLegendKey val="0"/>
            <c:showVal val="1"/>
            <c:showCatName val="0"/>
            <c:showSerName val="0"/>
            <c:showPercent val="0"/>
            <c:showBubbleSize val="0"/>
            <c:showLeaderLines val="1"/>
          </c:dLbls>
          <c:cat>
            <c:strRef>
              <c:f>Sheet1!$A$2:$A$4</c:f>
              <c:strCache>
                <c:ptCount val="3"/>
                <c:pt idx="0">
                  <c:v>一部取得済み（26）</c:v>
                </c:pt>
                <c:pt idx="1">
                  <c:v>取得不可（40）</c:v>
                </c:pt>
                <c:pt idx="2">
                  <c:v>未着手（4）</c:v>
                </c:pt>
              </c:strCache>
            </c:strRef>
          </c:cat>
          <c:val>
            <c:numRef>
              <c:f>Sheet1!$D$2:$D$4</c:f>
              <c:numCache>
                <c:formatCode>General</c:formatCode>
                <c:ptCount val="3"/>
                <c:pt idx="0">
                  <c:v>4</c:v>
                </c:pt>
                <c:pt idx="1">
                  <c:v>9</c:v>
                </c:pt>
                <c:pt idx="2">
                  <c:v>0</c:v>
                </c:pt>
              </c:numCache>
            </c:numRef>
          </c:val>
        </c:ser>
        <c:gapWidth val="45"/>
        <c:overlap val="100"/>
        <c:axId val="-2068027336"/>
        <c:axId val="-2113994440"/>
      </c:barChart>
      <c:catAx>
        <c:axId val="-2068027336"/>
        <c:scaling>
          <c:orientation val="maxMin"/>
        </c:scaling>
        <c:delete val="0"/>
        <c:axPos val="l"/>
        <c:majorTickMark val="out"/>
        <c:minorTickMark val="none"/>
        <c:tickLblPos val="nextTo"/>
        <c:spPr>
          <a:ln>
            <a:solidFill>
              <a:srgbClr val="D0D0CE"/>
            </a:solidFill>
          </a:ln>
        </c:spPr>
        <c:txPr>
          <a:bodyPr/>
          <a:lstStyle/>
          <a:p>
            <a:pPr>
              <a:defRPr sz="1100" lang="ja-JP" altLang="en-US">
                <a:solidFill>
                  <a:srgbClr val="262626"/>
                </a:solidFill>
              </a:defRPr>
            </a:pPr>
          </a:p>
        </c:txPr>
        <c:crossAx val="-2113994440"/>
        <c:crosses val="autoZero"/>
        <c:auto val="1"/>
        <c:lblAlgn val="ctr"/>
        <c:lblOffset val="100"/>
        <c:noMultiLvlLbl val="0"/>
      </c:catAx>
      <c:valAx>
        <c:axId val="-2113994440"/>
        <c:scaling>
          <c:max val="40.0"/>
          <c:min val="0.0"/>
        </c:scaling>
        <c:delete/>
        <c:axPos val="b"/>
        <c:majorTickMark val="out"/>
        <c:minorTickMark val="none"/>
        <c:tickLblPos val="nextTo"/>
        <c:crossAx val="-2068027336"/>
        <c:crosses val="autoZero"/>
      </c:valAx>
    </c:plotArea>
    <c:legend>
      <c:legendPos val="t"/>
      <c:overlay val="0"/>
      <c:txPr>
        <a:bodyPr/>
        <a:lstStyle/>
        <a:p>
          <a:pPr>
            <a:defRPr sz="1050" lang="ja-JP" altLang="en-US"/>
          </a:pPr>
        </a:p>
      </c:txPr>
    </c:legend>
    <c:dispBlanksAs val="gap"/>
  </c:chart>
  <c:txPr>
    <a:bodyPr/>
    <a:lstStyle/>
    <a:p>
      <a:pPr>
        <a:defRPr sz="1100" lang="ja-JP" altLang="en-US">
          <a:solidFill>
            <a:srgbClr val="262626"/>
          </a:solidFill>
        </a:defRPr>
      </a:pPr>
      <a:endParaRPr lang="ja-JP" alt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19413" cy="4953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14763" y="0"/>
            <a:ext cx="2919412" cy="495300"/>
          </a:xfrm>
          <a:prstGeom prst="rect">
            <a:avLst/>
          </a:prstGeom>
        </p:spPr>
        <p:txBody>
          <a:bodyPr vert="horz" lIns="91440" tIns="45720" rIns="91440" bIns="45720" rtlCol="0"/>
          <a:lstStyle>
            <a:lvl1pPr algn="r">
              <a:defRPr sz="1200"/>
            </a:lvl1pPr>
          </a:lstStyle>
          <a:p>
            <a:fld id="{B2EC3375-25C1-4132-8356-F0254E04DDEC}" type="datetimeFigureOut">
              <a:rPr kumimoji="1" lang="ja-JP" altLang="en-US" smtClean="0"/>
              <a:t>2026/9/15</a:t>
            </a:fld>
            <a:endParaRPr kumimoji="1" lang="ja-JP" altLang="en-US"/>
          </a:p>
        </p:txBody>
      </p:sp>
      <p:sp>
        <p:nvSpPr>
          <p:cNvPr id="4" name="フッター プレースホルダー 3"/>
          <p:cNvSpPr>
            <a:spLocks noGrp="1"/>
          </p:cNvSpPr>
          <p:nvPr>
            <p:ph type="ftr" sz="quarter" idx="2"/>
          </p:nvPr>
        </p:nvSpPr>
        <p:spPr>
          <a:xfrm>
            <a:off x="0" y="9371013"/>
            <a:ext cx="2919413" cy="495300"/>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14763" y="9371013"/>
            <a:ext cx="2919412" cy="495300"/>
          </a:xfrm>
          <a:prstGeom prst="rect">
            <a:avLst/>
          </a:prstGeom>
        </p:spPr>
        <p:txBody>
          <a:bodyPr vert="horz" lIns="91440" tIns="45720" rIns="91440" bIns="45720" rtlCol="0" anchor="b"/>
          <a:lstStyle>
            <a:lvl1pPr algn="r">
              <a:defRPr sz="1200"/>
            </a:lvl1pPr>
          </a:lstStyle>
          <a:p>
            <a:fld id="{BC64172F-6366-47B3-B3D8-F99B8E17CF95}" type="slidenum">
              <a:rPr kumimoji="1" lang="ja-JP" altLang="en-US" smtClean="0"/>
              <a:t>‹#›</a:t>
            </a:fld>
            <a:endParaRPr kumimoji="1" lang="ja-JP" altLang="en-US"/>
          </a:p>
        </p:txBody>
      </p:sp>
    </p:spTree>
    <p:extLst>
      <p:ext uri="{BB962C8B-B14F-4D97-AF65-F5344CB8AC3E}">
        <p14:creationId xmlns:p14="http://schemas.microsoft.com/office/powerpoint/2010/main" val="182847943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19413" cy="495300"/>
          </a:xfrm>
          <a:prstGeom prst="rect">
            <a:avLst/>
          </a:prstGeom>
        </p:spPr>
        <p:txBody>
          <a:bodyPr vert="horz" lIns="91440" tIns="45720" rIns="91440" bIns="45720" rtlCol="0"/>
          <a:lstStyle>
            <a:lvl1pPr algn="l">
              <a:defRPr sz="1200">
                <a:latin typeface="+mn-lt"/>
                <a:ea typeface="Yu Gothic UI" panose="020B0500000000000000" pitchFamily="50" charset="-128"/>
                <a:cs typeface="+mn-cs"/>
                <a:sym typeface="+mn-lt"/>
              </a:defRPr>
            </a:lvl1pPr>
          </a:lstStyle>
          <a:p>
            <a:endParaRPr kumimoji="1" lang="ja-JP" altLang="en-US">
              <a:latin typeface="Aptos" panose="020B0004020202020204" pitchFamily="34" charset="0"/>
            </a:endParaRPr>
          </a:p>
        </p:txBody>
      </p:sp>
      <p:sp>
        <p:nvSpPr>
          <p:cNvPr id="3" name="日付プレースホルダー 2"/>
          <p:cNvSpPr>
            <a:spLocks noGrp="1"/>
          </p:cNvSpPr>
          <p:nvPr>
            <p:ph type="dt" idx="1"/>
          </p:nvPr>
        </p:nvSpPr>
        <p:spPr>
          <a:xfrm>
            <a:off x="3814763" y="0"/>
            <a:ext cx="2919412" cy="495300"/>
          </a:xfrm>
          <a:prstGeom prst="rect">
            <a:avLst/>
          </a:prstGeom>
        </p:spPr>
        <p:txBody>
          <a:bodyPr vert="horz" lIns="91440" tIns="45720" rIns="91440" bIns="45720" rtlCol="0"/>
          <a:lstStyle>
            <a:lvl1pPr algn="r">
              <a:defRPr sz="1200">
                <a:latin typeface="+mn-lt"/>
                <a:ea typeface="Yu Gothic UI" panose="020B0500000000000000" pitchFamily="50" charset="-128"/>
                <a:cs typeface="+mn-cs"/>
                <a:sym typeface="+mn-lt"/>
              </a:defRPr>
            </a:lvl1pPr>
          </a:lstStyle>
          <a:p>
            <a:fld id="{AAE2C4BB-DD5D-4EF0-8811-528209874544}" type="datetimeFigureOut">
              <a:rPr kumimoji="1" lang="ja-JP" altLang="en-US" smtClean="0">
                <a:latin typeface="Aptos" panose="020B0004020202020204" pitchFamily="34" charset="0"/>
              </a:rPr>
              <a:pPr/>
              <a:t>2026/9/15</a:t>
            </a:fld>
            <a:endParaRPr kumimoji="1" lang="ja-JP" altLang="en-US">
              <a:latin typeface="Aptos" panose="020B0004020202020204" pitchFamily="34" charset="0"/>
            </a:endParaRPr>
          </a:p>
        </p:txBody>
      </p:sp>
      <p:sp>
        <p:nvSpPr>
          <p:cNvPr id="4" name="スライド イメージ プレースホルダー 3"/>
          <p:cNvSpPr>
            <a:spLocks noGrp="1" noRot="1" noChangeAspect="1"/>
          </p:cNvSpPr>
          <p:nvPr>
            <p:ph type="sldImg" idx="2"/>
          </p:nvPr>
        </p:nvSpPr>
        <p:spPr>
          <a:xfrm>
            <a:off x="409575" y="1233488"/>
            <a:ext cx="5916613" cy="3328987"/>
          </a:xfrm>
          <a:prstGeom prst="rect">
            <a:avLst/>
          </a:prstGeom>
          <a:noFill/>
          <a:ln w="12700">
            <a:solidFill>
              <a:prstClr val="black"/>
            </a:solidFill>
          </a:ln>
        </p:spPr>
        <p:txBody>
          <a:bodyPr vert="horz" lIns="91440" tIns="45720" rIns="91440" bIns="45720" rtlCol="0" anchor="ctr"/>
          <a:lstStyle/>
          <a:p>
            <a:endParaRPr lang="ja-JP" altLang="en-US">
              <a:latin typeface="Aptos" panose="020B0004020202020204" pitchFamily="34" charset="0"/>
            </a:endParaRPr>
          </a:p>
        </p:txBody>
      </p:sp>
      <p:sp>
        <p:nvSpPr>
          <p:cNvPr id="5" name="ノート プレースホルダー 4"/>
          <p:cNvSpPr>
            <a:spLocks noGrp="1"/>
          </p:cNvSpPr>
          <p:nvPr>
            <p:ph type="body" sz="quarter" idx="3"/>
          </p:nvPr>
        </p:nvSpPr>
        <p:spPr>
          <a:xfrm>
            <a:off x="673100" y="4748213"/>
            <a:ext cx="5389563" cy="3884612"/>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371013"/>
            <a:ext cx="2919413" cy="495300"/>
          </a:xfrm>
          <a:prstGeom prst="rect">
            <a:avLst/>
          </a:prstGeom>
        </p:spPr>
        <p:txBody>
          <a:bodyPr vert="horz" lIns="91440" tIns="45720" rIns="91440" bIns="45720" rtlCol="0" anchor="b"/>
          <a:lstStyle>
            <a:lvl1pPr algn="l">
              <a:defRPr sz="1200">
                <a:latin typeface="+mn-lt"/>
                <a:ea typeface="Yu Gothic UI" panose="020B0500000000000000" pitchFamily="50" charset="-128"/>
                <a:cs typeface="+mn-cs"/>
                <a:sym typeface="+mn-lt"/>
              </a:defRPr>
            </a:lvl1pPr>
          </a:lstStyle>
          <a:p>
            <a:endParaRPr kumimoji="1" lang="ja-JP" altLang="en-US">
              <a:latin typeface="Aptos" panose="020B0004020202020204" pitchFamily="34" charset="0"/>
            </a:endParaRPr>
          </a:p>
        </p:txBody>
      </p:sp>
      <p:sp>
        <p:nvSpPr>
          <p:cNvPr id="7" name="スライド番号プレースホルダー 6"/>
          <p:cNvSpPr>
            <a:spLocks noGrp="1"/>
          </p:cNvSpPr>
          <p:nvPr>
            <p:ph type="sldNum" sz="quarter" idx="5"/>
          </p:nvPr>
        </p:nvSpPr>
        <p:spPr>
          <a:xfrm>
            <a:off x="3814763" y="9371013"/>
            <a:ext cx="2919412" cy="495300"/>
          </a:xfrm>
          <a:prstGeom prst="rect">
            <a:avLst/>
          </a:prstGeom>
        </p:spPr>
        <p:txBody>
          <a:bodyPr vert="horz" lIns="91440" tIns="45720" rIns="91440" bIns="45720" rtlCol="0" anchor="b"/>
          <a:lstStyle>
            <a:lvl1pPr algn="r">
              <a:defRPr sz="1200">
                <a:latin typeface="+mn-lt"/>
                <a:ea typeface="Yu Gothic UI" panose="020B0500000000000000" pitchFamily="50" charset="-128"/>
                <a:cs typeface="+mn-cs"/>
                <a:sym typeface="+mn-lt"/>
              </a:defRPr>
            </a:lvl1pPr>
          </a:lstStyle>
          <a:p>
            <a:fld id="{24DE13BB-FCB6-4491-A87D-1E9BA7500F8E}" type="slidenum">
              <a:rPr kumimoji="1" lang="ja-JP" altLang="en-US" smtClean="0">
                <a:latin typeface="Aptos" panose="020B0004020202020204" pitchFamily="34" charset="0"/>
              </a:rPr>
              <a:pPr/>
              <a:t>‹#›</a:t>
            </a:fld>
            <a:endParaRPr kumimoji="1" lang="ja-JP" altLang="en-US">
              <a:latin typeface="Aptos" panose="020B0004020202020204" pitchFamily="34" charset="0"/>
            </a:endParaRPr>
          </a:p>
        </p:txBody>
      </p:sp>
    </p:spTree>
    <p:extLst>
      <p:ext uri="{BB962C8B-B14F-4D97-AF65-F5344CB8AC3E}">
        <p14:creationId xmlns:p14="http://schemas.microsoft.com/office/powerpoint/2010/main" val="989852245"/>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Aptos" panose="020B0004020202020204" pitchFamily="34" charset="0"/>
        <a:ea typeface="Yu Gothic UI" panose="020B0500000000000000" pitchFamily="50" charset="-128"/>
        <a:cs typeface="+mn-cs"/>
        <a:sym typeface="+mn-lt"/>
      </a:defRPr>
    </a:lvl1pPr>
    <a:lvl2pPr marL="457200" algn="l" defTabSz="914400" rtl="0" eaLnBrk="1" latinLnBrk="0" hangingPunct="1">
      <a:defRPr kumimoji="1" sz="1200" kern="1200">
        <a:solidFill>
          <a:schemeClr val="tx1"/>
        </a:solidFill>
        <a:latin typeface="Aptos" panose="020B0004020202020204" pitchFamily="34" charset="0"/>
        <a:ea typeface="Yu Gothic UI" panose="020B0500000000000000" pitchFamily="50" charset="-128"/>
        <a:cs typeface="+mn-cs"/>
        <a:sym typeface="+mn-lt"/>
      </a:defRPr>
    </a:lvl2pPr>
    <a:lvl3pPr marL="914400" algn="l" defTabSz="914400" rtl="0" eaLnBrk="1" latinLnBrk="0" hangingPunct="1">
      <a:defRPr kumimoji="1" sz="1200" kern="1200">
        <a:solidFill>
          <a:schemeClr val="tx1"/>
        </a:solidFill>
        <a:latin typeface="Aptos" panose="020B0004020202020204" pitchFamily="34" charset="0"/>
        <a:ea typeface="Yu Gothic UI" panose="020B0500000000000000" pitchFamily="50" charset="-128"/>
        <a:cs typeface="+mn-cs"/>
        <a:sym typeface="+mn-lt"/>
      </a:defRPr>
    </a:lvl3pPr>
    <a:lvl4pPr marL="1371600" algn="l" defTabSz="914400" rtl="0" eaLnBrk="1" latinLnBrk="0" hangingPunct="1">
      <a:defRPr kumimoji="1" sz="1200" kern="1200">
        <a:solidFill>
          <a:schemeClr val="tx1"/>
        </a:solidFill>
        <a:latin typeface="Aptos" panose="020B0004020202020204" pitchFamily="34" charset="0"/>
        <a:ea typeface="Yu Gothic UI" panose="020B0500000000000000" pitchFamily="50" charset="-128"/>
        <a:cs typeface="+mn-cs"/>
        <a:sym typeface="+mn-lt"/>
      </a:defRPr>
    </a:lvl4pPr>
    <a:lvl5pPr marL="1828800" algn="l" defTabSz="914400" rtl="0" eaLnBrk="1" latinLnBrk="0" hangingPunct="1">
      <a:defRPr kumimoji="1" sz="1200" kern="1200">
        <a:solidFill>
          <a:schemeClr val="tx1"/>
        </a:solidFill>
        <a:latin typeface="Aptos" panose="020B0004020202020204" pitchFamily="34" charset="0"/>
        <a:ea typeface="Yu Gothic UI" panose="020B0500000000000000" pitchFamily="50" charset="-128"/>
        <a:cs typeface="+mn-cs"/>
        <a:sym typeface="+mn-lt"/>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lang="ja-JP" altLang="en-US"/>
            </a:pPr>
            <a:fld id="{6588B299-FBEB-47AA-8879-672851374028}" type="slidenum">
              <a:rPr kumimoji="0" lang="ja-JP" altLang="en-US" sz="1200" b="0" i="0" u="none" strike="noStrike" kern="1200" cap="none" spc="0" normalizeH="0" baseline="0" noProof="0">
                <a:ln>
                  <a:noFill/>
                </a:ln>
                <a:solidFill>
                  <a:prstClr val="black"/>
                </a:solidFill>
                <a:effectLst/>
                <a:uLnTx/>
                <a:uFillTx/>
                <a:latin typeface="Calibri" panose="020F0502020204030204"/>
                <a:ea typeface="Yu Gothic UI" panose="020B0500000000000000" pitchFamily="50" charset="-128"/>
                <a:cs typeface="+mn-cs"/>
                <a:sym typeface="+mn-lt"/>
              </a:rPr>
              <a:pPr marL="0" marR="0" lvl="0" indent="0" algn="r" defTabSz="914400" rtl="0" eaLnBrk="1" fontAlgn="base" latinLnBrk="0" hangingPunct="1">
                <a:lnSpc>
                  <a:spcPct val="100000"/>
                </a:lnSpc>
                <a:spcBef>
                  <a:spcPct val="0"/>
                </a:spcBef>
                <a:spcAft>
                  <a:spcPct val="0"/>
                </a:spcAft>
                <a:buClrTx/>
                <a:buSzTx/>
                <a:buFontTx/>
                <a:buNone/>
                <a:tabLst/>
                <a:defRPr lang="ja-JP" altLang="en-US"/>
              </a:pPr>
              <a:t>1</a:t>
            </a:fld>
            <a:endParaRPr kumimoji="0" lang="ja-JP" altLang="en-US" sz="1200" b="0" i="0" u="none" strike="noStrike" kern="1200" cap="none" spc="0" normalizeH="0" baseline="0" noProof="0">
              <a:ln>
                <a:noFill/>
              </a:ln>
              <a:solidFill>
                <a:prstClr val="black"/>
              </a:solidFill>
              <a:effectLst/>
              <a:uLnTx/>
              <a:uFillTx/>
              <a:latin typeface="Calibri" panose="020F0502020204030204"/>
              <a:ea typeface="Yu Gothic UI" panose="020B0500000000000000" pitchFamily="50" charset="-128"/>
              <a:cs typeface="+mn-cs"/>
              <a:sym typeface="+mn-lt"/>
            </a:endParaRPr>
          </a:p>
        </p:txBody>
      </p:sp>
      <p:sp>
        <p:nvSpPr>
          <p:cNvPr id="3243010" name="Rectangle 2"/>
          <p:cNvSpPr>
            <a:spLocks noGrp="1" noRot="1" noChangeAspect="1" noChangeArrowheads="1" noTextEdit="1"/>
          </p:cNvSpPr>
          <p:nvPr>
            <p:ph type="sldImg"/>
          </p:nvPr>
        </p:nvSpPr>
        <p:spPr>
          <a:xfrm>
            <a:off x="106363" y="763588"/>
            <a:ext cx="6675437" cy="3754437"/>
          </a:xfrm>
          <a:ln/>
        </p:spPr>
      </p:sp>
      <p:sp>
        <p:nvSpPr>
          <p:cNvPr id="3243011" name="Rectangle 3"/>
          <p:cNvSpPr>
            <a:spLocks noGrp="1" noChangeArrowheads="1"/>
          </p:cNvSpPr>
          <p:nvPr>
            <p:ph type="body" idx="1"/>
          </p:nvPr>
        </p:nvSpPr>
        <p:spPr/>
        <p:txBody>
          <a:bodyPr/>
          <a:lstStyle/>
          <a:p>
            <a:r>
              <a:t>Phase2（10/1〜11/30）の第1回週次定例。弊社20分・ITEC様20分・アプリを見ながらの議論15分の構成。</a:t>
            </a:r>
          </a:p>
        </p:txBody>
      </p:sp>
    </p:spTree>
    <p:extLst>
      <p:ext uri="{BB962C8B-B14F-4D97-AF65-F5344CB8AC3E}">
        <p14:creationId xmlns:p14="http://schemas.microsoft.com/office/powerpoint/2010/main" val="23942255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FED8E-86F6-B61B-CC4C-78D39634B77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A478D34-A1BD-C672-9BC4-87CC1564B06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F47265D-B101-2A30-79BD-33710DC48466}"/>
              </a:ext>
            </a:extLst>
          </p:cNvPr>
          <p:cNvSpPr>
            <a:spLocks noGrp="1"/>
          </p:cNvSpPr>
          <p:nvPr>
            <p:ph type="body" idx="1"/>
          </p:nvPr>
        </p:nvSpPr>
        <p:spPr/>
        <p:txBody>
          <a:bodyPr/>
          <a:lstStyle/>
          <a:p>
            <a:r>
              <a:t>アジェンダ。弊社から全体像・改修・タイムラインを20分、続いてITEC様に20分ご報告いただき、最後に最新アプリを見ながら15分議論する。</a:t>
            </a:r>
          </a:p>
        </p:txBody>
      </p:sp>
      <p:sp>
        <p:nvSpPr>
          <p:cNvPr id="4" name="スライド番号プレースホルダー 3">
            <a:extLst>
              <a:ext uri="{FF2B5EF4-FFF2-40B4-BE49-F238E27FC236}">
                <a16:creationId xmlns:a16="http://schemas.microsoft.com/office/drawing/2014/main" id="{EE94A127-E733-011F-639B-1C3FDF8CD2DF}"/>
              </a:ext>
            </a:extLst>
          </p:cNvPr>
          <p:cNvSpPr>
            <a:spLocks noGrp="1"/>
          </p:cNvSpPr>
          <p:nvPr>
            <p:ph type="sldNum" sz="quarter" idx="5"/>
          </p:nvPr>
        </p:nvSpPr>
        <p:spPr/>
        <p:txBody>
          <a:bodyPr/>
          <a:lstStyle/>
          <a:p>
            <a:fld id="{24DE13BB-FCB6-4491-A87D-1E9BA7500F8E}" type="slidenum">
              <a:rPr kumimoji="1" lang="ja-JP" altLang="en-US" smtClean="0"/>
              <a:pPr/>
              <a:t>2</a:t>
            </a:fld>
            <a:endParaRPr kumimoji="1" lang="ja-JP" altLang="en-US"/>
          </a:p>
        </p:txBody>
      </p:sp>
    </p:spTree>
    <p:extLst>
      <p:ext uri="{BB962C8B-B14F-4D97-AF65-F5344CB8AC3E}">
        <p14:creationId xmlns:p14="http://schemas.microsoft.com/office/powerpoint/2010/main" val="27628830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C94BD-B15D-0572-61E9-19C6EEE9E4F9}"/>
            </a:ext>
          </a:extLst>
        </p:cNvPr>
        <p:cNvGrpSpPr/>
        <p:nvPr/>
      </p:nvGrpSpPr>
      <p:grpSpPr>
        <a:xfrm>
          <a:off x="0" y="0"/>
          <a:ext cx="0" cy="0"/>
          <a:chOff x="0" y="0"/>
          <a:chExt cx="0" cy="0"/>
        </a:xfrm>
      </p:grpSpPr>
      <p:sp>
        <p:nvSpPr>
          <p:cNvPr id="2" name="スライド イメージ プレースホルダ 1">
            <a:extLst>
              <a:ext uri="{FF2B5EF4-FFF2-40B4-BE49-F238E27FC236}">
                <a16:creationId xmlns:a16="http://schemas.microsoft.com/office/drawing/2014/main" id="{EC5B7F68-382E-3C62-BBCC-5FFD83DA06B7}"/>
              </a:ext>
            </a:extLst>
          </p:cNvPr>
          <p:cNvSpPr>
            <a:spLocks noGrp="1" noRot="1" noChangeAspect="1"/>
          </p:cNvSpPr>
          <p:nvPr>
            <p:ph type="sldImg"/>
          </p:nvPr>
        </p:nvSpPr>
        <p:spPr>
          <a:xfrm>
            <a:off x="468313" y="1270000"/>
            <a:ext cx="6092825" cy="3427413"/>
          </a:xfrm>
        </p:spPr>
        <p:txBody>
          <a:bodyPr/>
          <a:lstStyle/>
          <a:p>
            <a:endParaRPr lang="ja-JP" altLang="en-US"/>
          </a:p>
        </p:txBody>
      </p:sp>
      <p:sp>
        <p:nvSpPr>
          <p:cNvPr id="3" name="ノート プレースホルダ 2">
            <a:extLst>
              <a:ext uri="{FF2B5EF4-FFF2-40B4-BE49-F238E27FC236}">
                <a16:creationId xmlns:a16="http://schemas.microsoft.com/office/drawing/2014/main" id="{CB319246-651C-8051-478D-CD5ED55D4246}"/>
              </a:ext>
            </a:extLst>
          </p:cNvPr>
          <p:cNvSpPr>
            <a:spLocks noGrp="1"/>
          </p:cNvSpPr>
          <p:nvPr>
            <p:ph type="body" idx="1"/>
          </p:nvPr>
        </p:nvSpPr>
        <p:spPr/>
        <p:txBody>
          <a:bodyPr>
            <a:normAutofit/>
          </a:bodyPr>
          <a:lstStyle/>
          <a:p>
            <a:endParaRPr kumimoji="1" lang="ja-JP" altLang="en-US"/>
          </a:p>
        </p:txBody>
      </p:sp>
      <p:sp>
        <p:nvSpPr>
          <p:cNvPr id="4" name="スライド番号プレースホルダ 3">
            <a:extLst>
              <a:ext uri="{FF2B5EF4-FFF2-40B4-BE49-F238E27FC236}">
                <a16:creationId xmlns:a16="http://schemas.microsoft.com/office/drawing/2014/main" id="{41818E94-EA25-F321-EDFF-7FBCF691C79D}"/>
              </a:ext>
            </a:extLst>
          </p:cNvPr>
          <p:cNvSpPr>
            <a:spLocks noGrp="1"/>
          </p:cNvSpPr>
          <p:nvPr>
            <p:ph type="sldNum" sz="quarter" idx="10"/>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lang="ja-JP" altLang="en-US"/>
            </a:pPr>
            <a:fld id="{86A06DAD-44D3-4EA7-8DE4-9E33DC7017BE}" type="slidenum">
              <a:rPr kumimoji="0" lang="ja-JP" altLang="en-US" sz="1200" b="0" i="0" u="none" strike="noStrike" kern="1200" cap="none" spc="0" normalizeH="0" baseline="0" noProof="0" smtClean="0">
                <a:ln>
                  <a:noFill/>
                </a:ln>
                <a:solidFill>
                  <a:prstClr val="black"/>
                </a:solidFill>
                <a:effectLst/>
                <a:uLnTx/>
                <a:uFillTx/>
                <a:latin typeface="Calibri" panose="020F0502020204030204"/>
                <a:ea typeface="Yu Gothic UI" panose="020B0500000000000000" pitchFamily="50" charset="-128"/>
                <a:cs typeface="+mn-cs"/>
                <a:sym typeface="+mn-lt"/>
              </a:rPr>
              <a:pPr marL="0" marR="0" lvl="0" indent="0" algn="r" defTabSz="914400" rtl="0" eaLnBrk="1" fontAlgn="base" latinLnBrk="0" hangingPunct="1">
                <a:lnSpc>
                  <a:spcPct val="100000"/>
                </a:lnSpc>
                <a:spcBef>
                  <a:spcPct val="0"/>
                </a:spcBef>
                <a:spcAft>
                  <a:spcPct val="0"/>
                </a:spcAft>
                <a:buClrTx/>
                <a:buSzTx/>
                <a:buFontTx/>
                <a:buNone/>
                <a:tabLst/>
                <a:defRPr lang="ja-JP" altLang="en-US"/>
              </a:pPr>
              <a:t>14</a:t>
            </a:fld>
            <a:endParaRPr kumimoji="0" lang="ja-JP" altLang="en-US" sz="1200" b="0" i="0" u="none" strike="noStrike" kern="1200" cap="none" spc="0" normalizeH="0" baseline="0" noProof="0">
              <a:ln>
                <a:noFill/>
              </a:ln>
              <a:solidFill>
                <a:prstClr val="black"/>
              </a:solidFill>
              <a:effectLst/>
              <a:uLnTx/>
              <a:uFillTx/>
              <a:latin typeface="Calibri" panose="020F0502020204030204"/>
              <a:ea typeface="Yu Gothic UI" panose="020B0500000000000000" pitchFamily="50" charset="-128"/>
              <a:cs typeface="+mn-cs"/>
              <a:sym typeface="+mn-lt"/>
            </a:endParaRPr>
          </a:p>
        </p:txBody>
      </p:sp>
    </p:spTree>
    <p:extLst>
      <p:ext uri="{BB962C8B-B14F-4D97-AF65-F5344CB8AC3E}">
        <p14:creationId xmlns:p14="http://schemas.microsoft.com/office/powerpoint/2010/main" val="2875295847"/>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続いて、改修内容と最新アプリの状態をご説明します。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続いて、足元のタイムラインと、ITEC様への引継ぎの進め方です。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ここからはITEC様にご報告をお願いします（ITEC様の資料）。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最後に、最新アプリの画面を見ながらディスカッションをお願いします。終わりに合意事項とアクションを確認します。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2の全体像。B1〜B3は既存Quick-Winアプリの品質対応（公開・運用はITEC様主体、弊社は助言・技術支援）、B4は検証環境での改修と改修台帳の管理・引継ぎ（10月は弊社主体）。本日は10月2週目。緑の◆は足元で合意した予定：10/15頃に最新版（10/7版）の公開とデータ投入、11/10に嶋田社長・野村専務へお渡し。</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振り返り。10/5にITEC様がセキュア公開版（9/11版）をリリースし、ログイン・アクセス確認を開始。弊社は最終報告以降に受けたご依頼・改善62件を、すべて検証環境に反映。外部データは70ソース中57ソースで取得が進んだ。ドキュメントも最新版に合わせて更新済み。次回までに、10/7で改修を一旦Close→10/8からITEC様が反映→10/15頃に公開＋データ投入。</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終報告でご報告した15項目（9/27断面）に、9/28〜10/4に受け付けたご依頼・改善62件を重ね、すべて反映済み。色の付いた行が今週更新・新設した項目で、既存の更新は10項目、新設はNo.16（外部データの拡充）とNo.17（読み込みの高速化・全画面の点検）。右の5つのポイントのうち、③外部データは次のページで詳しくご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版の取得状況で「一部取得済み」「取得不可」「未着手」だった70ソースを対象に改善。21ソースは主な項目まで取得（解消）、36ソースは一部・代わりの指標で取得（改善）、13ソースは変化なし。有償データは使っていない。左下はアプリ側の変化：アプリが自動でデータを取りに行く先を59件増やして123件に、センシングボードの監視設定で選べる外部指標は72に。取得のタイミングも、株価は随時・統計は週次や月次と、データの更新頻度に合わせて5つに分けた。残る49ソースは右表の6区分。有償・許諾はBX推進部のご判断、実装はITEC様を想定。</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X推進部・ITEC様・デロイトで合意したタイムライン。10/5にセキュア公開版（9/11版）をリリースし、ログイン・アクセス確認を開始済み。本日10/7午前でアドホック改修を一旦Close。10/8からITEC様が最新版をセキュア環境に反映し、10/15頃に10/7版の公開とデータ投入。大きなマイルストーンは11/10の嶋田社長・野村専務へのお渡し。10/15以降は運用・データ投入・改修ともITEC様主導へ移り、弊社は技術アドバイザリーに切り替える。</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引継ぎは3段階。①10/7で改修を一旦Closeし、ソース一式・改修台帳・ドキュメントを確定してお渡し。②10/8〜14は反映作業に伴走：今週1回は9/11版→10/7版の差分と反映の手順、来週1回は反映結果の確認と不具合の切り分け、データ投入の手順。③10/15頃の公開・データ投入以降は、改修も段階的にITEC様主導。弊社は技術アドバイザリー。実データが入るアプリ・開発環境には弊社は原則触れず、必要時はITEC様がマスキングしたデータを検証環境で扱う。引継ぎ会の日程はITEC様と調整したい。</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本日の合意事項をその場で記入し、次回定例までのアクションを確認する。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1.emf"/><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oleObject" Target="../embeddings/oleObject3.bin"/><Relationship Id="rId4"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 Id="rId3" Type="http://schemas.openxmlformats.org/officeDocument/2006/relationships/oleObject" Target="../embeddings/oleObject4.bin"/><Relationship Id="rId4" Type="http://schemas.openxmlformats.org/officeDocument/2006/relationships/image" Target="../media/image1.emf"/><Relationship Id="rId5"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 Id="rId3" Type="http://schemas.openxmlformats.org/officeDocument/2006/relationships/oleObject" Target="../embeddings/oleObject5.bin"/><Relationship Id="rId4"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1.xml"/><Relationship Id="rId3" Type="http://schemas.openxmlformats.org/officeDocument/2006/relationships/oleObject" Target="../embeddings/oleObject6.bin"/><Relationship Id="rId4"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Master" Target="../slideMasters/slideMaster1.xml"/><Relationship Id="rId3" Type="http://schemas.openxmlformats.org/officeDocument/2006/relationships/oleObject" Target="../embeddings/oleObject7.bin"/><Relationship Id="rId4" Type="http://schemas.openxmlformats.org/officeDocument/2006/relationships/image" Target="../media/image1.emf"/></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 Id="rId3" Type="http://schemas.openxmlformats.org/officeDocument/2006/relationships/oleObject" Target="../embeddings/oleObject8.bin"/><Relationship Id="rId4" Type="http://schemas.openxmlformats.org/officeDocument/2006/relationships/image" Target="../media/image1.emf"/></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 Id="rId3" Type="http://schemas.openxmlformats.org/officeDocument/2006/relationships/oleObject" Target="../embeddings/oleObject9.bin"/><Relationship Id="rId4" Type="http://schemas.openxmlformats.org/officeDocument/2006/relationships/image" Target="../media/image1.emf"/></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 Id="rId3" Type="http://schemas.openxmlformats.org/officeDocument/2006/relationships/oleObject" Target="../embeddings/oleObject10.bin"/><Relationship Id="rId4"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 Id="rId3" Type="http://schemas.openxmlformats.org/officeDocument/2006/relationships/oleObject" Target="../embeddings/oleObject11.bin"/><Relationship Id="rId4" Type="http://schemas.openxmlformats.org/officeDocument/2006/relationships/image" Target="../media/image1.emf"/></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 Id="rId3" Type="http://schemas.openxmlformats.org/officeDocument/2006/relationships/oleObject" Target="../embeddings/oleObject12.bin"/><Relationship Id="rId4" Type="http://schemas.openxmlformats.org/officeDocument/2006/relationships/image" Target="../media/image1.emf"/></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3.bin"/><Relationship Id="rId4" Type="http://schemas.openxmlformats.org/officeDocument/2006/relationships/image" Target="../media/image1.emf"/></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 Id="rId3" Type="http://schemas.openxmlformats.org/officeDocument/2006/relationships/oleObject" Target="../embeddings/oleObject14.bin"/><Relationship Id="rId4" Type="http://schemas.openxmlformats.org/officeDocument/2006/relationships/image" Target="../media/image1.emf"/></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slideMaster" Target="../slideMasters/slideMaster1.xml"/><Relationship Id="rId3" Type="http://schemas.openxmlformats.org/officeDocument/2006/relationships/oleObject" Target="../embeddings/oleObject15.bin"/><Relationship Id="rId4" Type="http://schemas.openxmlformats.org/officeDocument/2006/relationships/image" Target="../media/image1.emf"/></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Master" Target="../slideMasters/slideMaster1.xml"/><Relationship Id="rId3" Type="http://schemas.openxmlformats.org/officeDocument/2006/relationships/oleObject" Target="../embeddings/oleObject16.bin"/><Relationship Id="rId4" Type="http://schemas.openxmlformats.org/officeDocument/2006/relationships/image" Target="../media/image1.emf"/></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8.xml"/><Relationship Id="rId2" Type="http://schemas.openxmlformats.org/officeDocument/2006/relationships/slideMaster" Target="../slideMasters/slideMaster1.xml"/><Relationship Id="rId3" Type="http://schemas.openxmlformats.org/officeDocument/2006/relationships/oleObject" Target="../embeddings/oleObject17.bin"/><Relationship Id="rId4" Type="http://schemas.openxmlformats.org/officeDocument/2006/relationships/image" Target="../media/image1.emf"/></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9.xml"/><Relationship Id="rId2" Type="http://schemas.openxmlformats.org/officeDocument/2006/relationships/slideMaster" Target="../slideMasters/slideMaster1.xml"/><Relationship Id="rId3" Type="http://schemas.openxmlformats.org/officeDocument/2006/relationships/oleObject" Target="../embeddings/oleObject18.bin"/><Relationship Id="rId4" Type="http://schemas.openxmlformats.org/officeDocument/2006/relationships/image" Target="../media/image1.emf"/></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20.xml"/><Relationship Id="rId2" Type="http://schemas.openxmlformats.org/officeDocument/2006/relationships/slideMaster" Target="../slideMasters/slideMaster1.xml"/><Relationship Id="rId3" Type="http://schemas.openxmlformats.org/officeDocument/2006/relationships/oleObject" Target="../embeddings/oleObject19.bin"/><Relationship Id="rId4" Type="http://schemas.openxmlformats.org/officeDocument/2006/relationships/image" Target="../media/image1.emf"/></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21.xml"/><Relationship Id="rId2" Type="http://schemas.openxmlformats.org/officeDocument/2006/relationships/slideMaster" Target="../slideMasters/slideMaster1.xml"/><Relationship Id="rId3" Type="http://schemas.openxmlformats.org/officeDocument/2006/relationships/oleObject" Target="../embeddings/oleObject20.bin"/><Relationship Id="rId4" Type="http://schemas.openxmlformats.org/officeDocument/2006/relationships/image" Target="../media/image1.emf"/><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jpeg"/><Relationship Id="rId8"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22.xml"/><Relationship Id="rId2" Type="http://schemas.openxmlformats.org/officeDocument/2006/relationships/slideMaster" Target="../slideMasters/slideMaster1.xml"/><Relationship Id="rId3" Type="http://schemas.openxmlformats.org/officeDocument/2006/relationships/oleObject" Target="../embeddings/oleObject21.bin"/><Relationship Id="rId4" Type="http://schemas.openxmlformats.org/officeDocument/2006/relationships/image" Target="../media/image1.emf"/><Relationship Id="rId5" Type="http://schemas.openxmlformats.org/officeDocument/2006/relationships/image" Target="../media/image8.png"/><Relationship Id="rId6" Type="http://schemas.openxmlformats.org/officeDocument/2006/relationships/image" Target="../media/image7.png"/><Relationship Id="rId7" Type="http://schemas.openxmlformats.org/officeDocument/2006/relationships/image" Target="../media/image5.png"/><Relationship Id="rId8" Type="http://schemas.openxmlformats.org/officeDocument/2006/relationships/image" Target="../media/image6.jpeg"/></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slideMaster" Target="../slideMasters/slideMaster1.xml"/><Relationship Id="rId3" Type="http://schemas.openxmlformats.org/officeDocument/2006/relationships/oleObject" Target="../embeddings/oleObject22.bin"/><Relationship Id="rId4" Type="http://schemas.openxmlformats.org/officeDocument/2006/relationships/image" Target="../media/image1.emf"/><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24.xml"/><Relationship Id="rId2" Type="http://schemas.openxmlformats.org/officeDocument/2006/relationships/slideMaster" Target="../slideMasters/slideMaster1.xml"/><Relationship Id="rId3" Type="http://schemas.openxmlformats.org/officeDocument/2006/relationships/oleObject" Target="../embeddings/oleObject22.bin"/><Relationship Id="rId4" Type="http://schemas.openxmlformats.org/officeDocument/2006/relationships/image" Target="../media/image1.emf"/><Relationship Id="rId5" Type="http://schemas.openxmlformats.org/officeDocument/2006/relationships/image" Target="../media/image12.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26.xml"/><Relationship Id="rId2" Type="http://schemas.openxmlformats.org/officeDocument/2006/relationships/slideMaster" Target="../slideMasters/slideMaster2.xml"/><Relationship Id="rId3" Type="http://schemas.openxmlformats.org/officeDocument/2006/relationships/oleObject" Target="../embeddings/oleObject24.bin"/><Relationship Id="rId4" Type="http://schemas.openxmlformats.org/officeDocument/2006/relationships/image" Target="../media/image1.emf"/></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27.xml"/><Relationship Id="rId2" Type="http://schemas.openxmlformats.org/officeDocument/2006/relationships/slideMaster" Target="../slideMasters/slideMaster2.xml"/><Relationship Id="rId3" Type="http://schemas.openxmlformats.org/officeDocument/2006/relationships/oleObject" Target="../embeddings/oleObject25.bin"/><Relationship Id="rId4" Type="http://schemas.openxmlformats.org/officeDocument/2006/relationships/image" Target="../media/image1.emf"/></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28.xml"/><Relationship Id="rId2" Type="http://schemas.openxmlformats.org/officeDocument/2006/relationships/slideMaster" Target="../slideMasters/slideMaster2.xml"/><Relationship Id="rId3" Type="http://schemas.openxmlformats.org/officeDocument/2006/relationships/oleObject" Target="../embeddings/oleObject26.bin"/><Relationship Id="rId4" Type="http://schemas.openxmlformats.org/officeDocument/2006/relationships/image" Target="../media/image1.emf"/></Relationships>
</file>

<file path=ppt/slideLayouts/_rels/slideLayout26.xml.rels><?xml version='1.0' encoding='UTF-8' standalone='yes'?>
<Relationships xmlns="http://schemas.openxmlformats.org/package/2006/relationships"><Relationship Id="rId1" Type="http://schemas.openxmlformats.org/officeDocument/2006/relationships/tags" Target="../tags/tag29.xml"/><Relationship Id="rId2" Type="http://schemas.openxmlformats.org/officeDocument/2006/relationships/slideMaster" Target="../slideMasters/slideMaster2.xml"/><Relationship Id="rId3" Type="http://schemas.openxmlformats.org/officeDocument/2006/relationships/oleObject" Target="../embeddings/oleObject24.bin"/><Relationship Id="rId4" Type="http://schemas.openxmlformats.org/officeDocument/2006/relationships/image" Target="../media/image1.emf"/></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30.xml"/><Relationship Id="rId2" Type="http://schemas.openxmlformats.org/officeDocument/2006/relationships/slideMaster" Target="../slideMasters/slideMaster2.xml"/><Relationship Id="rId3" Type="http://schemas.openxmlformats.org/officeDocument/2006/relationships/oleObject" Target="../embeddings/oleObject27.bin"/><Relationship Id="rId4" Type="http://schemas.openxmlformats.org/officeDocument/2006/relationships/image" Target="../media/image1.emf"/></Relationships>
</file>

<file path=ppt/slideLayouts/_rels/slideLayout28.xml.rels><?xml version='1.0' encoding='UTF-8' standalone='yes'?>
<Relationships xmlns="http://schemas.openxmlformats.org/package/2006/relationships"><Relationship Id="rId1" Type="http://schemas.openxmlformats.org/officeDocument/2006/relationships/tags" Target="../tags/tag31.xml"/><Relationship Id="rId2" Type="http://schemas.openxmlformats.org/officeDocument/2006/relationships/slideMaster" Target="../slideMasters/slideMaster2.xml"/><Relationship Id="rId3" Type="http://schemas.openxmlformats.org/officeDocument/2006/relationships/oleObject" Target="../embeddings/oleObject26.bin"/><Relationship Id="rId4" Type="http://schemas.openxmlformats.org/officeDocument/2006/relationships/image" Target="../media/image1.emf"/></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33.xml"/><Relationship Id="rId2" Type="http://schemas.openxmlformats.org/officeDocument/2006/relationships/slideMaster" Target="../slideMasters/slideMaster3.xml"/><Relationship Id="rId3" Type="http://schemas.openxmlformats.org/officeDocument/2006/relationships/oleObject" Target="../embeddings/oleObject29.bin"/><Relationship Id="rId4" Type="http://schemas.openxmlformats.org/officeDocument/2006/relationships/image" Target="../media/image1.emf"/><Relationship Id="rId5" Type="http://schemas.openxmlformats.org/officeDocument/2006/relationships/image" Target="../media/image13.png"/></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34.xml"/><Relationship Id="rId2" Type="http://schemas.openxmlformats.org/officeDocument/2006/relationships/slideMaster" Target="../slideMasters/slideMaster3.xml"/><Relationship Id="rId3" Type="http://schemas.openxmlformats.org/officeDocument/2006/relationships/oleObject" Target="../embeddings/oleObject29.bin"/><Relationship Id="rId4" Type="http://schemas.openxmlformats.org/officeDocument/2006/relationships/image" Target="../media/image1.emf"/></Relationships>
</file>

<file path=ppt/slideLayouts/_rels/slideLayout31.xml.rels><?xml version='1.0' encoding='UTF-8' standalone='yes'?>
<Relationships xmlns="http://schemas.openxmlformats.org/package/2006/relationships"><Relationship Id="rId1" Type="http://schemas.openxmlformats.org/officeDocument/2006/relationships/tags" Target="../tags/tag35.xml"/><Relationship Id="rId2" Type="http://schemas.openxmlformats.org/officeDocument/2006/relationships/slideMaster" Target="../slideMasters/slideMaster3.xml"/><Relationship Id="rId3" Type="http://schemas.openxmlformats.org/officeDocument/2006/relationships/oleObject" Target="../embeddings/oleObject29.bin"/><Relationship Id="rId4" Type="http://schemas.openxmlformats.org/officeDocument/2006/relationships/image" Target="../media/image1.emf"/><Relationship Id="rId5"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Master" Target="../slideMasters/slideMaster3.xml"/><Relationship Id="rId3" Type="http://schemas.openxmlformats.org/officeDocument/2006/relationships/oleObject" Target="../embeddings/oleObject29.bin"/><Relationship Id="rId4" Type="http://schemas.openxmlformats.org/officeDocument/2006/relationships/image" Target="../media/image1.emf"/></Relationships>
</file>

<file path=ppt/slideLayouts/_rels/slideLayout33.xml.rels><?xml version='1.0' encoding='UTF-8' standalone='yes'?>
<Relationships xmlns="http://schemas.openxmlformats.org/package/2006/relationships"><Relationship Id="rId1" Type="http://schemas.openxmlformats.org/officeDocument/2006/relationships/tags" Target="../tags/tag37.xml"/><Relationship Id="rId2" Type="http://schemas.openxmlformats.org/officeDocument/2006/relationships/slideMaster" Target="../slideMasters/slideMaster3.xml"/><Relationship Id="rId3" Type="http://schemas.openxmlformats.org/officeDocument/2006/relationships/oleObject" Target="../embeddings/oleObject29.bin"/><Relationship Id="rId4" Type="http://schemas.openxmlformats.org/officeDocument/2006/relationships/image" Target="../media/image1.emf"/></Relationships>
</file>

<file path=ppt/slideLayouts/_rels/slideLayout34.xml.rels><?xml version='1.0' encoding='UTF-8' standalone='yes'?>
<Relationships xmlns="http://schemas.openxmlformats.org/package/2006/relationships"><Relationship Id="rId1" Type="http://schemas.openxmlformats.org/officeDocument/2006/relationships/tags" Target="../tags/tag38.xml"/><Relationship Id="rId2" Type="http://schemas.openxmlformats.org/officeDocument/2006/relationships/slideMaster" Target="../slideMasters/slideMaster3.xml"/><Relationship Id="rId3" Type="http://schemas.openxmlformats.org/officeDocument/2006/relationships/oleObject" Target="../embeddings/oleObject30.bin"/><Relationship Id="rId4" Type="http://schemas.openxmlformats.org/officeDocument/2006/relationships/image" Target="../media/image1.emf"/></Relationships>
</file>

<file path=ppt/slideLayouts/_rels/slideLayout35.xml.rels><?xml version='1.0' encoding='UTF-8' standalone='yes'?>
<Relationships xmlns="http://schemas.openxmlformats.org/package/2006/relationships"><Relationship Id="rId1" Type="http://schemas.openxmlformats.org/officeDocument/2006/relationships/tags" Target="../tags/tag39.xml"/><Relationship Id="rId2" Type="http://schemas.openxmlformats.org/officeDocument/2006/relationships/slideMaster" Target="../slideMasters/slideMaster3.xml"/><Relationship Id="rId3" Type="http://schemas.openxmlformats.org/officeDocument/2006/relationships/oleObject" Target="../embeddings/oleObject31.bin"/><Relationship Id="rId4" Type="http://schemas.openxmlformats.org/officeDocument/2006/relationships/image" Target="../media/image1.emf"/></Relationships>
</file>

<file path=ppt/slideLayouts/_rels/slideLayout36.xml.rels><?xml version='1.0' encoding='UTF-8' standalone='yes'?>
<Relationships xmlns="http://schemas.openxmlformats.org/package/2006/relationships"><Relationship Id="rId1" Type="http://schemas.openxmlformats.org/officeDocument/2006/relationships/tags" Target="../tags/tag40.xml"/><Relationship Id="rId2" Type="http://schemas.openxmlformats.org/officeDocument/2006/relationships/slideMaster" Target="../slideMasters/slideMaster3.xml"/><Relationship Id="rId3" Type="http://schemas.openxmlformats.org/officeDocument/2006/relationships/oleObject" Target="../embeddings/oleObject31.bin"/><Relationship Id="rId4" Type="http://schemas.openxmlformats.org/officeDocument/2006/relationships/image" Target="../media/image1.emf"/></Relationships>
</file>

<file path=ppt/slideLayouts/_rels/slideLayout37.xml.rels><?xml version='1.0' encoding='UTF-8' standalone='yes'?>
<Relationships xmlns="http://schemas.openxmlformats.org/package/2006/relationships"><Relationship Id="rId1" Type="http://schemas.openxmlformats.org/officeDocument/2006/relationships/tags" Target="../tags/tag41.xml"/><Relationship Id="rId2" Type="http://schemas.openxmlformats.org/officeDocument/2006/relationships/slideMaster" Target="../slideMasters/slideMaster3.xml"/><Relationship Id="rId3" Type="http://schemas.openxmlformats.org/officeDocument/2006/relationships/oleObject" Target="../embeddings/oleObject31.bin"/><Relationship Id="rId4" Type="http://schemas.openxmlformats.org/officeDocument/2006/relationships/image" Target="../media/image1.emf"/></Relationships>
</file>

<file path=ppt/slideLayouts/_rels/slideLayout38.xml.rels><?xml version='1.0' encoding='UTF-8' standalone='yes'?>
<Relationships xmlns="http://schemas.openxmlformats.org/package/2006/relationships"><Relationship Id="rId1" Type="http://schemas.openxmlformats.org/officeDocument/2006/relationships/tags" Target="../tags/tag42.xml"/><Relationship Id="rId2" Type="http://schemas.openxmlformats.org/officeDocument/2006/relationships/slideMaster" Target="../slideMasters/slideMaster3.xml"/><Relationship Id="rId3" Type="http://schemas.openxmlformats.org/officeDocument/2006/relationships/oleObject" Target="../embeddings/oleObject31.bin"/><Relationship Id="rId4" Type="http://schemas.openxmlformats.org/officeDocument/2006/relationships/image" Target="../media/image1.emf"/></Relationships>
</file>

<file path=ppt/slideLayouts/_rels/slideLayout39.xml.rels><?xml version='1.0' encoding='UTF-8' standalone='yes'?>
<Relationships xmlns="http://schemas.openxmlformats.org/package/2006/relationships"><Relationship Id="rId1" Type="http://schemas.openxmlformats.org/officeDocument/2006/relationships/tags" Target="../tags/tag43.xml"/><Relationship Id="rId2" Type="http://schemas.openxmlformats.org/officeDocument/2006/relationships/slideMaster" Target="../slideMasters/slideMaster3.xml"/><Relationship Id="rId3" Type="http://schemas.openxmlformats.org/officeDocument/2006/relationships/oleObject" Target="../embeddings/oleObject29.bin"/><Relationship Id="rId4" Type="http://schemas.openxmlformats.org/officeDocument/2006/relationships/image" Target="../media/image1.emf"/></Relationships>
</file>

<file path=ppt/slideLayouts/_rels/slideLayout40.xml.rels><?xml version='1.0' encoding='UTF-8' standalone='yes'?>
<Relationships xmlns="http://schemas.openxmlformats.org/package/2006/relationships"><Relationship Id="rId1" Type="http://schemas.openxmlformats.org/officeDocument/2006/relationships/tags" Target="../tags/tag44.xml"/><Relationship Id="rId2" Type="http://schemas.openxmlformats.org/officeDocument/2006/relationships/slideMaster" Target="../slideMasters/slideMaster3.xml"/><Relationship Id="rId3" Type="http://schemas.openxmlformats.org/officeDocument/2006/relationships/oleObject" Target="../embeddings/oleObject29.bin"/><Relationship Id="rId4" Type="http://schemas.openxmlformats.org/officeDocument/2006/relationships/image" Target="../media/image1.emf"/></Relationships>
</file>

<file path=ppt/slideLayouts/_rels/slideLayout41.xml.rels><?xml version='1.0' encoding='UTF-8' standalone='yes'?>
<Relationships xmlns="http://schemas.openxmlformats.org/package/2006/relationships"><Relationship Id="rId1" Type="http://schemas.openxmlformats.org/officeDocument/2006/relationships/tags" Target="../tags/tag45.xml"/><Relationship Id="rId2" Type="http://schemas.openxmlformats.org/officeDocument/2006/relationships/slideMaster" Target="../slideMasters/slideMaster3.xml"/><Relationship Id="rId3" Type="http://schemas.openxmlformats.org/officeDocument/2006/relationships/oleObject" Target="../embeddings/oleObject32.bin"/><Relationship Id="rId4" Type="http://schemas.openxmlformats.org/officeDocument/2006/relationships/image" Target="../media/image1.emf"/></Relationships>
</file>

<file path=ppt/slideLayouts/_rels/slideLayout42.xml.rels><?xml version='1.0' encoding='UTF-8' standalone='yes'?>
<Relationships xmlns="http://schemas.openxmlformats.org/package/2006/relationships"><Relationship Id="rId1" Type="http://schemas.openxmlformats.org/officeDocument/2006/relationships/tags" Target="../tags/tag46.xml"/><Relationship Id="rId2" Type="http://schemas.openxmlformats.org/officeDocument/2006/relationships/slideMaster" Target="../slideMasters/slideMaster3.xml"/><Relationship Id="rId3" Type="http://schemas.openxmlformats.org/officeDocument/2006/relationships/oleObject" Target="../embeddings/oleObject32.bin"/><Relationship Id="rId4" Type="http://schemas.openxmlformats.org/officeDocument/2006/relationships/image" Target="../media/image1.emf"/></Relationships>
</file>

<file path=ppt/slideLayouts/_rels/slideLayout43.xml.rels><?xml version='1.0' encoding='UTF-8' standalone='yes'?>
<Relationships xmlns="http://schemas.openxmlformats.org/package/2006/relationships"><Relationship Id="rId1" Type="http://schemas.openxmlformats.org/officeDocument/2006/relationships/tags" Target="../tags/tag47.xml"/><Relationship Id="rId2" Type="http://schemas.openxmlformats.org/officeDocument/2006/relationships/slideMaster" Target="../slideMasters/slideMaster3.xml"/><Relationship Id="rId3" Type="http://schemas.openxmlformats.org/officeDocument/2006/relationships/oleObject" Target="../embeddings/oleObject32.bin"/><Relationship Id="rId4" Type="http://schemas.openxmlformats.org/officeDocument/2006/relationships/image" Target="../media/image1.emf"/></Relationships>
</file>

<file path=ppt/slideLayouts/_rels/slideLayout44.xml.rels><?xml version='1.0' encoding='UTF-8' standalone='yes'?>
<Relationships xmlns="http://schemas.openxmlformats.org/package/2006/relationships"><Relationship Id="rId1" Type="http://schemas.openxmlformats.org/officeDocument/2006/relationships/tags" Target="../tags/tag48.xml"/><Relationship Id="rId2" Type="http://schemas.openxmlformats.org/officeDocument/2006/relationships/slideMaster" Target="../slideMasters/slideMaster3.xml"/><Relationship Id="rId3" Type="http://schemas.openxmlformats.org/officeDocument/2006/relationships/oleObject" Target="../embeddings/oleObject32.bin"/><Relationship Id="rId4" Type="http://schemas.openxmlformats.org/officeDocument/2006/relationships/image" Target="../media/image1.emf"/></Relationships>
</file>

<file path=ppt/slideLayouts/_rels/slideLayout45.xml.rels><?xml version='1.0' encoding='UTF-8' standalone='yes'?>
<Relationships xmlns="http://schemas.openxmlformats.org/package/2006/relationships"><Relationship Id="rId1" Type="http://schemas.openxmlformats.org/officeDocument/2006/relationships/tags" Target="../tags/tag49.xml"/><Relationship Id="rId2" Type="http://schemas.openxmlformats.org/officeDocument/2006/relationships/slideMaster" Target="../slideMasters/slideMaster3.xml"/><Relationship Id="rId3" Type="http://schemas.openxmlformats.org/officeDocument/2006/relationships/oleObject" Target="../embeddings/oleObject32.bin"/><Relationship Id="rId4" Type="http://schemas.openxmlformats.org/officeDocument/2006/relationships/image" Target="../media/image1.emf"/></Relationships>
</file>

<file path=ppt/slideLayouts/_rels/slideLayout46.xml.rels><?xml version='1.0' encoding='UTF-8' standalone='yes'?>
<Relationships xmlns="http://schemas.openxmlformats.org/package/2006/relationships"><Relationship Id="rId1" Type="http://schemas.openxmlformats.org/officeDocument/2006/relationships/tags" Target="../tags/tag50.xml"/><Relationship Id="rId2" Type="http://schemas.openxmlformats.org/officeDocument/2006/relationships/slideMaster" Target="../slideMasters/slideMaster3.xml"/><Relationship Id="rId3" Type="http://schemas.openxmlformats.org/officeDocument/2006/relationships/oleObject" Target="../embeddings/oleObject32.bin"/><Relationship Id="rId4" Type="http://schemas.openxmlformats.org/officeDocument/2006/relationships/image" Target="../media/image1.emf"/></Relationships>
</file>

<file path=ppt/slideLayouts/_rels/slideLayout47.xml.rels><?xml version='1.0' encoding='UTF-8' standalone='yes'?>
<Relationships xmlns="http://schemas.openxmlformats.org/package/2006/relationships"><Relationship Id="rId1" Type="http://schemas.openxmlformats.org/officeDocument/2006/relationships/tags" Target="../tags/tag51.xml"/><Relationship Id="rId2" Type="http://schemas.openxmlformats.org/officeDocument/2006/relationships/slideMaster" Target="../slideMasters/slideMaster3.xml"/><Relationship Id="rId3" Type="http://schemas.openxmlformats.org/officeDocument/2006/relationships/oleObject" Target="../embeddings/oleObject33.bin"/><Relationship Id="rId4" Type="http://schemas.openxmlformats.org/officeDocument/2006/relationships/image" Target="../media/image1.emf"/><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jpeg"/></Relationships>
</file>

<file path=ppt/slideLayouts/_rels/slideLayout48.xml.rels><?xml version='1.0' encoding='UTF-8' standalone='yes'?>
<Relationships xmlns="http://schemas.openxmlformats.org/package/2006/relationships"><Relationship Id="rId1" Type="http://schemas.openxmlformats.org/officeDocument/2006/relationships/tags" Target="../tags/tag52.xml"/><Relationship Id="rId2" Type="http://schemas.openxmlformats.org/officeDocument/2006/relationships/slideMaster" Target="../slideMasters/slideMaster3.xml"/><Relationship Id="rId3" Type="http://schemas.openxmlformats.org/officeDocument/2006/relationships/oleObject" Target="../embeddings/oleObject34.bin"/><Relationship Id="rId4" Type="http://schemas.openxmlformats.org/officeDocument/2006/relationships/image" Target="../media/image1.emf"/><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6.jpeg"/></Relationships>
</file>

<file path=ppt/slideLayouts/_rels/slideLayout49.xml.rels><?xml version='1.0' encoding='UTF-8' standalone='yes'?>
<Relationships xmlns="http://schemas.openxmlformats.org/package/2006/relationships"><Relationship Id="rId1" Type="http://schemas.openxmlformats.org/officeDocument/2006/relationships/tags" Target="../tags/tag53.xml"/><Relationship Id="rId2" Type="http://schemas.openxmlformats.org/officeDocument/2006/relationships/slideMaster" Target="../slideMasters/slideMaster3.xml"/><Relationship Id="rId3" Type="http://schemas.openxmlformats.org/officeDocument/2006/relationships/oleObject" Target="../embeddings/oleObject35.bin"/><Relationship Id="rId4" Type="http://schemas.openxmlformats.org/officeDocument/2006/relationships/image" Target="../media/image1.emf"/><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10.png"/></Relationships>
</file>

<file path=ppt/slideLayouts/_rels/slideLayout50.xml.rels><?xml version='1.0' encoding='UTF-8' standalone='yes'?>
<Relationships xmlns="http://schemas.openxmlformats.org/package/2006/relationships"><Relationship Id="rId1" Type="http://schemas.openxmlformats.org/officeDocument/2006/relationships/tags" Target="../tags/tag54.xml"/><Relationship Id="rId2" Type="http://schemas.openxmlformats.org/officeDocument/2006/relationships/slideMaster" Target="../slideMasters/slideMaster3.xml"/><Relationship Id="rId3" Type="http://schemas.openxmlformats.org/officeDocument/2006/relationships/oleObject" Target="../embeddings/oleObject36.bin"/><Relationship Id="rId4" Type="http://schemas.openxmlformats.org/officeDocument/2006/relationships/image" Target="../media/image1.emf"/><Relationship Id="rId5" Type="http://schemas.openxmlformats.org/officeDocument/2006/relationships/image" Target="../media/image12.png"/><Relationship Id="rId6" Type="http://schemas.openxmlformats.org/officeDocument/2006/relationships/image" Target="../media/image9.png"/><Relationship Id="rId7" Type="http://schemas.openxmlformats.org/officeDocument/2006/relationships/image" Target="../media/image10.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tags" Target="../tags/tag55.xml"/><Relationship Id="rId2" Type="http://schemas.openxmlformats.org/officeDocument/2006/relationships/slideMaster" Target="../slideMasters/slideMaster3.xml"/><Relationship Id="rId3" Type="http://schemas.openxmlformats.org/officeDocument/2006/relationships/oleObject" Target="../embeddings/oleObject37.bin"/><Relationship Id="rId4" Type="http://schemas.openxmlformats.org/officeDocument/2006/relationships/image" Target="../media/image14.emf"/></Relationships>
</file>

<file path=ppt/slideLayouts/_rels/slideLayout54.xml.rels><?xml version='1.0' encoding='UTF-8' standalone='yes'?>
<Relationships xmlns="http://schemas.openxmlformats.org/package/2006/relationships"><Relationship Id="rId1" Type="http://schemas.openxmlformats.org/officeDocument/2006/relationships/tags" Target="../tags/tag57.xml"/><Relationship Id="rId2" Type="http://schemas.openxmlformats.org/officeDocument/2006/relationships/slideMaster" Target="../slideMasters/slideMaster4.xml"/><Relationship Id="rId3" Type="http://schemas.openxmlformats.org/officeDocument/2006/relationships/oleObject" Target="../embeddings/oleObject29.bin"/><Relationship Id="rId4" Type="http://schemas.openxmlformats.org/officeDocument/2006/relationships/image" Target="../media/image1.emf"/></Relationships>
</file>

<file path=ppt/slideLayouts/_rels/slideLayout55.xml.rels><?xml version='1.0' encoding='UTF-8' standalone='yes'?>
<Relationships xmlns="http://schemas.openxmlformats.org/package/2006/relationships"><Relationship Id="rId1" Type="http://schemas.openxmlformats.org/officeDocument/2006/relationships/tags" Target="../tags/tag58.xml"/><Relationship Id="rId2" Type="http://schemas.openxmlformats.org/officeDocument/2006/relationships/slideMaster" Target="../slideMasters/slideMaster4.xml"/><Relationship Id="rId3" Type="http://schemas.openxmlformats.org/officeDocument/2006/relationships/oleObject" Target="../embeddings/oleObject29.bin"/><Relationship Id="rId4" Type="http://schemas.openxmlformats.org/officeDocument/2006/relationships/image" Target="../media/image1.emf"/></Relationships>
</file>

<file path=ppt/slideLayouts/_rels/slideLayout56.xml.rels><?xml version='1.0' encoding='UTF-8' standalone='yes'?>
<Relationships xmlns="http://schemas.openxmlformats.org/package/2006/relationships"><Relationship Id="rId1" Type="http://schemas.openxmlformats.org/officeDocument/2006/relationships/tags" Target="../tags/tag59.xml"/><Relationship Id="rId2" Type="http://schemas.openxmlformats.org/officeDocument/2006/relationships/slideMaster" Target="../slideMasters/slideMaster4.xml"/><Relationship Id="rId3" Type="http://schemas.openxmlformats.org/officeDocument/2006/relationships/oleObject" Target="../embeddings/oleObject29.bin"/><Relationship Id="rId4" Type="http://schemas.openxmlformats.org/officeDocument/2006/relationships/image" Target="../media/image1.emf"/></Relationships>
</file>

<file path=ppt/slideLayouts/_rels/slideLayout57.xml.rels><?xml version='1.0' encoding='UTF-8' standalone='yes'?>
<Relationships xmlns="http://schemas.openxmlformats.org/package/2006/relationships"><Relationship Id="rId1" Type="http://schemas.openxmlformats.org/officeDocument/2006/relationships/tags" Target="../tags/tag60.xml"/><Relationship Id="rId2" Type="http://schemas.openxmlformats.org/officeDocument/2006/relationships/slideMaster" Target="../slideMasters/slideMaster4.xml"/><Relationship Id="rId3" Type="http://schemas.openxmlformats.org/officeDocument/2006/relationships/oleObject" Target="../embeddings/oleObject30.bin"/><Relationship Id="rId4" Type="http://schemas.openxmlformats.org/officeDocument/2006/relationships/image" Target="../media/image1.emf"/></Relationships>
</file>

<file path=ppt/slideLayouts/_rels/slideLayout58.xml.rels><?xml version='1.0' encoding='UTF-8' standalone='yes'?>
<Relationships xmlns="http://schemas.openxmlformats.org/package/2006/relationships"><Relationship Id="rId1" Type="http://schemas.openxmlformats.org/officeDocument/2006/relationships/tags" Target="../tags/tag61.xml"/><Relationship Id="rId2" Type="http://schemas.openxmlformats.org/officeDocument/2006/relationships/slideMaster" Target="../slideMasters/slideMaster4.xml"/><Relationship Id="rId3" Type="http://schemas.openxmlformats.org/officeDocument/2006/relationships/oleObject" Target="../embeddings/oleObject31.bin"/><Relationship Id="rId4" Type="http://schemas.openxmlformats.org/officeDocument/2006/relationships/image" Target="../media/image1.emf"/></Relationships>
</file>

<file path=ppt/slideLayouts/_rels/slideLayout59.xml.rels><?xml version='1.0' encoding='UTF-8' standalone='yes'?>
<Relationships xmlns="http://schemas.openxmlformats.org/package/2006/relationships"><Relationship Id="rId1" Type="http://schemas.openxmlformats.org/officeDocument/2006/relationships/tags" Target="../tags/tag62.xml"/><Relationship Id="rId2" Type="http://schemas.openxmlformats.org/officeDocument/2006/relationships/slideMaster" Target="../slideMasters/slideMaster4.xml"/><Relationship Id="rId3" Type="http://schemas.openxmlformats.org/officeDocument/2006/relationships/oleObject" Target="../embeddings/oleObject31.bin"/><Relationship Id="rId4" Type="http://schemas.openxmlformats.org/officeDocument/2006/relationships/image" Target="../media/image1.emf"/></Relationships>
</file>

<file path=ppt/slideLayouts/_rels/slideLayout60.xml.rels><?xml version='1.0' encoding='UTF-8' standalone='yes'?>
<Relationships xmlns="http://schemas.openxmlformats.org/package/2006/relationships"><Relationship Id="rId1" Type="http://schemas.openxmlformats.org/officeDocument/2006/relationships/tags" Target="../tags/tag63.xml"/><Relationship Id="rId2" Type="http://schemas.openxmlformats.org/officeDocument/2006/relationships/slideMaster" Target="../slideMasters/slideMaster4.xml"/><Relationship Id="rId3" Type="http://schemas.openxmlformats.org/officeDocument/2006/relationships/oleObject" Target="../embeddings/oleObject31.bin"/><Relationship Id="rId4" Type="http://schemas.openxmlformats.org/officeDocument/2006/relationships/image" Target="../media/image1.emf"/></Relationships>
</file>

<file path=ppt/slideLayouts/_rels/slideLayout61.xml.rels><?xml version='1.0' encoding='UTF-8' standalone='yes'?>
<Relationships xmlns="http://schemas.openxmlformats.org/package/2006/relationships"><Relationship Id="rId1" Type="http://schemas.openxmlformats.org/officeDocument/2006/relationships/tags" Target="../tags/tag64.xml"/><Relationship Id="rId2" Type="http://schemas.openxmlformats.org/officeDocument/2006/relationships/slideMaster" Target="../slideMasters/slideMaster4.xml"/><Relationship Id="rId3" Type="http://schemas.openxmlformats.org/officeDocument/2006/relationships/oleObject" Target="../embeddings/oleObject31.bin"/><Relationship Id="rId4" Type="http://schemas.openxmlformats.org/officeDocument/2006/relationships/image" Target="../media/image1.emf"/></Relationships>
</file>

<file path=ppt/slideLayouts/_rels/slideLayout62.xml.rels><?xml version='1.0' encoding='UTF-8' standalone='yes'?>
<Relationships xmlns="http://schemas.openxmlformats.org/package/2006/relationships"><Relationship Id="rId1" Type="http://schemas.openxmlformats.org/officeDocument/2006/relationships/tags" Target="../tags/tag65.xml"/><Relationship Id="rId2" Type="http://schemas.openxmlformats.org/officeDocument/2006/relationships/slideMaster" Target="../slideMasters/slideMaster4.xml"/><Relationship Id="rId3" Type="http://schemas.openxmlformats.org/officeDocument/2006/relationships/oleObject" Target="../embeddings/oleObject29.bin"/><Relationship Id="rId4" Type="http://schemas.openxmlformats.org/officeDocument/2006/relationships/image" Target="../media/image1.emf"/></Relationships>
</file>

<file path=ppt/slideLayouts/_rels/slideLayout63.xml.rels><?xml version='1.0' encoding='UTF-8' standalone='yes'?>
<Relationships xmlns="http://schemas.openxmlformats.org/package/2006/relationships"><Relationship Id="rId1" Type="http://schemas.openxmlformats.org/officeDocument/2006/relationships/tags" Target="../tags/tag66.xml"/><Relationship Id="rId2" Type="http://schemas.openxmlformats.org/officeDocument/2006/relationships/slideMaster" Target="../slideMasters/slideMaster4.xml"/><Relationship Id="rId3" Type="http://schemas.openxmlformats.org/officeDocument/2006/relationships/oleObject" Target="../embeddings/oleObject29.bin"/><Relationship Id="rId4" Type="http://schemas.openxmlformats.org/officeDocument/2006/relationships/image" Target="../media/image1.emf"/></Relationships>
</file>

<file path=ppt/slideLayouts/_rels/slideLayout64.xml.rels><?xml version='1.0' encoding='UTF-8' standalone='yes'?>
<Relationships xmlns="http://schemas.openxmlformats.org/package/2006/relationships"><Relationship Id="rId1" Type="http://schemas.openxmlformats.org/officeDocument/2006/relationships/tags" Target="../tags/tag67.xml"/><Relationship Id="rId2" Type="http://schemas.openxmlformats.org/officeDocument/2006/relationships/slideMaster" Target="../slideMasters/slideMaster4.xml"/><Relationship Id="rId3" Type="http://schemas.openxmlformats.org/officeDocument/2006/relationships/oleObject" Target="../embeddings/oleObject32.bin"/><Relationship Id="rId4" Type="http://schemas.openxmlformats.org/officeDocument/2006/relationships/image" Target="../media/image1.emf"/></Relationships>
</file>

<file path=ppt/slideLayouts/_rels/slideLayout65.xml.rels><?xml version='1.0' encoding='UTF-8' standalone='yes'?>
<Relationships xmlns="http://schemas.openxmlformats.org/package/2006/relationships"><Relationship Id="rId1" Type="http://schemas.openxmlformats.org/officeDocument/2006/relationships/tags" Target="../tags/tag68.xml"/><Relationship Id="rId2" Type="http://schemas.openxmlformats.org/officeDocument/2006/relationships/slideMaster" Target="../slideMasters/slideMaster4.xml"/><Relationship Id="rId3" Type="http://schemas.openxmlformats.org/officeDocument/2006/relationships/oleObject" Target="../embeddings/oleObject32.bin"/><Relationship Id="rId4" Type="http://schemas.openxmlformats.org/officeDocument/2006/relationships/image" Target="../media/image1.emf"/></Relationships>
</file>

<file path=ppt/slideLayouts/_rels/slideLayout66.xml.rels><?xml version='1.0' encoding='UTF-8' standalone='yes'?>
<Relationships xmlns="http://schemas.openxmlformats.org/package/2006/relationships"><Relationship Id="rId1" Type="http://schemas.openxmlformats.org/officeDocument/2006/relationships/tags" Target="../tags/tag69.xml"/><Relationship Id="rId2" Type="http://schemas.openxmlformats.org/officeDocument/2006/relationships/slideMaster" Target="../slideMasters/slideMaster4.xml"/><Relationship Id="rId3" Type="http://schemas.openxmlformats.org/officeDocument/2006/relationships/oleObject" Target="../embeddings/oleObject32.bin"/><Relationship Id="rId4" Type="http://schemas.openxmlformats.org/officeDocument/2006/relationships/image" Target="../media/image1.emf"/></Relationships>
</file>

<file path=ppt/slideLayouts/_rels/slideLayout67.xml.rels><?xml version='1.0' encoding='UTF-8' standalone='yes'?>
<Relationships xmlns="http://schemas.openxmlformats.org/package/2006/relationships"><Relationship Id="rId1" Type="http://schemas.openxmlformats.org/officeDocument/2006/relationships/tags" Target="../tags/tag70.xml"/><Relationship Id="rId2" Type="http://schemas.openxmlformats.org/officeDocument/2006/relationships/slideMaster" Target="../slideMasters/slideMaster4.xml"/><Relationship Id="rId3" Type="http://schemas.openxmlformats.org/officeDocument/2006/relationships/oleObject" Target="../embeddings/oleObject32.bin"/><Relationship Id="rId4" Type="http://schemas.openxmlformats.org/officeDocument/2006/relationships/image" Target="../media/image1.emf"/></Relationships>
</file>

<file path=ppt/slideLayouts/_rels/slideLayout68.xml.rels><?xml version='1.0' encoding='UTF-8' standalone='yes'?>
<Relationships xmlns="http://schemas.openxmlformats.org/package/2006/relationships"><Relationship Id="rId1" Type="http://schemas.openxmlformats.org/officeDocument/2006/relationships/tags" Target="../tags/tag71.xml"/><Relationship Id="rId2" Type="http://schemas.openxmlformats.org/officeDocument/2006/relationships/slideMaster" Target="../slideMasters/slideMaster4.xml"/><Relationship Id="rId3" Type="http://schemas.openxmlformats.org/officeDocument/2006/relationships/oleObject" Target="../embeddings/oleObject32.bin"/><Relationship Id="rId4" Type="http://schemas.openxmlformats.org/officeDocument/2006/relationships/image" Target="../media/image1.emf"/></Relationships>
</file>

<file path=ppt/slideLayouts/_rels/slideLayout69.xml.rels><?xml version='1.0' encoding='UTF-8' standalone='yes'?>
<Relationships xmlns="http://schemas.openxmlformats.org/package/2006/relationships"><Relationship Id="rId1" Type="http://schemas.openxmlformats.org/officeDocument/2006/relationships/tags" Target="../tags/tag72.xml"/><Relationship Id="rId2" Type="http://schemas.openxmlformats.org/officeDocument/2006/relationships/slideMaster" Target="../slideMasters/slideMaster4.xml"/><Relationship Id="rId3" Type="http://schemas.openxmlformats.org/officeDocument/2006/relationships/oleObject" Target="../embeddings/oleObject32.bin"/><Relationship Id="rId4" Type="http://schemas.openxmlformats.org/officeDocument/2006/relationships/image" Target="../media/image1.emf"/></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1" Type="http://schemas.openxmlformats.org/officeDocument/2006/relationships/tags" Target="../tags/tag73.xml"/><Relationship Id="rId2" Type="http://schemas.openxmlformats.org/officeDocument/2006/relationships/tags" Target="../tags/tag74.xml"/><Relationship Id="rId3" Type="http://schemas.openxmlformats.org/officeDocument/2006/relationships/slideMaster" Target="../slideMasters/slideMaster4.xml"/><Relationship Id="rId4" Type="http://schemas.openxmlformats.org/officeDocument/2006/relationships/oleObject" Target="../embeddings/oleObject38.bin"/><Relationship Id="rId5" Type="http://schemas.openxmlformats.org/officeDocument/2006/relationships/image" Target="../media/image15.emf"/><Relationship Id="rId6" Type="http://schemas.openxmlformats.org/officeDocument/2006/relationships/oleObject" Target="../embeddings/oleObject39.bin"/></Relationships>
</file>

<file path=ppt/slideLayouts/_rels/slideLayout73.xml.rels><?xml version='1.0' encoding='UTF-8' standalone='yes'?>
<Relationships xmlns="http://schemas.openxmlformats.org/package/2006/relationships"><Relationship Id="rId1" Type="http://schemas.openxmlformats.org/officeDocument/2006/relationships/tags" Target="../tags/tag75.xml"/><Relationship Id="rId2" Type="http://schemas.openxmlformats.org/officeDocument/2006/relationships/slideMaster" Target="../slideMasters/slideMaster4.xml"/><Relationship Id="rId3" Type="http://schemas.openxmlformats.org/officeDocument/2006/relationships/oleObject" Target="../embeddings/oleObject37.bin"/><Relationship Id="rId4" Type="http://schemas.openxmlformats.org/officeDocument/2006/relationships/image" Target="../media/image14.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基本版）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a:extLst>
              <a:ext uri="{FF2B5EF4-FFF2-40B4-BE49-F238E27FC236}">
                <a16:creationId xmlns:a16="http://schemas.microsoft.com/office/drawing/2014/main" id="{72E5A2AA-8632-4C90-834B-AAF8FA2847A7}"/>
              </a:ext>
            </a:extLst>
          </p:cNvPr>
          <p:cNvGraphicFramePr>
            <a:graphicFrameLocks noChangeAspect="1"/>
          </p:cNvGraphicFramePr>
          <p:nvPr userDrawn="1">
            <p:custDataLst>
              <p:tags r:id="rId1"/>
            </p:custDataLst>
            <p:extLst>
              <p:ext uri="{D42A27DB-BD31-4B8C-83A1-F6EECF244321}">
                <p14:modId xmlns:p14="http://schemas.microsoft.com/office/powerpoint/2010/main" val="207704110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4" name="オブジェクト 3" hidden="1">
                        <a:extLst>
                          <a:ext uri="{FF2B5EF4-FFF2-40B4-BE49-F238E27FC236}">
                            <a16:creationId xmlns:a16="http://schemas.microsoft.com/office/drawing/2014/main" id="{72E5A2AA-8632-4C90-834B-AAF8FA2847A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p:nvPr>
        </p:nvSpPr>
        <p:spPr bwMode="gray">
          <a:xfrm>
            <a:off x="3666000" y="999000"/>
            <a:ext cx="4860000" cy="4860000"/>
          </a:xfrm>
          <a:prstGeom prst="rect">
            <a:avLst/>
          </a:prstGeom>
        </p:spPr>
        <p:txBody>
          <a:bodyPr/>
          <a:lstStyle>
            <a:lvl1pPr>
              <a:defRPr>
                <a:latin typeface="+mn-lt"/>
                <a:ea typeface="+mn-ea"/>
                <a:cs typeface="+mn-cs"/>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4680000" cy="864000"/>
          </a:xfrm>
        </p:spPr>
        <p:txBody>
          <a:bodyPr vert="horz"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4680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ea typeface="+mn-ea"/>
                <a:cs typeface="+mn-cs"/>
              </a:defRPr>
            </a:lvl1pPr>
            <a:lvl2pPr marL="495283" indent="0" algn="ctr">
              <a:buNone/>
              <a:defRPr sz="2167"/>
            </a:lvl2pPr>
            <a:lvl3pPr marL="990564" indent="0" algn="ctr">
              <a:buNone/>
              <a:defRPr sz="1950"/>
            </a:lvl3pPr>
            <a:lvl4pPr marL="1485846" indent="0" algn="ctr">
              <a:buNone/>
              <a:defRPr sz="1733"/>
            </a:lvl4pPr>
            <a:lvl5pPr marL="1981127" indent="0" algn="ctr">
              <a:buNone/>
              <a:defRPr sz="1733"/>
            </a:lvl5pPr>
            <a:lvl6pPr marL="2476410" indent="0" algn="ctr">
              <a:buNone/>
              <a:defRPr sz="1733"/>
            </a:lvl6pPr>
            <a:lvl7pPr marL="2971692" indent="0" algn="ctr">
              <a:buNone/>
              <a:defRPr sz="1733"/>
            </a:lvl7pPr>
            <a:lvl8pPr marL="3466973" indent="0" algn="ctr">
              <a:buNone/>
              <a:defRPr sz="1733"/>
            </a:lvl8pPr>
            <a:lvl9pPr marL="3962255" indent="0" algn="ctr">
              <a:buNone/>
              <a:defRPr sz="1733"/>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4680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ea typeface="+mn-ea"/>
                <a:cs typeface="+mn-cs"/>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ea typeface="+mn-ea"/>
                <a:cs typeface="+mn-cs"/>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a:ext>
            </a:extLst>
          </a:blip>
          <a:stretch>
            <a:fillRect/>
          </a:stretch>
        </p:blipFill>
        <p:spPr bwMode="gray">
          <a:xfrm>
            <a:off x="478800" y="432000"/>
            <a:ext cx="2016000" cy="633201"/>
          </a:xfrm>
          <a:prstGeom prst="rect">
            <a:avLst/>
          </a:prstGeom>
        </p:spPr>
      </p:pic>
      <p:sp>
        <p:nvSpPr>
          <p:cNvPr id="6" name="日付プレースホルダー 5">
            <a:extLst>
              <a:ext uri="{FF2B5EF4-FFF2-40B4-BE49-F238E27FC236}">
                <a16:creationId xmlns:a16="http://schemas.microsoft.com/office/drawing/2014/main" id="{F26CE00B-EF0F-41D9-B6BD-2D199AF6C07D}"/>
              </a:ext>
            </a:extLst>
          </p:cNvPr>
          <p:cNvSpPr>
            <a:spLocks noGrp="1"/>
          </p:cNvSpPr>
          <p:nvPr>
            <p:ph type="dt" sz="half" idx="13"/>
          </p:nvPr>
        </p:nvSpPr>
        <p:spPr bwMode="gray"/>
        <p:txBody>
          <a:bodyPr/>
          <a:lstStyle>
            <a:lvl1pPr>
              <a:defRPr>
                <a:solidFill>
                  <a:schemeClr val="tx2"/>
                </a:solidFill>
                <a:latin typeface="+mn-lt"/>
                <a:ea typeface="+mn-ea"/>
                <a:cs typeface="+mn-cs"/>
              </a:defRPr>
            </a:lvl1pPr>
          </a:lstStyle>
          <a:p>
            <a:pPr algn="ctr"/>
            <a:r>
              <a:rPr lang="en-US"/>
              <a:t>&lt; Confidential &gt;</a:t>
            </a:r>
          </a:p>
        </p:txBody>
      </p:sp>
    </p:spTree>
    <p:extLst>
      <p:ext uri="{BB962C8B-B14F-4D97-AF65-F5344CB8AC3E}">
        <p14:creationId xmlns:p14="http://schemas.microsoft.com/office/powerpoint/2010/main" val="10581552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基本版）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a:extLst>
              <a:ext uri="{FF2B5EF4-FFF2-40B4-BE49-F238E27FC236}">
                <a16:creationId xmlns:a16="http://schemas.microsoft.com/office/drawing/2014/main" id="{8F3F91AC-B9F8-4593-AC14-9A64CBC99950}"/>
              </a:ext>
            </a:extLst>
          </p:cNvPr>
          <p:cNvGraphicFramePr>
            <a:graphicFrameLocks noChangeAspect="1"/>
          </p:cNvGraphicFramePr>
          <p:nvPr userDrawn="1">
            <p:custDataLst>
              <p:tags r:id="rId1"/>
            </p:custDataLst>
            <p:extLst>
              <p:ext uri="{D42A27DB-BD31-4B8C-83A1-F6EECF244321}">
                <p14:modId xmlns:p14="http://schemas.microsoft.com/office/powerpoint/2010/main" val="297861755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4" name="オブジェクト 3" hidden="1">
                        <a:extLst>
                          <a:ext uri="{FF2B5EF4-FFF2-40B4-BE49-F238E27FC236}">
                            <a16:creationId xmlns:a16="http://schemas.microsoft.com/office/drawing/2014/main" id="{8F3F91AC-B9F8-4593-AC14-9A64CBC99950}"/>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p:nvPr>
        </p:nvSpPr>
        <p:spPr bwMode="gray">
          <a:xfrm>
            <a:off x="3666000" y="999000"/>
            <a:ext cx="4860000" cy="4860000"/>
          </a:xfrm>
          <a:prstGeom prst="rect">
            <a:avLst/>
          </a:prstGeom>
        </p:spPr>
        <p:txBody>
          <a:bodyPr/>
          <a:lstStyle>
            <a:lvl1pPr>
              <a:defRPr>
                <a:latin typeface="+mn-lt"/>
                <a:ea typeface="+mn-ea"/>
                <a:cs typeface="+mn-cs"/>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4680000" cy="864000"/>
          </a:xfrm>
        </p:spPr>
        <p:txBody>
          <a:bodyPr vert="horz"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4680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latin typeface="+mn-lt"/>
                <a:ea typeface="+mn-ea"/>
                <a:cs typeface="+mn-cs"/>
              </a:defRPr>
            </a:lvl1pPr>
            <a:lvl2pPr marL="495283" indent="0" algn="ctr">
              <a:buNone/>
              <a:defRPr sz="2167"/>
            </a:lvl2pPr>
            <a:lvl3pPr marL="990564" indent="0" algn="ctr">
              <a:buNone/>
              <a:defRPr sz="1950"/>
            </a:lvl3pPr>
            <a:lvl4pPr marL="1485846" indent="0" algn="ctr">
              <a:buNone/>
              <a:defRPr sz="1733"/>
            </a:lvl4pPr>
            <a:lvl5pPr marL="1981127" indent="0" algn="ctr">
              <a:buNone/>
              <a:defRPr sz="1733"/>
            </a:lvl5pPr>
            <a:lvl6pPr marL="2476410" indent="0" algn="ctr">
              <a:buNone/>
              <a:defRPr sz="1733"/>
            </a:lvl6pPr>
            <a:lvl7pPr marL="2971692" indent="0" algn="ctr">
              <a:buNone/>
              <a:defRPr sz="1733"/>
            </a:lvl7pPr>
            <a:lvl8pPr marL="3466973" indent="0" algn="ctr">
              <a:buNone/>
              <a:defRPr sz="1733"/>
            </a:lvl8pPr>
            <a:lvl9pPr marL="3962255" indent="0" algn="ctr">
              <a:buNone/>
              <a:defRPr sz="1733"/>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4680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ea typeface="+mn-ea"/>
                <a:cs typeface="+mn-cs"/>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a:extLst>
              <a:ext uri="{FF2B5EF4-FFF2-40B4-BE49-F238E27FC236}">
                <a16:creationId xmlns:a16="http://schemas.microsoft.com/office/drawing/2014/main" id="{123FC496-31C5-46DB-A99D-560417973E7D}"/>
              </a:ext>
            </a:extLst>
          </p:cNvPr>
          <p:cNvSpPr>
            <a:spLocks noGrp="1"/>
          </p:cNvSpPr>
          <p:nvPr>
            <p:ph type="dt" sz="half" idx="12"/>
          </p:nvPr>
        </p:nvSpPr>
        <p:spPr bwMode="gray"/>
        <p:txBody>
          <a:bodyPr/>
          <a:lstStyle>
            <a:lvl1pPr>
              <a:defRPr>
                <a:solidFill>
                  <a:schemeClr val="tx2"/>
                </a:solidFill>
                <a:latin typeface="+mn-lt"/>
                <a:ea typeface="+mn-ea"/>
                <a:cs typeface="+mn-cs"/>
              </a:defRPr>
            </a:lvl1pPr>
          </a:lstStyle>
          <a:p>
            <a:pPr algn="ctr"/>
            <a:r>
              <a:rPr lang="en-US"/>
              <a:t>&lt; Confidential &gt;</a:t>
            </a:r>
          </a:p>
        </p:txBody>
      </p:sp>
    </p:spTree>
    <p:extLst>
      <p:ext uri="{BB962C8B-B14F-4D97-AF65-F5344CB8AC3E}">
        <p14:creationId xmlns:p14="http://schemas.microsoft.com/office/powerpoint/2010/main" val="25437398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基本版）黒_タイトル_ ロゴ入り_16:9">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a:extLst>
              <a:ext uri="{FF2B5EF4-FFF2-40B4-BE49-F238E27FC236}">
                <a16:creationId xmlns:a16="http://schemas.microsoft.com/office/drawing/2014/main" id="{A7976D6E-C49A-4F4A-AE13-FFFBECE61404}"/>
              </a:ext>
            </a:extLst>
          </p:cNvPr>
          <p:cNvGraphicFramePr>
            <a:graphicFrameLocks noChangeAspect="1"/>
          </p:cNvGraphicFramePr>
          <p:nvPr userDrawn="1">
            <p:custDataLst>
              <p:tags r:id="rId1"/>
            </p:custDataLst>
            <p:extLst>
              <p:ext uri="{D42A27DB-BD31-4B8C-83A1-F6EECF244321}">
                <p14:modId xmlns:p14="http://schemas.microsoft.com/office/powerpoint/2010/main" val="52417824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4" name="オブジェクト 3" hidden="1">
                        <a:extLst>
                          <a:ext uri="{FF2B5EF4-FFF2-40B4-BE49-F238E27FC236}">
                            <a16:creationId xmlns:a16="http://schemas.microsoft.com/office/drawing/2014/main" id="{A7976D6E-C49A-4F4A-AE13-FFFBECE6140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p:nvPr>
        </p:nvSpPr>
        <p:spPr bwMode="gray">
          <a:xfrm>
            <a:off x="3666000" y="999000"/>
            <a:ext cx="4860000" cy="4860000"/>
          </a:xfrm>
          <a:prstGeom prst="rect">
            <a:avLst/>
          </a:prstGeom>
        </p:spPr>
        <p:txBody>
          <a:bodyPr/>
          <a:lstStyle>
            <a:lvl1pPr>
              <a:defRPr>
                <a:solidFill>
                  <a:schemeClr val="bg1"/>
                </a:solidFill>
                <a:latin typeface="+mn-lt"/>
                <a:ea typeface="+mn-ea"/>
                <a:cs typeface="+mn-cs"/>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4680000" cy="864000"/>
          </a:xfrm>
        </p:spPr>
        <p:txBody>
          <a:bodyPr vert="horz"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4680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ea typeface="+mn-ea"/>
                <a:cs typeface="+mn-cs"/>
              </a:defRPr>
            </a:lvl1pPr>
            <a:lvl2pPr marL="495283" indent="0" algn="ctr">
              <a:buNone/>
              <a:defRPr sz="2167"/>
            </a:lvl2pPr>
            <a:lvl3pPr marL="990564" indent="0" algn="ctr">
              <a:buNone/>
              <a:defRPr sz="1950"/>
            </a:lvl3pPr>
            <a:lvl4pPr marL="1485846" indent="0" algn="ctr">
              <a:buNone/>
              <a:defRPr sz="1733"/>
            </a:lvl4pPr>
            <a:lvl5pPr marL="1981127" indent="0" algn="ctr">
              <a:buNone/>
              <a:defRPr sz="1733"/>
            </a:lvl5pPr>
            <a:lvl6pPr marL="2476410" indent="0" algn="ctr">
              <a:buNone/>
              <a:defRPr sz="1733"/>
            </a:lvl6pPr>
            <a:lvl7pPr marL="2971692" indent="0" algn="ctr">
              <a:buNone/>
              <a:defRPr sz="1733"/>
            </a:lvl7pPr>
            <a:lvl8pPr marL="3466973" indent="0" algn="ctr">
              <a:buNone/>
              <a:defRPr sz="1733"/>
            </a:lvl8pPr>
            <a:lvl9pPr marL="3962255" indent="0" algn="ctr">
              <a:buNone/>
              <a:defRPr sz="1733"/>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4680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ea typeface="+mn-ea"/>
                <a:cs typeface="+mn-cs"/>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tx1"/>
                </a:solidFill>
                <a:latin typeface="+mn-lt"/>
                <a:ea typeface="+mn-ea"/>
                <a:cs typeface="+mn-cs"/>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a:ext>
            </a:extLst>
          </a:blip>
          <a:stretch>
            <a:fillRect/>
          </a:stretch>
        </p:blipFill>
        <p:spPr bwMode="gray">
          <a:xfrm>
            <a:off x="478800" y="431999"/>
            <a:ext cx="2016000" cy="627200"/>
          </a:xfrm>
          <a:prstGeom prst="rect">
            <a:avLst/>
          </a:prstGeom>
        </p:spPr>
      </p:pic>
      <p:sp>
        <p:nvSpPr>
          <p:cNvPr id="6" name="日付プレースホルダー 5">
            <a:extLst>
              <a:ext uri="{FF2B5EF4-FFF2-40B4-BE49-F238E27FC236}">
                <a16:creationId xmlns:a16="http://schemas.microsoft.com/office/drawing/2014/main" id="{3C714361-BA49-499D-BC89-8E0AF24FD365}"/>
              </a:ext>
            </a:extLst>
          </p:cNvPr>
          <p:cNvSpPr>
            <a:spLocks noGrp="1"/>
          </p:cNvSpPr>
          <p:nvPr>
            <p:ph type="dt" sz="half" idx="13"/>
          </p:nvPr>
        </p:nvSpPr>
        <p:spPr bwMode="gray"/>
        <p:txBody>
          <a:bodyPr/>
          <a:lstStyle>
            <a:lvl1pPr>
              <a:defRPr>
                <a:solidFill>
                  <a:schemeClr val="tx2"/>
                </a:solidFill>
                <a:latin typeface="+mn-lt"/>
                <a:ea typeface="+mn-ea"/>
                <a:cs typeface="+mn-cs"/>
              </a:defRPr>
            </a:lvl1pPr>
          </a:lstStyle>
          <a:p>
            <a:pPr algn="ctr"/>
            <a:r>
              <a:rPr lang="en-US"/>
              <a:t>&lt; Confidential &gt;</a:t>
            </a:r>
          </a:p>
        </p:txBody>
      </p:sp>
    </p:spTree>
    <p:extLst>
      <p:ext uri="{BB962C8B-B14F-4D97-AF65-F5344CB8AC3E}">
        <p14:creationId xmlns:p14="http://schemas.microsoft.com/office/powerpoint/2010/main" val="1914782183"/>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基本版）黒_タイトル ロゴ無_16:9">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a:extLst>
              <a:ext uri="{FF2B5EF4-FFF2-40B4-BE49-F238E27FC236}">
                <a16:creationId xmlns:a16="http://schemas.microsoft.com/office/drawing/2014/main" id="{B84D28BC-667A-4B82-8BF2-52395A1B866F}"/>
              </a:ext>
            </a:extLst>
          </p:cNvPr>
          <p:cNvGraphicFramePr>
            <a:graphicFrameLocks noChangeAspect="1"/>
          </p:cNvGraphicFramePr>
          <p:nvPr userDrawn="1">
            <p:custDataLst>
              <p:tags r:id="rId1"/>
            </p:custDataLst>
            <p:extLst>
              <p:ext uri="{D42A27DB-BD31-4B8C-83A1-F6EECF244321}">
                <p14:modId xmlns:p14="http://schemas.microsoft.com/office/powerpoint/2010/main" val="384080089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4" name="オブジェクト 3" hidden="1">
                        <a:extLst>
                          <a:ext uri="{FF2B5EF4-FFF2-40B4-BE49-F238E27FC236}">
                            <a16:creationId xmlns:a16="http://schemas.microsoft.com/office/drawing/2014/main" id="{B84D28BC-667A-4B82-8BF2-52395A1B866F}"/>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p:nvPr>
        </p:nvSpPr>
        <p:spPr bwMode="gray">
          <a:xfrm>
            <a:off x="3666000" y="999000"/>
            <a:ext cx="4860000" cy="4860000"/>
          </a:xfrm>
          <a:prstGeom prst="rect">
            <a:avLst/>
          </a:prstGeom>
        </p:spPr>
        <p:txBody>
          <a:bodyPr/>
          <a:lstStyle>
            <a:lvl1pPr>
              <a:defRPr>
                <a:solidFill>
                  <a:schemeClr val="bg1"/>
                </a:solidFill>
                <a:latin typeface="+mn-lt"/>
                <a:ea typeface="+mn-ea"/>
                <a:cs typeface="+mn-cs"/>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4680000" cy="864000"/>
          </a:xfrm>
        </p:spPr>
        <p:txBody>
          <a:bodyPr vert="horz"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4680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latin typeface="+mn-lt"/>
                <a:ea typeface="+mn-ea"/>
                <a:cs typeface="+mn-cs"/>
              </a:defRPr>
            </a:lvl1pPr>
            <a:lvl2pPr marL="495283" indent="0" algn="ctr">
              <a:buNone/>
              <a:defRPr sz="2167"/>
            </a:lvl2pPr>
            <a:lvl3pPr marL="990564" indent="0" algn="ctr">
              <a:buNone/>
              <a:defRPr sz="1950"/>
            </a:lvl3pPr>
            <a:lvl4pPr marL="1485846" indent="0" algn="ctr">
              <a:buNone/>
              <a:defRPr sz="1733"/>
            </a:lvl4pPr>
            <a:lvl5pPr marL="1981127" indent="0" algn="ctr">
              <a:buNone/>
              <a:defRPr sz="1733"/>
            </a:lvl5pPr>
            <a:lvl6pPr marL="2476410" indent="0" algn="ctr">
              <a:buNone/>
              <a:defRPr sz="1733"/>
            </a:lvl6pPr>
            <a:lvl7pPr marL="2971692" indent="0" algn="ctr">
              <a:buNone/>
              <a:defRPr sz="1733"/>
            </a:lvl7pPr>
            <a:lvl8pPr marL="3466973" indent="0" algn="ctr">
              <a:buNone/>
              <a:defRPr sz="1733"/>
            </a:lvl8pPr>
            <a:lvl9pPr marL="3962255" indent="0" algn="ctr">
              <a:buNone/>
              <a:defRPr sz="1733"/>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4680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ea typeface="+mn-ea"/>
                <a:cs typeface="+mn-cs"/>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a:extLst>
              <a:ext uri="{FF2B5EF4-FFF2-40B4-BE49-F238E27FC236}">
                <a16:creationId xmlns:a16="http://schemas.microsoft.com/office/drawing/2014/main" id="{9E461804-808B-4C49-B40D-446D892A3BF8}"/>
              </a:ext>
            </a:extLst>
          </p:cNvPr>
          <p:cNvSpPr>
            <a:spLocks noGrp="1"/>
          </p:cNvSpPr>
          <p:nvPr>
            <p:ph type="dt" sz="half" idx="12"/>
          </p:nvPr>
        </p:nvSpPr>
        <p:spPr bwMode="gray"/>
        <p:txBody>
          <a:bodyPr/>
          <a:lstStyle>
            <a:lvl1pPr>
              <a:defRPr>
                <a:solidFill>
                  <a:schemeClr val="tx2"/>
                </a:solidFill>
                <a:latin typeface="+mn-lt"/>
                <a:ea typeface="+mn-ea"/>
                <a:cs typeface="+mn-cs"/>
              </a:defRPr>
            </a:lvl1pPr>
          </a:lstStyle>
          <a:p>
            <a:pPr algn="ctr"/>
            <a:r>
              <a:rPr lang="en-US"/>
              <a:t>&lt; Confidential &gt;</a:t>
            </a:r>
          </a:p>
        </p:txBody>
      </p:sp>
    </p:spTree>
    <p:extLst>
      <p:ext uri="{BB962C8B-B14F-4D97-AF65-F5344CB8AC3E}">
        <p14:creationId xmlns:p14="http://schemas.microsoft.com/office/powerpoint/2010/main" val="816916705"/>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基本版）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a:extLst>
              <a:ext uri="{FF2B5EF4-FFF2-40B4-BE49-F238E27FC236}">
                <a16:creationId xmlns:a16="http://schemas.microsoft.com/office/drawing/2014/main" id="{D6642530-2487-4EE6-BEA5-E8FB44599D74}"/>
              </a:ext>
            </a:extLst>
          </p:cNvPr>
          <p:cNvGraphicFramePr>
            <a:graphicFrameLocks noChangeAspect="1"/>
          </p:cNvGraphicFramePr>
          <p:nvPr userDrawn="1">
            <p:custDataLst>
              <p:tags r:id="rId1"/>
            </p:custDataLst>
            <p:extLst>
              <p:ext uri="{D42A27DB-BD31-4B8C-83A1-F6EECF244321}">
                <p14:modId xmlns:p14="http://schemas.microsoft.com/office/powerpoint/2010/main" val="280133889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3" name="オブジェクト 2" hidden="1">
                        <a:extLst>
                          <a:ext uri="{FF2B5EF4-FFF2-40B4-BE49-F238E27FC236}">
                            <a16:creationId xmlns:a16="http://schemas.microsoft.com/office/drawing/2014/main" id="{D6642530-2487-4EE6-BEA5-E8FB44599D7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480000" y="1483200"/>
            <a:ext cx="5436000" cy="4824000"/>
          </a:xfrm>
          <a:prstGeom prst="rect">
            <a:avLst/>
          </a:prstGeom>
        </p:spPr>
        <p:txBody>
          <a:bodyPr/>
          <a:lstStyle>
            <a:lvl1pPr>
              <a:lnSpc>
                <a:spcPct val="100000"/>
              </a:lnSpc>
              <a:tabLst>
                <a:tab pos="5448101" algn="r"/>
              </a:tabLst>
              <a:defRPr>
                <a:latin typeface="+mn-lt"/>
                <a:ea typeface="+mn-ea"/>
                <a:cs typeface="+mn-cs"/>
              </a:defRPr>
            </a:lvl1pPr>
            <a:lvl2pPr>
              <a:lnSpc>
                <a:spcPct val="100000"/>
              </a:lnSpc>
              <a:tabLst>
                <a:tab pos="5448101" algn="r"/>
              </a:tabLst>
              <a:defRPr>
                <a:latin typeface="+mn-lt"/>
                <a:ea typeface="+mn-ea"/>
                <a:cs typeface="+mn-cs"/>
              </a:defRPr>
            </a:lvl2pPr>
            <a:lvl3pPr>
              <a:lnSpc>
                <a:spcPct val="100000"/>
              </a:lnSpc>
              <a:tabLst>
                <a:tab pos="5448101" algn="r"/>
              </a:tabLst>
              <a:defRPr>
                <a:latin typeface="+mn-lt"/>
                <a:ea typeface="+mn-ea"/>
                <a:cs typeface="+mn-cs"/>
              </a:defRPr>
            </a:lvl3pPr>
            <a:lvl4pPr>
              <a:lnSpc>
                <a:spcPct val="100000"/>
              </a:lnSpc>
              <a:tabLst>
                <a:tab pos="5448101" algn="r"/>
              </a:tabLst>
              <a:defRPr>
                <a:latin typeface="+mn-lt"/>
                <a:ea typeface="+mn-ea"/>
                <a:cs typeface="+mn-cs"/>
              </a:defRPr>
            </a:lvl4pPr>
            <a:lvl5pPr>
              <a:tabLst>
                <a:tab pos="5448101"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83200"/>
            <a:ext cx="5436000" cy="4824000"/>
          </a:xfrm>
          <a:prstGeom prst="rect">
            <a:avLst/>
          </a:prstGeom>
        </p:spPr>
        <p:txBody>
          <a:bodyPr/>
          <a:lstStyle>
            <a:lvl1pPr>
              <a:lnSpc>
                <a:spcPct val="100000"/>
              </a:lnSpc>
              <a:tabLst>
                <a:tab pos="5448101" algn="r"/>
              </a:tabLst>
              <a:defRPr>
                <a:latin typeface="+mn-lt"/>
                <a:ea typeface="+mn-ea"/>
                <a:cs typeface="+mn-cs"/>
              </a:defRPr>
            </a:lvl1pPr>
            <a:lvl2pPr>
              <a:lnSpc>
                <a:spcPct val="100000"/>
              </a:lnSpc>
              <a:tabLst>
                <a:tab pos="5448101" algn="r"/>
              </a:tabLst>
              <a:defRPr>
                <a:latin typeface="+mn-lt"/>
                <a:ea typeface="+mn-ea"/>
                <a:cs typeface="+mn-cs"/>
              </a:defRPr>
            </a:lvl2pPr>
            <a:lvl3pPr>
              <a:lnSpc>
                <a:spcPct val="100000"/>
              </a:lnSpc>
              <a:tabLst>
                <a:tab pos="5448101" algn="r"/>
              </a:tabLst>
              <a:defRPr>
                <a:latin typeface="+mn-lt"/>
                <a:ea typeface="+mn-ea"/>
                <a:cs typeface="+mn-cs"/>
              </a:defRPr>
            </a:lvl3pPr>
            <a:lvl4pPr>
              <a:lnSpc>
                <a:spcPct val="100000"/>
              </a:lnSpc>
              <a:tabLst>
                <a:tab pos="5448101" algn="r"/>
              </a:tabLst>
              <a:defRPr>
                <a:latin typeface="+mn-lt"/>
                <a:ea typeface="+mn-ea"/>
                <a:cs typeface="+mn-cs"/>
              </a:defRPr>
            </a:lvl4pPr>
            <a:lvl5pPr>
              <a:tabLst>
                <a:tab pos="5448101"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vert="horz"/>
          <a:lstStyle>
            <a:lvl1pPr>
              <a:defRPr baseline="0">
                <a:latin typeface="+mj-lt"/>
                <a:ea typeface="+mj-ea"/>
                <a:cs typeface="+mj-cs"/>
              </a:defRPr>
            </a:lvl1pPr>
          </a:lstStyle>
          <a:p>
            <a:r>
              <a:rPr kumimoji="1" lang="ja-JP" altLang="en-US"/>
              <a:t>マスター タイトルの書式設定</a:t>
            </a:r>
          </a:p>
        </p:txBody>
      </p:sp>
    </p:spTree>
    <p:extLst>
      <p:ext uri="{BB962C8B-B14F-4D97-AF65-F5344CB8AC3E}">
        <p14:creationId xmlns:p14="http://schemas.microsoft.com/office/powerpoint/2010/main" val="2982903191"/>
      </p:ext>
    </p:extLst>
  </p:cSld>
  <p:clrMapOvr>
    <a:masterClrMapping/>
  </p:clrMapOvr>
  <p:hf hdr="0"/>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基本版）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3FE34F38-94AA-4F62-8832-48A80D3F204E}"/>
              </a:ext>
            </a:extLst>
          </p:cNvPr>
          <p:cNvGraphicFramePr>
            <a:graphicFrameLocks noChangeAspect="1"/>
          </p:cNvGraphicFramePr>
          <p:nvPr userDrawn="1">
            <p:custDataLst>
              <p:tags r:id="rId1"/>
            </p:custDataLst>
            <p:extLst>
              <p:ext uri="{D42A27DB-BD31-4B8C-83A1-F6EECF244321}">
                <p14:modId xmlns:p14="http://schemas.microsoft.com/office/powerpoint/2010/main" val="179787275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3FE34F38-94AA-4F62-8832-48A80D3F204E}"/>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p:txBody>
          <a:bodyPr/>
          <a:lstStyle>
            <a:lvl1pPr>
              <a:defRPr>
                <a:latin typeface="+mn-lt"/>
                <a:ea typeface="+mn-ea"/>
                <a:cs typeface="+mn-cs"/>
              </a:defRPr>
            </a:lvl1pPr>
          </a:lstStyle>
          <a:p>
            <a:r>
              <a:rPr lang="en-GB" altLang="en-GB"/>
              <a:t>DT Template 16:9</a:t>
            </a:r>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defRPr>
            </a:lvl1pPr>
          </a:lstStyle>
          <a:p>
            <a:fld id="{AA5FCFE5-FE56-4EF1-80A8-07776887C2A1}" type="slidenum">
              <a:rPr lang="ja-JP" altLang="en-US" smtClean="0"/>
              <a:pPr/>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n-lt"/>
                <a:ea typeface="+mn-ea"/>
                <a:cs typeface="+mn-cs"/>
              </a:defRPr>
            </a:lvl1pPr>
          </a:lstStyle>
          <a:p>
            <a:pPr lvl="0"/>
            <a:r>
              <a:rPr kumimoji="1" lang="ja-JP" altLang="en-US"/>
              <a:t>マスター テキストの書式設定</a:t>
            </a:r>
          </a:p>
        </p:txBody>
      </p:sp>
      <p:sp>
        <p:nvSpPr>
          <p:cNvPr id="5" name="Text Box 37">
            <a:extLst>
              <a:ext uri="{FF2B5EF4-FFF2-40B4-BE49-F238E27FC236}">
                <a16:creationId xmlns:a16="http://schemas.microsoft.com/office/drawing/2014/main" id="{385A94CF-8CB1-C466-40C6-FF0115BA7D94}"/>
              </a:ext>
            </a:extLst>
          </p:cNvPr>
          <p:cNvSpPr txBox="1">
            <a:spLocks noChangeArrowheads="1"/>
          </p:cNvSpPr>
          <p:nvPr userDrawn="1"/>
        </p:nvSpPr>
        <p:spPr bwMode="gray">
          <a:xfrm>
            <a:off x="6276000" y="6588000"/>
            <a:ext cx="5436000" cy="169200"/>
          </a:xfrm>
          <a:prstGeom prst="rect">
            <a:avLst/>
          </a:prstGeom>
          <a:noFill/>
          <a:ln w="9525">
            <a:noFill/>
            <a:miter lim="800000"/>
            <a:headEnd/>
            <a:tailEnd/>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2025. For information, contact Deloitte Tohmatsu Group.</a:t>
            </a:r>
          </a:p>
        </p:txBody>
      </p:sp>
    </p:spTree>
    <p:extLst>
      <p:ext uri="{BB962C8B-B14F-4D97-AF65-F5344CB8AC3E}">
        <p14:creationId xmlns:p14="http://schemas.microsoft.com/office/powerpoint/2010/main" val="2894029594"/>
      </p:ext>
    </p:extLst>
  </p:cSld>
  <p:clrMapOvr>
    <a:masterClrMapping/>
  </p:clrMapOvr>
  <p:hf hdr="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基本版）中表紙_16:9">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CBD7C55F-79D3-4D3C-BF22-E2499EF30284}"/>
              </a:ext>
            </a:extLst>
          </p:cNvPr>
          <p:cNvGraphicFramePr>
            <a:graphicFrameLocks noChangeAspect="1"/>
          </p:cNvGraphicFramePr>
          <p:nvPr userDrawn="1">
            <p:custDataLst>
              <p:tags r:id="rId1"/>
            </p:custDataLst>
            <p:extLst>
              <p:ext uri="{D42A27DB-BD31-4B8C-83A1-F6EECF244321}">
                <p14:modId xmlns:p14="http://schemas.microsoft.com/office/powerpoint/2010/main" val="316091063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CBD7C55F-79D3-4D3C-BF22-E2499EF3028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n-lt"/>
                <a:ea typeface="+mn-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defRPr>
            </a:lvl1pPr>
          </a:lstStyle>
          <a:p>
            <a:fld id="{AA5FCFE5-FE56-4EF1-80A8-07776887C2A1}" type="slidenum">
              <a:rPr lang="ja-JP" altLang="en-US" smtClean="0"/>
              <a:pPr/>
              <a:t>‹#›</a:t>
            </a:fld>
            <a:endParaRPr lang="ja-JP" altLang="en-US"/>
          </a:p>
        </p:txBody>
      </p:sp>
      <p:sp>
        <p:nvSpPr>
          <p:cNvPr id="7" name="フッター プレースホルダ 6"/>
          <p:cNvSpPr>
            <a:spLocks noGrp="1"/>
          </p:cNvSpPr>
          <p:nvPr>
            <p:ph type="ftr" sz="quarter" idx="12"/>
          </p:nvPr>
        </p:nvSpPr>
        <p:spPr bwMode="gray"/>
        <p:txBody>
          <a:bodyPr/>
          <a:lstStyle>
            <a:lvl1pPr>
              <a:defRPr>
                <a:solidFill>
                  <a:schemeClr val="tx1"/>
                </a:solidFill>
                <a:latin typeface="+mn-lt"/>
                <a:ea typeface="+mn-ea"/>
                <a:cs typeface="+mn-cs"/>
              </a:defRPr>
            </a:lvl1pPr>
          </a:lstStyle>
          <a:p>
            <a:r>
              <a:rPr lang="en-GB" altLang="en-GB"/>
              <a:t>DT Template 16:9</a:t>
            </a:r>
          </a:p>
        </p:txBody>
      </p:sp>
    </p:spTree>
    <p:extLst>
      <p:ext uri="{BB962C8B-B14F-4D97-AF65-F5344CB8AC3E}">
        <p14:creationId xmlns:p14="http://schemas.microsoft.com/office/powerpoint/2010/main" val="1633268474"/>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基本版）Accessible Green_中表紙_16:9">
    <p:bg>
      <p:bgPr>
        <a:solidFill>
          <a:schemeClr val="accent3"/>
        </a:solidFill>
        <a:effectLst/>
      </p:bgPr>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CBD7C55F-79D3-4D3C-BF22-E2499EF30284}"/>
              </a:ext>
            </a:extLst>
          </p:cNvPr>
          <p:cNvGraphicFramePr>
            <a:graphicFrameLocks noChangeAspect="1"/>
          </p:cNvGraphicFramePr>
          <p:nvPr userDrawn="1">
            <p:custDataLst>
              <p:tags r:id="rId1"/>
            </p:custDataLst>
            <p:extLst>
              <p:ext uri="{D42A27DB-BD31-4B8C-83A1-F6EECF244321}">
                <p14:modId xmlns:p14="http://schemas.microsoft.com/office/powerpoint/2010/main" val="266260080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CBD7C55F-79D3-4D3C-BF22-E2499EF3028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n-lt"/>
                <a:ea typeface="+mn-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defRPr>
            </a:lvl1pPr>
          </a:lstStyle>
          <a:p>
            <a:fld id="{AA5FCFE5-FE56-4EF1-80A8-07776887C2A1}" type="slidenum">
              <a:rPr lang="ja-JP" altLang="en-US" smtClean="0"/>
              <a:pPr/>
              <a:t>‹#›</a:t>
            </a:fld>
            <a:endParaRPr lang="ja-JP" altLang="en-US"/>
          </a:p>
        </p:txBody>
      </p:sp>
      <p:sp>
        <p:nvSpPr>
          <p:cNvPr id="7" name="フッター プレースホルダ 6"/>
          <p:cNvSpPr>
            <a:spLocks noGrp="1"/>
          </p:cNvSpPr>
          <p:nvPr>
            <p:ph type="ftr" sz="quarter" idx="12"/>
          </p:nvPr>
        </p:nvSpPr>
        <p:spPr bwMode="gray"/>
        <p:txBody>
          <a:bodyPr/>
          <a:lstStyle>
            <a:lvl1pPr>
              <a:defRPr>
                <a:solidFill>
                  <a:schemeClr val="tx1"/>
                </a:solidFill>
                <a:latin typeface="+mn-lt"/>
                <a:ea typeface="+mn-ea"/>
                <a:cs typeface="+mn-cs"/>
              </a:defRPr>
            </a:lvl1pPr>
          </a:lstStyle>
          <a:p>
            <a:r>
              <a:rPr lang="en-GB" altLang="en-GB"/>
              <a:t>DT Template 16:9</a:t>
            </a:r>
          </a:p>
        </p:txBody>
      </p:sp>
    </p:spTree>
    <p:extLst>
      <p:ext uri="{BB962C8B-B14F-4D97-AF65-F5344CB8AC3E}">
        <p14:creationId xmlns:p14="http://schemas.microsoft.com/office/powerpoint/2010/main" val="3451464051"/>
      </p:ext>
    </p:extLst>
  </p:cSld>
  <p:clrMapOvr>
    <a:overrideClrMapping bg1="dk1" tx1="lt1" bg2="dk2" tx2="lt2" accent1="accent1" accent2="accent2" accent3="accent3" accent4="accent4" accent5="accent5" accent6="accent6" hlink="hlink" folHlink="folHlink"/>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基本版）Accessible Teal_中表紙_16:9">
    <p:bg>
      <p:bgPr>
        <a:solidFill>
          <a:schemeClr val="accent5"/>
        </a:solidFill>
        <a:effectLst/>
      </p:bgPr>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CBD7C55F-79D3-4D3C-BF22-E2499EF30284}"/>
              </a:ext>
            </a:extLst>
          </p:cNvPr>
          <p:cNvGraphicFramePr>
            <a:graphicFrameLocks noChangeAspect="1"/>
          </p:cNvGraphicFramePr>
          <p:nvPr userDrawn="1">
            <p:custDataLst>
              <p:tags r:id="rId1"/>
            </p:custDataLst>
            <p:extLst>
              <p:ext uri="{D42A27DB-BD31-4B8C-83A1-F6EECF244321}">
                <p14:modId xmlns:p14="http://schemas.microsoft.com/office/powerpoint/2010/main" val="20087084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CBD7C55F-79D3-4D3C-BF22-E2499EF3028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n-lt"/>
                <a:ea typeface="+mn-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defRPr>
            </a:lvl1pPr>
          </a:lstStyle>
          <a:p>
            <a:fld id="{AA5FCFE5-FE56-4EF1-80A8-07776887C2A1}" type="slidenum">
              <a:rPr lang="ja-JP" altLang="en-US" smtClean="0"/>
              <a:pPr/>
              <a:t>‹#›</a:t>
            </a:fld>
            <a:endParaRPr lang="ja-JP" altLang="en-US"/>
          </a:p>
        </p:txBody>
      </p:sp>
      <p:sp>
        <p:nvSpPr>
          <p:cNvPr id="7" name="フッター プレースホルダ 6"/>
          <p:cNvSpPr>
            <a:spLocks noGrp="1"/>
          </p:cNvSpPr>
          <p:nvPr>
            <p:ph type="ftr" sz="quarter" idx="12"/>
          </p:nvPr>
        </p:nvSpPr>
        <p:spPr bwMode="gray"/>
        <p:txBody>
          <a:bodyPr/>
          <a:lstStyle>
            <a:lvl1pPr>
              <a:defRPr>
                <a:solidFill>
                  <a:schemeClr val="tx1"/>
                </a:solidFill>
                <a:latin typeface="+mn-lt"/>
                <a:ea typeface="+mn-ea"/>
                <a:cs typeface="+mn-cs"/>
              </a:defRPr>
            </a:lvl1pPr>
          </a:lstStyle>
          <a:p>
            <a:r>
              <a:rPr lang="en-GB" altLang="en-GB"/>
              <a:t>DT Template 16:9</a:t>
            </a:r>
          </a:p>
        </p:txBody>
      </p:sp>
    </p:spTree>
    <p:extLst>
      <p:ext uri="{BB962C8B-B14F-4D97-AF65-F5344CB8AC3E}">
        <p14:creationId xmlns:p14="http://schemas.microsoft.com/office/powerpoint/2010/main" val="3827265758"/>
      </p:ext>
    </p:extLst>
  </p:cSld>
  <p:clrMapOvr>
    <a:overrideClrMapping bg1="dk1" tx1="lt1" bg2="dk2" tx2="lt2" accent1="accent1" accent2="accent2" accent3="accent3" accent4="accent4" accent5="accent5" accent6="accent6" hlink="hlink" folHlink="folHlink"/>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基本版）Accessible Blue_中表紙_16:9">
    <p:bg>
      <p:bgPr>
        <a:solidFill>
          <a:schemeClr val="accent6"/>
        </a:solidFill>
        <a:effectLst/>
      </p:bgPr>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CBD7C55F-79D3-4D3C-BF22-E2499EF30284}"/>
              </a:ext>
            </a:extLst>
          </p:cNvPr>
          <p:cNvGraphicFramePr>
            <a:graphicFrameLocks noChangeAspect="1"/>
          </p:cNvGraphicFramePr>
          <p:nvPr userDrawn="1">
            <p:custDataLst>
              <p:tags r:id="rId1"/>
            </p:custDataLst>
            <p:extLst>
              <p:ext uri="{D42A27DB-BD31-4B8C-83A1-F6EECF244321}">
                <p14:modId xmlns:p14="http://schemas.microsoft.com/office/powerpoint/2010/main" val="288726484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CBD7C55F-79D3-4D3C-BF22-E2499EF3028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n-lt"/>
                <a:ea typeface="+mn-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defRPr>
            </a:lvl1pPr>
          </a:lstStyle>
          <a:p>
            <a:fld id="{AA5FCFE5-FE56-4EF1-80A8-07776887C2A1}" type="slidenum">
              <a:rPr lang="ja-JP" altLang="en-US" smtClean="0"/>
              <a:pPr/>
              <a:t>‹#›</a:t>
            </a:fld>
            <a:endParaRPr lang="ja-JP" altLang="en-US"/>
          </a:p>
        </p:txBody>
      </p:sp>
      <p:sp>
        <p:nvSpPr>
          <p:cNvPr id="7" name="フッター プレースホルダ 6"/>
          <p:cNvSpPr>
            <a:spLocks noGrp="1"/>
          </p:cNvSpPr>
          <p:nvPr>
            <p:ph type="ftr" sz="quarter" idx="12"/>
          </p:nvPr>
        </p:nvSpPr>
        <p:spPr bwMode="gray"/>
        <p:txBody>
          <a:bodyPr/>
          <a:lstStyle>
            <a:lvl1pPr>
              <a:defRPr>
                <a:solidFill>
                  <a:schemeClr val="tx1"/>
                </a:solidFill>
                <a:latin typeface="+mn-lt"/>
                <a:ea typeface="+mn-ea"/>
                <a:cs typeface="+mn-cs"/>
              </a:defRPr>
            </a:lvl1pPr>
          </a:lstStyle>
          <a:p>
            <a:r>
              <a:rPr lang="en-GB" altLang="en-GB"/>
              <a:t>DT Template 16:9</a:t>
            </a:r>
          </a:p>
        </p:txBody>
      </p:sp>
    </p:spTree>
    <p:extLst>
      <p:ext uri="{BB962C8B-B14F-4D97-AF65-F5344CB8AC3E}">
        <p14:creationId xmlns:p14="http://schemas.microsoft.com/office/powerpoint/2010/main" val="1056419782"/>
      </p:ext>
    </p:extLst>
  </p:cSld>
  <p:clrMapOvr>
    <a:overrideClrMapping bg1="dk1" tx1="lt1" bg2="dk2" tx2="lt2" accent1="accent1" accent2="accent2" accent3="accent3" accent4="accent4" accent5="accent5" accent6="accent6" hlink="hlink" folHlink="folHlink"/>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基本版）タイトルのみ_16:9">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77D81023-2A1D-453A-B6C3-7E7FA34E4217}"/>
              </a:ext>
            </a:extLst>
          </p:cNvPr>
          <p:cNvGraphicFramePr>
            <a:graphicFrameLocks noChangeAspect="1"/>
          </p:cNvGraphicFramePr>
          <p:nvPr userDrawn="1">
            <p:custDataLst>
              <p:tags r:id="rId1"/>
            </p:custDataLst>
            <p:extLst>
              <p:ext uri="{D42A27DB-BD31-4B8C-83A1-F6EECF244321}">
                <p14:modId xmlns:p14="http://schemas.microsoft.com/office/powerpoint/2010/main" val="138518023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77D81023-2A1D-453A-B6C3-7E7FA34E42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defRPr>
            </a:lvl1pPr>
          </a:lstStyle>
          <a:p>
            <a:r>
              <a:rPr lang="en-GB" altLang="en-GB"/>
              <a:t>DT Template 16:9</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defRPr>
            </a:lvl1pPr>
          </a:lstStyle>
          <a:p>
            <a:fld id="{AA5FCFE5-FE56-4EF1-80A8-07776887C2A1}" type="slidenum">
              <a:rPr lang="ja-JP" altLang="en-US" smtClean="0"/>
              <a:pPr/>
              <a:t>‹#›</a:t>
            </a:fld>
            <a:endParaRPr lang="ja-JP" altLang="en-US"/>
          </a:p>
        </p:txBody>
      </p:sp>
      <p:sp>
        <p:nvSpPr>
          <p:cNvPr id="5" name="テキスト プレースホルダー 6">
            <a:extLst>
              <a:ext uri="{FF2B5EF4-FFF2-40B4-BE49-F238E27FC236}">
                <a16:creationId xmlns:a16="http://schemas.microsoft.com/office/drawing/2014/main" id="{497333F6-9AD1-6169-C739-EE0E8EEF79DD}"/>
              </a:ext>
            </a:extLst>
          </p:cNvPr>
          <p:cNvSpPr>
            <a:spLocks noGrp="1"/>
          </p:cNvSpPr>
          <p:nvPr>
            <p:ph type="body" sz="quarter" idx="17" hasCustomPrompt="1"/>
          </p:nvPr>
        </p:nvSpPr>
        <p:spPr>
          <a:xfrm>
            <a:off x="479425" y="5951022"/>
            <a:ext cx="11233150" cy="360000"/>
          </a:xfrm>
        </p:spPr>
        <p:txBody>
          <a:bodyPr anchor="b"/>
          <a:lstStyle>
            <a:lvl1pPr fontAlgn="auto">
              <a:lnSpc>
                <a:spcPct val="100000"/>
              </a:lnSpc>
              <a:spcBef>
                <a:spcPts val="0"/>
              </a:spcBef>
              <a:defRPr sz="1200">
                <a:latin typeface="+mn-lt"/>
                <a:ea typeface="+mn-ea"/>
                <a:cs typeface="+mn-cs"/>
              </a:defRPr>
            </a:lvl1pPr>
          </a:lstStyle>
          <a:p>
            <a:pPr lvl="0"/>
            <a:r>
              <a:rPr kumimoji="1" lang="ja-JP" altLang="en-US"/>
              <a:t>出所：</a:t>
            </a:r>
            <a:r>
              <a:rPr kumimoji="1" lang="en-US" altLang="ja-JP"/>
              <a:t>XXX</a:t>
            </a:r>
            <a:br>
              <a:rPr kumimoji="1" lang="en-US" altLang="ja-JP"/>
            </a:br>
            <a:r>
              <a:rPr kumimoji="1" lang="ja-JP" altLang="en-US"/>
              <a:t>脚注：</a:t>
            </a:r>
            <a:r>
              <a:rPr kumimoji="1" lang="en-US" altLang="ja-JP"/>
              <a:t>XXX</a:t>
            </a:r>
            <a:endParaRPr kumimoji="1" lang="ja-JP" altLang="en-US"/>
          </a:p>
        </p:txBody>
      </p:sp>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fontAlgn="auto">
              <a:lnSpc>
                <a:spcPct val="100000"/>
              </a:lnSpc>
              <a:spcBef>
                <a:spcPts val="0"/>
              </a:spcBef>
              <a:defRPr sz="1800" b="1" baseline="0">
                <a:solidFill>
                  <a:schemeClr val="accent3"/>
                </a:solidFill>
                <a:latin typeface="+mn-lt"/>
                <a:ea typeface="+mn-ea"/>
                <a:cs typeface="+mn-cs"/>
              </a:defRPr>
            </a:lvl1pPr>
          </a:lstStyle>
          <a:p>
            <a:pPr lvl="0"/>
            <a:r>
              <a:rPr kumimoji="1" lang="ja-JP" altLang="en-US"/>
              <a:t>スライドタイトル</a:t>
            </a:r>
          </a:p>
        </p:txBody>
      </p:sp>
      <p:sp>
        <p:nvSpPr>
          <p:cNvPr id="6" name="タイトル 5"/>
          <p:cNvSpPr>
            <a:spLocks noGrp="1"/>
          </p:cNvSpPr>
          <p:nvPr>
            <p:ph type="title" hasCustomPrompt="1"/>
          </p:nvPr>
        </p:nvSpPr>
        <p:spPr bwMode="gray">
          <a:xfrm>
            <a:off x="480000" y="108000"/>
            <a:ext cx="11232000" cy="738000"/>
          </a:xfrm>
        </p:spPr>
        <p:txBody>
          <a:bodyPr vert="horz"/>
          <a:lstStyle>
            <a:lvl1pPr>
              <a:defRPr baseline="0">
                <a:latin typeface="+mj-lt"/>
                <a:ea typeface="+mj-ea"/>
                <a:cs typeface="+mj-cs"/>
              </a:defRPr>
            </a:lvl1pPr>
          </a:lstStyle>
          <a:p>
            <a:r>
              <a:rPr lang="ja-JP" altLang="en-US"/>
              <a:t>キーメッセージを入力（本スライドで一番伝えたいこと＜名詞止め・体言止め不可＞）</a:t>
            </a:r>
            <a:endParaRPr kumimoji="1" lang="ja-JP" altLang="en-US"/>
          </a:p>
        </p:txBody>
      </p:sp>
    </p:spTree>
    <p:extLst>
      <p:ext uri="{BB962C8B-B14F-4D97-AF65-F5344CB8AC3E}">
        <p14:creationId xmlns:p14="http://schemas.microsoft.com/office/powerpoint/2010/main" val="538569957"/>
      </p:ext>
    </p:extLst>
  </p:cSld>
  <p:clrMapOvr>
    <a:masterClrMapping/>
  </p:clrMapOvr>
  <p:hf hdr="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基本版）タイトルのみ_出所・脚注なし_16:9">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77D81023-2A1D-453A-B6C3-7E7FA34E4217}"/>
              </a:ext>
            </a:extLst>
          </p:cNvPr>
          <p:cNvGraphicFramePr>
            <a:graphicFrameLocks noChangeAspect="1"/>
          </p:cNvGraphicFramePr>
          <p:nvPr userDrawn="1">
            <p:custDataLst>
              <p:tags r:id="rId1"/>
            </p:custDataLst>
            <p:extLst>
              <p:ext uri="{D42A27DB-BD31-4B8C-83A1-F6EECF244321}">
                <p14:modId xmlns:p14="http://schemas.microsoft.com/office/powerpoint/2010/main" val="181626894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77D81023-2A1D-453A-B6C3-7E7FA34E42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defRPr>
            </a:lvl1pPr>
          </a:lstStyle>
          <a:p>
            <a:r>
              <a:rPr lang="en-GB" altLang="en-GB"/>
              <a:t>DT Template 16:9</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defRPr>
            </a:lvl1pPr>
          </a:lstStyle>
          <a:p>
            <a:fld id="{AA5FCFE5-FE56-4EF1-80A8-07776887C2A1}" type="slidenum">
              <a:rPr lang="ja-JP" altLang="en-US" smtClean="0"/>
              <a:pPr/>
              <a:t>‹#›</a:t>
            </a:fld>
            <a:endParaRPr lang="ja-JP" altLang="en-US"/>
          </a:p>
        </p:txBody>
      </p:sp>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fontAlgn="auto">
              <a:lnSpc>
                <a:spcPct val="100000"/>
              </a:lnSpc>
              <a:spcBef>
                <a:spcPts val="0"/>
              </a:spcBef>
              <a:defRPr sz="1800" b="1" baseline="0">
                <a:solidFill>
                  <a:schemeClr val="accent3"/>
                </a:solidFill>
                <a:latin typeface="+mn-lt"/>
                <a:ea typeface="+mn-ea"/>
                <a:cs typeface="+mn-cs"/>
              </a:defRPr>
            </a:lvl1pPr>
          </a:lstStyle>
          <a:p>
            <a:pPr lvl="0"/>
            <a:r>
              <a:rPr kumimoji="1" lang="ja-JP" altLang="en-US"/>
              <a:t>スライドタイトル</a:t>
            </a:r>
          </a:p>
        </p:txBody>
      </p:sp>
      <p:sp>
        <p:nvSpPr>
          <p:cNvPr id="6" name="タイトル 5"/>
          <p:cNvSpPr>
            <a:spLocks noGrp="1"/>
          </p:cNvSpPr>
          <p:nvPr>
            <p:ph type="title" hasCustomPrompt="1"/>
          </p:nvPr>
        </p:nvSpPr>
        <p:spPr bwMode="gray">
          <a:xfrm>
            <a:off x="480000" y="108000"/>
            <a:ext cx="11232000" cy="738000"/>
          </a:xfrm>
        </p:spPr>
        <p:txBody>
          <a:bodyPr vert="horz"/>
          <a:lstStyle>
            <a:lvl1pPr>
              <a:defRPr baseline="0">
                <a:latin typeface="+mj-lt"/>
                <a:ea typeface="+mj-ea"/>
                <a:cs typeface="+mj-cs"/>
              </a:defRPr>
            </a:lvl1pPr>
          </a:lstStyle>
          <a:p>
            <a:r>
              <a:rPr lang="ja-JP" altLang="en-US"/>
              <a:t>キーメッセージを入力（本スライドで一番伝えたいこと＜名詞止め・体言止め不可＞）</a:t>
            </a:r>
            <a:endParaRPr kumimoji="1" lang="ja-JP" altLang="en-US"/>
          </a:p>
        </p:txBody>
      </p:sp>
    </p:spTree>
    <p:extLst>
      <p:ext uri="{BB962C8B-B14F-4D97-AF65-F5344CB8AC3E}">
        <p14:creationId xmlns:p14="http://schemas.microsoft.com/office/powerpoint/2010/main" val="2796047188"/>
      </p:ext>
    </p:extLst>
  </p:cSld>
  <p:clrMapOvr>
    <a:masterClrMapping/>
  </p:clrMapOvr>
  <p:hf hdr="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基本版）コンテンツ両サイド_レベル_16:9">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77D81023-2A1D-453A-B6C3-7E7FA34E4217}"/>
              </a:ext>
            </a:extLst>
          </p:cNvPr>
          <p:cNvGraphicFramePr>
            <a:graphicFrameLocks noChangeAspect="1"/>
          </p:cNvGraphicFramePr>
          <p:nvPr userDrawn="1">
            <p:custDataLst>
              <p:tags r:id="rId1"/>
            </p:custDataLst>
            <p:extLst>
              <p:ext uri="{D42A27DB-BD31-4B8C-83A1-F6EECF244321}">
                <p14:modId xmlns:p14="http://schemas.microsoft.com/office/powerpoint/2010/main" val="235208631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77D81023-2A1D-453A-B6C3-7E7FA34E42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9"/>
          <p:cNvSpPr>
            <a:spLocks noGrp="1"/>
          </p:cNvSpPr>
          <p:nvPr>
            <p:ph type="sldNum" sz="quarter" idx="11"/>
          </p:nvPr>
        </p:nvSpPr>
        <p:spPr bwMode="gray"/>
        <p:txBody>
          <a:bodyPr/>
          <a:lstStyle>
            <a:lvl1pPr>
              <a:defRPr>
                <a:solidFill>
                  <a:schemeClr val="tx1"/>
                </a:solidFill>
                <a:latin typeface="+mn-lt"/>
                <a:ea typeface="+mn-ea"/>
                <a:cs typeface="+mn-cs"/>
              </a:defRPr>
            </a:lvl1pPr>
          </a:lstStyle>
          <a:p>
            <a:fld id="{AA5FCFE5-FE56-4EF1-80A8-07776887C2A1}" type="slidenum">
              <a:rPr lang="ja-JP" altLang="en-US" smtClean="0"/>
              <a:pPr/>
              <a:t>‹#›</a:t>
            </a:fld>
            <a:endParaRPr lang="ja-JP" altLang="en-US"/>
          </a:p>
        </p:txBody>
      </p:sp>
      <p:sp>
        <p:nvSpPr>
          <p:cNvPr id="13" name="コンテンツ プレースホルダー 2">
            <a:extLst>
              <a:ext uri="{FF2B5EF4-FFF2-40B4-BE49-F238E27FC236}">
                <a16:creationId xmlns:a16="http://schemas.microsoft.com/office/drawing/2014/main" id="{6A85E96B-E1AC-4DF5-5614-680F3EA213FD}"/>
              </a:ext>
            </a:extLst>
          </p:cNvPr>
          <p:cNvSpPr>
            <a:spLocks noGrp="1"/>
          </p:cNvSpPr>
          <p:nvPr>
            <p:ph sz="quarter" idx="27"/>
          </p:nvPr>
        </p:nvSpPr>
        <p:spPr>
          <a:xfrm>
            <a:off x="479425" y="1484314"/>
            <a:ext cx="5436001" cy="4823999"/>
          </a:xfrm>
        </p:spPr>
        <p:txBody>
          <a:bodyPr/>
          <a:lstStyle>
            <a:lvl1pPr fontAlgn="auto">
              <a:lnSpc>
                <a:spcPct val="100000"/>
              </a:lnSpc>
              <a:defRPr>
                <a:latin typeface="+mn-lt"/>
                <a:ea typeface="+mn-ea"/>
                <a:cs typeface="+mn-cs"/>
              </a:defRPr>
            </a:lvl1pPr>
            <a:lvl2pPr fontAlgn="auto">
              <a:lnSpc>
                <a:spcPct val="100000"/>
              </a:lnSpc>
              <a:defRPr>
                <a:latin typeface="+mn-lt"/>
                <a:ea typeface="+mn-ea"/>
                <a:cs typeface="+mn-cs"/>
              </a:defRPr>
            </a:lvl2pPr>
            <a:lvl3pPr fontAlgn="auto">
              <a:lnSpc>
                <a:spcPct val="100000"/>
              </a:lnSpc>
              <a:defRPr>
                <a:latin typeface="+mn-lt"/>
                <a:ea typeface="+mn-ea"/>
                <a:cs typeface="+mn-cs"/>
              </a:defRPr>
            </a:lvl3pPr>
            <a:lvl4pPr fontAlgn="auto">
              <a:lnSpc>
                <a:spcPct val="100000"/>
              </a:lnSpc>
              <a:defRPr>
                <a:latin typeface="+mn-lt"/>
                <a:ea typeface="+mn-ea"/>
                <a:cs typeface="+mn-cs"/>
              </a:defRPr>
            </a:lvl4pPr>
            <a:lvl5pPr fontAlgn="auto">
              <a:lnSpc>
                <a:spcPct val="100000"/>
              </a:lnSpc>
              <a:defRPr>
                <a:latin typeface="+mn-lt"/>
                <a:ea typeface="+mn-ea"/>
                <a:cs typeface="+mn-cs"/>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14" name="コンテンツ プレースホルダー 2">
            <a:extLst>
              <a:ext uri="{FF2B5EF4-FFF2-40B4-BE49-F238E27FC236}">
                <a16:creationId xmlns:a16="http://schemas.microsoft.com/office/drawing/2014/main" id="{07EF26B2-575F-9ED1-90F8-6FBC9CF4FC3F}"/>
              </a:ext>
            </a:extLst>
          </p:cNvPr>
          <p:cNvSpPr>
            <a:spLocks noGrp="1"/>
          </p:cNvSpPr>
          <p:nvPr>
            <p:ph sz="quarter" idx="28"/>
          </p:nvPr>
        </p:nvSpPr>
        <p:spPr>
          <a:xfrm>
            <a:off x="6276575" y="1484314"/>
            <a:ext cx="5436001" cy="4823999"/>
          </a:xfrm>
        </p:spPr>
        <p:txBody>
          <a:bodyPr/>
          <a:lstStyle>
            <a:lvl1pPr>
              <a:lnSpc>
                <a:spcPct val="100000"/>
              </a:lnSpc>
              <a:defRPr>
                <a:latin typeface="+mn-lt"/>
                <a:ea typeface="+mn-ea"/>
                <a:cs typeface="+mn-cs"/>
              </a:defRPr>
            </a:lvl1pPr>
            <a:lvl2pPr fontAlgn="auto">
              <a:lnSpc>
                <a:spcPct val="100000"/>
              </a:lnSpc>
              <a:defRPr>
                <a:latin typeface="+mn-lt"/>
                <a:ea typeface="+mn-ea"/>
                <a:cs typeface="+mn-cs"/>
              </a:defRPr>
            </a:lvl2pPr>
            <a:lvl3pPr fontAlgn="auto">
              <a:lnSpc>
                <a:spcPct val="100000"/>
              </a:lnSpc>
              <a:defRPr>
                <a:latin typeface="+mn-lt"/>
                <a:ea typeface="+mn-ea"/>
                <a:cs typeface="+mn-cs"/>
              </a:defRPr>
            </a:lvl3pPr>
            <a:lvl4pPr fontAlgn="auto">
              <a:lnSpc>
                <a:spcPct val="100000"/>
              </a:lnSpc>
              <a:defRPr>
                <a:latin typeface="+mn-lt"/>
                <a:ea typeface="+mn-ea"/>
                <a:cs typeface="+mn-cs"/>
              </a:defRPr>
            </a:lvl4pPr>
            <a:lvl5pPr fontAlgn="auto">
              <a:lnSpc>
                <a:spcPct val="100000"/>
              </a:lnSpc>
              <a:defRPr>
                <a:latin typeface="+mn-lt"/>
                <a:ea typeface="+mn-ea"/>
                <a:cs typeface="+mn-cs"/>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3" name="フッター プレースホルダ 10"/>
          <p:cNvSpPr>
            <a:spLocks noGrp="1"/>
          </p:cNvSpPr>
          <p:nvPr>
            <p:ph type="ftr" sz="quarter" idx="10"/>
          </p:nvPr>
        </p:nvSpPr>
        <p:spPr bwMode="gray"/>
        <p:txBody>
          <a:bodyPr/>
          <a:lstStyle>
            <a:lvl1pPr>
              <a:defRPr>
                <a:solidFill>
                  <a:schemeClr val="tx1"/>
                </a:solidFill>
                <a:latin typeface="+mn-lt"/>
                <a:ea typeface="+mn-ea"/>
                <a:cs typeface="+mn-cs"/>
              </a:defRPr>
            </a:lvl1pPr>
          </a:lstStyle>
          <a:p>
            <a:r>
              <a:rPr lang="en-GB" altLang="en-GB"/>
              <a:t>DT Template 16:9</a:t>
            </a:r>
          </a:p>
        </p:txBody>
      </p:sp>
      <p:sp>
        <p:nvSpPr>
          <p:cNvPr id="9" name="テキスト プレースホルダー 2">
            <a:extLst>
              <a:ext uri="{FF2B5EF4-FFF2-40B4-BE49-F238E27FC236}">
                <a16:creationId xmlns:a16="http://schemas.microsoft.com/office/drawing/2014/main" id="{46B5496C-DFB7-93F6-1A89-9771DD29BD1D}"/>
              </a:ext>
            </a:extLst>
          </p:cNvPr>
          <p:cNvSpPr>
            <a:spLocks noGrp="1"/>
          </p:cNvSpPr>
          <p:nvPr>
            <p:ph type="body" sz="quarter" idx="19" hasCustomPrompt="1"/>
          </p:nvPr>
        </p:nvSpPr>
        <p:spPr>
          <a:xfrm>
            <a:off x="479425" y="1008000"/>
            <a:ext cx="5437188" cy="468000"/>
          </a:xfrm>
        </p:spPr>
        <p:txBody>
          <a:bodyPr anchor="ctr"/>
          <a:lstStyle>
            <a:lvl1pPr fontAlgn="auto">
              <a:lnSpc>
                <a:spcPct val="100000"/>
              </a:lnSpc>
              <a:spcBef>
                <a:spcPts val="0"/>
              </a:spcBef>
              <a:defRPr sz="1800" b="1" baseline="0">
                <a:solidFill>
                  <a:schemeClr val="accent3"/>
                </a:solidFill>
                <a:latin typeface="+mn-lt"/>
                <a:ea typeface="+mn-ea"/>
                <a:cs typeface="+mn-cs"/>
              </a:defRPr>
            </a:lvl1pPr>
          </a:lstStyle>
          <a:p>
            <a:pPr lvl="0"/>
            <a:r>
              <a:rPr kumimoji="1" lang="ja-JP" altLang="en-US"/>
              <a:t>スライドタイトル</a:t>
            </a:r>
          </a:p>
        </p:txBody>
      </p:sp>
      <p:sp>
        <p:nvSpPr>
          <p:cNvPr id="20" name="テキスト プレースホルダー 6">
            <a:extLst>
              <a:ext uri="{FF2B5EF4-FFF2-40B4-BE49-F238E27FC236}">
                <a16:creationId xmlns:a16="http://schemas.microsoft.com/office/drawing/2014/main" id="{15EC7259-B2A3-5EC1-CEAF-805353B90F9B}"/>
              </a:ext>
            </a:extLst>
          </p:cNvPr>
          <p:cNvSpPr>
            <a:spLocks noGrp="1"/>
          </p:cNvSpPr>
          <p:nvPr>
            <p:ph type="body" sz="quarter" idx="23" hasCustomPrompt="1"/>
          </p:nvPr>
        </p:nvSpPr>
        <p:spPr>
          <a:xfrm>
            <a:off x="6275388" y="1008000"/>
            <a:ext cx="5437188" cy="468000"/>
          </a:xfrm>
        </p:spPr>
        <p:txBody>
          <a:bodyPr vert="horz" lIns="0" tIns="0" rIns="0" bIns="0" rtlCol="0" anchor="ctr">
            <a:noAutofit/>
          </a:bodyPr>
          <a:lstStyle>
            <a:lvl1pPr fontAlgn="auto">
              <a:lnSpc>
                <a:spcPct val="100000"/>
              </a:lnSpc>
              <a:spcBef>
                <a:spcPts val="0"/>
              </a:spcBef>
              <a:defRPr lang="ja-JP" altLang="en-US" sz="1800" b="1" baseline="0" dirty="0">
                <a:solidFill>
                  <a:schemeClr val="accent3"/>
                </a:solidFill>
                <a:latin typeface="+mn-lt"/>
                <a:ea typeface="+mn-ea"/>
                <a:cs typeface="+mn-cs"/>
              </a:defRPr>
            </a:lvl1pPr>
          </a:lstStyle>
          <a:p>
            <a:pPr lvl="0"/>
            <a:r>
              <a:rPr kumimoji="1" lang="ja-JP" altLang="en-US"/>
              <a:t>スライドタイトル</a:t>
            </a:r>
          </a:p>
        </p:txBody>
      </p:sp>
      <p:sp>
        <p:nvSpPr>
          <p:cNvPr id="6" name="タイトル 5"/>
          <p:cNvSpPr>
            <a:spLocks noGrp="1"/>
          </p:cNvSpPr>
          <p:nvPr>
            <p:ph type="title" hasCustomPrompt="1"/>
          </p:nvPr>
        </p:nvSpPr>
        <p:spPr bwMode="gray">
          <a:xfrm>
            <a:off x="480000" y="108000"/>
            <a:ext cx="11232000" cy="738000"/>
          </a:xfrm>
        </p:spPr>
        <p:txBody>
          <a:bodyPr vert="horz"/>
          <a:lstStyle>
            <a:lvl1pPr>
              <a:defRPr baseline="0">
                <a:latin typeface="+mj-lt"/>
                <a:ea typeface="+mj-ea"/>
                <a:cs typeface="+mj-cs"/>
              </a:defRPr>
            </a:lvl1pPr>
          </a:lstStyle>
          <a:p>
            <a:r>
              <a:rPr lang="ja-JP" altLang="en-US"/>
              <a:t>キーメッセージを入力（本スライドで一番伝えたいこと＜名詞止め・体言止め不可＞）</a:t>
            </a:r>
            <a:endParaRPr kumimoji="1" lang="ja-JP" altLang="en-US"/>
          </a:p>
        </p:txBody>
      </p:sp>
      <p:sp>
        <p:nvSpPr>
          <p:cNvPr id="5" name="テキスト プレースホルダー 2">
            <a:extLst>
              <a:ext uri="{FF2B5EF4-FFF2-40B4-BE49-F238E27FC236}">
                <a16:creationId xmlns:a16="http://schemas.microsoft.com/office/drawing/2014/main" id="{BBEF2C36-9683-41F6-673C-68495BDF3110}"/>
              </a:ext>
            </a:extLst>
          </p:cNvPr>
          <p:cNvSpPr>
            <a:spLocks noGrp="1"/>
          </p:cNvSpPr>
          <p:nvPr>
            <p:ph type="body" sz="quarter" idx="24" hasCustomPrompt="1"/>
          </p:nvPr>
        </p:nvSpPr>
        <p:spPr>
          <a:xfrm>
            <a:off x="479425" y="5951022"/>
            <a:ext cx="11232000" cy="360000"/>
          </a:xfrm>
        </p:spPr>
        <p:txBody>
          <a:bodyPr vert="horz" lIns="0" tIns="0" rIns="0" bIns="0" rtlCol="0" anchor="b">
            <a:noAutofit/>
          </a:bodyPr>
          <a:lstStyle>
            <a:lvl1pPr>
              <a:lnSpc>
                <a:spcPct val="100000"/>
              </a:lnSpc>
              <a:spcBef>
                <a:spcPts val="0"/>
              </a:spcBef>
              <a:defRPr lang="ja-JP" altLang="en-US" sz="1200" b="0" dirty="0">
                <a:solidFill>
                  <a:schemeClr val="tx1"/>
                </a:solidFill>
                <a:latin typeface="+mn-lt"/>
                <a:ea typeface="+mn-ea"/>
                <a:cs typeface="+mn-cs"/>
              </a:defRPr>
            </a:lvl1pPr>
          </a:lstStyle>
          <a:p>
            <a:pPr lvl="0"/>
            <a:r>
              <a:rPr kumimoji="1" lang="ja-JP" altLang="en-US"/>
              <a:t>出所：</a:t>
            </a:r>
            <a:r>
              <a:rPr kumimoji="1" lang="en-US" altLang="ja-JP"/>
              <a:t>XXX</a:t>
            </a:r>
            <a:br>
              <a:rPr kumimoji="1" lang="en-US" altLang="ja-JP"/>
            </a:br>
            <a:r>
              <a:rPr kumimoji="1" lang="ja-JP" altLang="en-US"/>
              <a:t>脚注：</a:t>
            </a:r>
            <a:r>
              <a:rPr kumimoji="1" lang="en-US" altLang="ja-JP"/>
              <a:t>XXX</a:t>
            </a:r>
            <a:endParaRPr kumimoji="1" lang="ja-JP" altLang="en-US"/>
          </a:p>
        </p:txBody>
      </p:sp>
    </p:spTree>
    <p:extLst>
      <p:ext uri="{BB962C8B-B14F-4D97-AF65-F5344CB8AC3E}">
        <p14:creationId xmlns:p14="http://schemas.microsoft.com/office/powerpoint/2010/main" val="990928838"/>
      </p:ext>
    </p:extLst>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基本版）コンテンツ全面_レベル_16:9">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77D81023-2A1D-453A-B6C3-7E7FA34E4217}"/>
              </a:ext>
            </a:extLst>
          </p:cNvPr>
          <p:cNvGraphicFramePr>
            <a:graphicFrameLocks noChangeAspect="1"/>
          </p:cNvGraphicFramePr>
          <p:nvPr userDrawn="1">
            <p:custDataLst>
              <p:tags r:id="rId1"/>
            </p:custDataLst>
            <p:extLst>
              <p:ext uri="{D42A27DB-BD31-4B8C-83A1-F6EECF244321}">
                <p14:modId xmlns:p14="http://schemas.microsoft.com/office/powerpoint/2010/main" val="26341836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77D81023-2A1D-453A-B6C3-7E7FA34E42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5" name="コンテンツ プレースホルダ 2">
            <a:extLst>
              <a:ext uri="{FF2B5EF4-FFF2-40B4-BE49-F238E27FC236}">
                <a16:creationId xmlns:a16="http://schemas.microsoft.com/office/drawing/2014/main" id="{5B75B1AC-23A7-0EC1-A099-E19E2BA92CC3}"/>
              </a:ext>
            </a:extLst>
          </p:cNvPr>
          <p:cNvSpPr>
            <a:spLocks noGrp="1"/>
          </p:cNvSpPr>
          <p:nvPr>
            <p:ph idx="1"/>
          </p:nvPr>
        </p:nvSpPr>
        <p:spPr bwMode="gray">
          <a:xfrm>
            <a:off x="480000" y="1483200"/>
            <a:ext cx="11232000" cy="4824000"/>
          </a:xfrm>
          <a:prstGeom prst="rect">
            <a:avLst/>
          </a:prstGeom>
        </p:spPr>
        <p:txBody>
          <a:bodyPr/>
          <a:lstStyle>
            <a:lvl1pPr>
              <a:lnSpc>
                <a:spcPct val="100000"/>
              </a:lnSpc>
              <a:spcBef>
                <a:spcPts val="600"/>
              </a:spcBef>
              <a:buNone/>
              <a:defRPr sz="1600" baseline="0">
                <a:latin typeface="+mn-lt"/>
                <a:ea typeface="+mn-ea"/>
                <a:cs typeface="+mn-cs"/>
              </a:defRPr>
            </a:lvl1pPr>
            <a:lvl2pPr marL="252000" indent="-252000">
              <a:lnSpc>
                <a:spcPct val="100000"/>
              </a:lnSpc>
              <a:spcBef>
                <a:spcPts val="600"/>
              </a:spcBef>
              <a:buFont typeface="Wingdings" pitchFamily="2" charset="2"/>
              <a:buChar char="n"/>
              <a:defRPr sz="1600" baseline="0">
                <a:latin typeface="+mn-lt"/>
                <a:ea typeface="+mn-ea"/>
                <a:cs typeface="+mn-cs"/>
              </a:defRPr>
            </a:lvl2pPr>
            <a:lvl3pPr marL="504000" indent="-252000">
              <a:lnSpc>
                <a:spcPct val="100000"/>
              </a:lnSpc>
              <a:spcBef>
                <a:spcPts val="600"/>
              </a:spcBef>
              <a:buFont typeface="Wingdings" pitchFamily="2" charset="2"/>
              <a:buChar char="Ø"/>
              <a:defRPr sz="1600" baseline="0">
                <a:latin typeface="+mn-lt"/>
                <a:ea typeface="+mn-ea"/>
                <a:cs typeface="+mn-cs"/>
              </a:defRPr>
            </a:lvl3pPr>
            <a:lvl4pPr marL="684000" marR="0" indent="-180000" algn="l" defTabSz="989013" rtl="0" eaLnBrk="1" fontAlgn="auto" latinLnBrk="0" hangingPunct="1">
              <a:lnSpc>
                <a:spcPct val="100000"/>
              </a:lnSpc>
              <a:spcBef>
                <a:spcPts val="600"/>
              </a:spcBef>
              <a:spcAft>
                <a:spcPts val="0"/>
              </a:spcAft>
              <a:buClrTx/>
              <a:buSzTx/>
              <a:buFont typeface="Arial" pitchFamily="34" charset="0"/>
              <a:buChar char="•"/>
              <a:tabLst/>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defRPr>
            </a:lvl1pPr>
          </a:lstStyle>
          <a:p>
            <a:r>
              <a:rPr lang="en-GB" altLang="en-GB"/>
              <a:t>DT Template 16:9</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defRPr>
            </a:lvl1pPr>
          </a:lstStyle>
          <a:p>
            <a:fld id="{AA5FCFE5-FE56-4EF1-80A8-07776887C2A1}" type="slidenum">
              <a:rPr lang="ja-JP" altLang="en-US" smtClean="0"/>
              <a:pPr/>
              <a:t>‹#›</a:t>
            </a:fld>
            <a:endParaRPr lang="ja-JP" altLang="en-US"/>
          </a:p>
        </p:txBody>
      </p:sp>
      <p:sp>
        <p:nvSpPr>
          <p:cNvPr id="9" name="テキスト プレースホルダー 2"/>
          <p:cNvSpPr>
            <a:spLocks noGrp="1"/>
          </p:cNvSpPr>
          <p:nvPr>
            <p:ph type="body" sz="quarter" idx="15" hasCustomPrompt="1"/>
          </p:nvPr>
        </p:nvSpPr>
        <p:spPr bwMode="gray">
          <a:xfrm>
            <a:off x="478799" y="1008000"/>
            <a:ext cx="11232000" cy="468000"/>
          </a:xfrm>
          <a:prstGeom prst="rect">
            <a:avLst/>
          </a:prstGeom>
        </p:spPr>
        <p:txBody>
          <a:bodyPr wrap="none" tIns="0" anchor="ctr">
            <a:noAutofit/>
          </a:bodyPr>
          <a:lstStyle>
            <a:lvl1pPr fontAlgn="auto">
              <a:lnSpc>
                <a:spcPct val="100000"/>
              </a:lnSpc>
              <a:spcBef>
                <a:spcPts val="0"/>
              </a:spcBef>
              <a:defRPr sz="1800" b="1" baseline="0">
                <a:solidFill>
                  <a:schemeClr val="accent3"/>
                </a:solidFill>
                <a:latin typeface="+mn-lt"/>
                <a:ea typeface="+mn-ea"/>
                <a:cs typeface="+mn-cs"/>
              </a:defRPr>
            </a:lvl1pPr>
          </a:lstStyle>
          <a:p>
            <a:pPr lvl="0"/>
            <a:r>
              <a:rPr kumimoji="1" lang="ja-JP" altLang="en-US"/>
              <a:t>スライドタイトル</a:t>
            </a:r>
          </a:p>
        </p:txBody>
      </p:sp>
      <p:sp>
        <p:nvSpPr>
          <p:cNvPr id="6" name="タイトル 5"/>
          <p:cNvSpPr>
            <a:spLocks noGrp="1"/>
          </p:cNvSpPr>
          <p:nvPr>
            <p:ph type="title" hasCustomPrompt="1"/>
          </p:nvPr>
        </p:nvSpPr>
        <p:spPr bwMode="gray">
          <a:xfrm>
            <a:off x="480000" y="108000"/>
            <a:ext cx="11232000" cy="738000"/>
          </a:xfrm>
        </p:spPr>
        <p:txBody>
          <a:bodyPr vert="horz"/>
          <a:lstStyle>
            <a:lvl1pPr>
              <a:defRPr baseline="0">
                <a:latin typeface="+mj-lt"/>
                <a:ea typeface="+mj-ea"/>
                <a:cs typeface="+mj-cs"/>
              </a:defRPr>
            </a:lvl1pPr>
          </a:lstStyle>
          <a:p>
            <a:r>
              <a:rPr lang="ja-JP" altLang="en-US"/>
              <a:t>キーメッセージを入力（本スライドで一番伝えたいこと＜名詞止め・体言止め不可＞）</a:t>
            </a:r>
            <a:endParaRPr kumimoji="1" lang="ja-JP" altLang="en-US"/>
          </a:p>
        </p:txBody>
      </p:sp>
      <p:sp>
        <p:nvSpPr>
          <p:cNvPr id="8" name="テキスト プレースホルダー 6">
            <a:extLst>
              <a:ext uri="{FF2B5EF4-FFF2-40B4-BE49-F238E27FC236}">
                <a16:creationId xmlns:a16="http://schemas.microsoft.com/office/drawing/2014/main" id="{E4AF888F-393A-D115-D1C7-E8C19773D9A1}"/>
              </a:ext>
            </a:extLst>
          </p:cNvPr>
          <p:cNvSpPr>
            <a:spLocks noGrp="1"/>
          </p:cNvSpPr>
          <p:nvPr>
            <p:ph type="body" sz="quarter" idx="17" hasCustomPrompt="1"/>
          </p:nvPr>
        </p:nvSpPr>
        <p:spPr>
          <a:xfrm>
            <a:off x="479425" y="5951022"/>
            <a:ext cx="11233150" cy="360000"/>
          </a:xfrm>
        </p:spPr>
        <p:txBody>
          <a:bodyPr anchor="b"/>
          <a:lstStyle>
            <a:lvl1pPr fontAlgn="auto">
              <a:lnSpc>
                <a:spcPct val="100000"/>
              </a:lnSpc>
              <a:spcBef>
                <a:spcPts val="0"/>
              </a:spcBef>
              <a:defRPr sz="1200">
                <a:latin typeface="+mn-lt"/>
                <a:ea typeface="+mn-ea"/>
                <a:cs typeface="+mn-cs"/>
              </a:defRPr>
            </a:lvl1pPr>
          </a:lstStyle>
          <a:p>
            <a:pPr lvl="0"/>
            <a:r>
              <a:rPr kumimoji="1" lang="ja-JP" altLang="en-US"/>
              <a:t>出所：</a:t>
            </a:r>
            <a:r>
              <a:rPr kumimoji="1" lang="en-US" altLang="ja-JP"/>
              <a:t>XXX</a:t>
            </a:r>
            <a:br>
              <a:rPr kumimoji="1" lang="en-US" altLang="ja-JP"/>
            </a:br>
            <a:r>
              <a:rPr kumimoji="1" lang="ja-JP" altLang="en-US"/>
              <a:t>脚注：</a:t>
            </a:r>
            <a:r>
              <a:rPr kumimoji="1" lang="en-US" altLang="ja-JP"/>
              <a:t>XXX</a:t>
            </a:r>
            <a:endParaRPr kumimoji="1" lang="ja-JP" altLang="en-US"/>
          </a:p>
        </p:txBody>
      </p:sp>
    </p:spTree>
    <p:extLst>
      <p:ext uri="{BB962C8B-B14F-4D97-AF65-F5344CB8AC3E}">
        <p14:creationId xmlns:p14="http://schemas.microsoft.com/office/powerpoint/2010/main" val="1102250517"/>
      </p:ext>
    </p:extLst>
  </p:cSld>
  <p:clrMapOvr>
    <a:masterClrMapping/>
  </p:clrMapOvr>
  <p:hf hdr="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基本版）黒_タイトルのみ_16:9">
    <p:bg>
      <p:bgRef idx="1001">
        <a:schemeClr val="bg1"/>
      </p:bgRef>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77D81023-2A1D-453A-B6C3-7E7FA34E4217}"/>
              </a:ext>
            </a:extLst>
          </p:cNvPr>
          <p:cNvGraphicFramePr>
            <a:graphicFrameLocks noChangeAspect="1"/>
          </p:cNvGraphicFramePr>
          <p:nvPr userDrawn="1">
            <p:custDataLst>
              <p:tags r:id="rId1"/>
            </p:custDataLst>
            <p:extLst>
              <p:ext uri="{D42A27DB-BD31-4B8C-83A1-F6EECF244321}">
                <p14:modId xmlns:p14="http://schemas.microsoft.com/office/powerpoint/2010/main" val="117177722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77D81023-2A1D-453A-B6C3-7E7FA34E42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defRPr>
            </a:lvl1pPr>
          </a:lstStyle>
          <a:p>
            <a:r>
              <a:rPr lang="en-GB" altLang="en-GB"/>
              <a:t>DT Template 16:9</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defRPr>
            </a:lvl1pPr>
          </a:lstStyle>
          <a:p>
            <a:fld id="{AA5FCFE5-FE56-4EF1-80A8-07776887C2A1}" type="slidenum">
              <a:rPr lang="ja-JP" altLang="en-US" smtClean="0"/>
              <a:pPr/>
              <a:t>‹#›</a:t>
            </a:fld>
            <a:endParaRPr lang="ja-JP" altLang="en-US"/>
          </a:p>
        </p:txBody>
      </p:sp>
      <p:sp>
        <p:nvSpPr>
          <p:cNvPr id="5" name="テキスト プレースホルダー 6">
            <a:extLst>
              <a:ext uri="{FF2B5EF4-FFF2-40B4-BE49-F238E27FC236}">
                <a16:creationId xmlns:a16="http://schemas.microsoft.com/office/drawing/2014/main" id="{497333F6-9AD1-6169-C739-EE0E8EEF79DD}"/>
              </a:ext>
            </a:extLst>
          </p:cNvPr>
          <p:cNvSpPr>
            <a:spLocks noGrp="1"/>
          </p:cNvSpPr>
          <p:nvPr>
            <p:ph type="body" sz="quarter" idx="17" hasCustomPrompt="1"/>
          </p:nvPr>
        </p:nvSpPr>
        <p:spPr>
          <a:xfrm>
            <a:off x="479425" y="5951022"/>
            <a:ext cx="11233150" cy="360000"/>
          </a:xfrm>
        </p:spPr>
        <p:txBody>
          <a:bodyPr anchor="b"/>
          <a:lstStyle>
            <a:lvl1pPr fontAlgn="auto">
              <a:lnSpc>
                <a:spcPct val="100000"/>
              </a:lnSpc>
              <a:spcBef>
                <a:spcPts val="0"/>
              </a:spcBef>
              <a:defRPr sz="1200">
                <a:latin typeface="+mn-lt"/>
                <a:ea typeface="+mn-ea"/>
                <a:cs typeface="+mn-cs"/>
              </a:defRPr>
            </a:lvl1pPr>
          </a:lstStyle>
          <a:p>
            <a:pPr lvl="0"/>
            <a:r>
              <a:rPr kumimoji="1" lang="ja-JP" altLang="en-US"/>
              <a:t>出所：</a:t>
            </a:r>
            <a:r>
              <a:rPr kumimoji="1" lang="en-US" altLang="ja-JP"/>
              <a:t>XXX</a:t>
            </a:r>
            <a:br>
              <a:rPr kumimoji="1" lang="en-US" altLang="ja-JP"/>
            </a:br>
            <a:r>
              <a:rPr kumimoji="1" lang="ja-JP" altLang="en-US"/>
              <a:t>脚注：</a:t>
            </a:r>
            <a:r>
              <a:rPr kumimoji="1" lang="en-US" altLang="ja-JP"/>
              <a:t>XXX</a:t>
            </a:r>
            <a:endParaRPr kumimoji="1" lang="ja-JP" altLang="en-US"/>
          </a:p>
        </p:txBody>
      </p:sp>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fontAlgn="auto">
              <a:lnSpc>
                <a:spcPct val="100000"/>
              </a:lnSpc>
              <a:spcBef>
                <a:spcPts val="0"/>
              </a:spcBef>
              <a:defRPr sz="1800" b="1" baseline="0">
                <a:solidFill>
                  <a:schemeClr val="tx1"/>
                </a:solidFill>
                <a:latin typeface="+mn-lt"/>
                <a:ea typeface="+mn-ea"/>
                <a:cs typeface="+mn-cs"/>
              </a:defRPr>
            </a:lvl1pPr>
          </a:lstStyle>
          <a:p>
            <a:pPr lvl="0"/>
            <a:r>
              <a:rPr kumimoji="1" lang="ja-JP" altLang="en-US"/>
              <a:t>スライドタイトル</a:t>
            </a:r>
          </a:p>
        </p:txBody>
      </p:sp>
      <p:sp>
        <p:nvSpPr>
          <p:cNvPr id="6" name="タイトル 5"/>
          <p:cNvSpPr>
            <a:spLocks noGrp="1"/>
          </p:cNvSpPr>
          <p:nvPr>
            <p:ph type="title" hasCustomPrompt="1"/>
          </p:nvPr>
        </p:nvSpPr>
        <p:spPr bwMode="gray">
          <a:xfrm>
            <a:off x="480000" y="108000"/>
            <a:ext cx="11232000" cy="738000"/>
          </a:xfrm>
        </p:spPr>
        <p:txBody>
          <a:bodyPr vert="horz"/>
          <a:lstStyle>
            <a:lvl1pPr>
              <a:defRPr baseline="0">
                <a:latin typeface="+mj-lt"/>
                <a:ea typeface="+mj-ea"/>
                <a:cs typeface="+mj-cs"/>
              </a:defRPr>
            </a:lvl1pPr>
          </a:lstStyle>
          <a:p>
            <a:r>
              <a:rPr lang="ja-JP" altLang="en-US"/>
              <a:t>キーメッセージを入力（本スライドで一番伝えたいこと＜名詞止め・体言止め不可＞）</a:t>
            </a:r>
            <a:endParaRPr kumimoji="1" lang="ja-JP" altLang="en-US"/>
          </a:p>
        </p:txBody>
      </p:sp>
    </p:spTree>
    <p:extLst>
      <p:ext uri="{BB962C8B-B14F-4D97-AF65-F5344CB8AC3E}">
        <p14:creationId xmlns:p14="http://schemas.microsoft.com/office/powerpoint/2010/main" val="2393595963"/>
      </p:ext>
    </p:extLst>
  </p:cSld>
  <p:clrMapOvr>
    <a:overrideClrMapping bg1="dk1" tx1="lt1" bg2="dk2" tx2="lt2" accent1="accent1" accent2="accent2" accent3="accent3" accent4="accent4" accent5="accent5" accent6="accent6" hlink="hlink" folHlink="folHlink"/>
  </p:clrMapOvr>
  <p:hf hdr="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基本版）黒_タイトルのみ_出所・脚注なし_16:9">
    <p:bg>
      <p:bgRef idx="1001">
        <a:schemeClr val="bg1"/>
      </p:bgRef>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77D81023-2A1D-453A-B6C3-7E7FA34E4217}"/>
              </a:ext>
            </a:extLst>
          </p:cNvPr>
          <p:cNvGraphicFramePr>
            <a:graphicFrameLocks noChangeAspect="1"/>
          </p:cNvGraphicFramePr>
          <p:nvPr userDrawn="1">
            <p:custDataLst>
              <p:tags r:id="rId1"/>
            </p:custDataLst>
            <p:extLst>
              <p:ext uri="{D42A27DB-BD31-4B8C-83A1-F6EECF244321}">
                <p14:modId xmlns:p14="http://schemas.microsoft.com/office/powerpoint/2010/main" val="314234146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77D81023-2A1D-453A-B6C3-7E7FA34E42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defRPr>
            </a:lvl1pPr>
          </a:lstStyle>
          <a:p>
            <a:r>
              <a:rPr lang="en-GB" altLang="en-GB"/>
              <a:t>DT Template 16:9</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defRPr>
            </a:lvl1pPr>
          </a:lstStyle>
          <a:p>
            <a:fld id="{AA5FCFE5-FE56-4EF1-80A8-07776887C2A1}" type="slidenum">
              <a:rPr lang="ja-JP" altLang="en-US" smtClean="0"/>
              <a:pPr/>
              <a:t>‹#›</a:t>
            </a:fld>
            <a:endParaRPr lang="ja-JP" altLang="en-US"/>
          </a:p>
        </p:txBody>
      </p:sp>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fontAlgn="auto">
              <a:lnSpc>
                <a:spcPct val="100000"/>
              </a:lnSpc>
              <a:spcBef>
                <a:spcPts val="0"/>
              </a:spcBef>
              <a:defRPr sz="1800" b="1" baseline="0">
                <a:solidFill>
                  <a:schemeClr val="tx1"/>
                </a:solidFill>
                <a:latin typeface="+mn-lt"/>
                <a:ea typeface="+mn-ea"/>
                <a:cs typeface="+mn-cs"/>
              </a:defRPr>
            </a:lvl1pPr>
          </a:lstStyle>
          <a:p>
            <a:pPr lvl="0"/>
            <a:r>
              <a:rPr kumimoji="1" lang="ja-JP" altLang="en-US"/>
              <a:t>スライドタイトル</a:t>
            </a:r>
          </a:p>
        </p:txBody>
      </p:sp>
      <p:sp>
        <p:nvSpPr>
          <p:cNvPr id="6" name="タイトル 5"/>
          <p:cNvSpPr>
            <a:spLocks noGrp="1"/>
          </p:cNvSpPr>
          <p:nvPr>
            <p:ph type="title" hasCustomPrompt="1"/>
          </p:nvPr>
        </p:nvSpPr>
        <p:spPr bwMode="gray">
          <a:xfrm>
            <a:off x="480000" y="108000"/>
            <a:ext cx="11232000" cy="738000"/>
          </a:xfrm>
        </p:spPr>
        <p:txBody>
          <a:bodyPr vert="horz"/>
          <a:lstStyle>
            <a:lvl1pPr>
              <a:defRPr baseline="0">
                <a:latin typeface="+mj-lt"/>
                <a:ea typeface="+mj-ea"/>
                <a:cs typeface="+mj-cs"/>
              </a:defRPr>
            </a:lvl1pPr>
          </a:lstStyle>
          <a:p>
            <a:r>
              <a:rPr lang="ja-JP" altLang="en-US"/>
              <a:t>キーメッセージを入力（本スライドで一番伝えたいこと＜名詞止め・体言止め不可＞）</a:t>
            </a:r>
            <a:endParaRPr kumimoji="1" lang="ja-JP" altLang="en-US"/>
          </a:p>
        </p:txBody>
      </p:sp>
    </p:spTree>
    <p:extLst>
      <p:ext uri="{BB962C8B-B14F-4D97-AF65-F5344CB8AC3E}">
        <p14:creationId xmlns:p14="http://schemas.microsoft.com/office/powerpoint/2010/main" val="179616805"/>
      </p:ext>
    </p:extLst>
  </p:cSld>
  <p:clrMapOvr>
    <a:overrideClrMapping bg1="dk1" tx1="lt1" bg2="dk2" tx2="lt2" accent1="accent1" accent2="accent2" accent3="accent3" accent4="accent4" accent5="accent5" accent6="accent6" hlink="hlink" folHlink="folHlink"/>
  </p:clrMapOvr>
  <p:hf hdr="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基本版）黒_コンテンツ両サイド_レベル_16:9">
    <p:bg>
      <p:bgRef idx="1001">
        <a:schemeClr val="bg1"/>
      </p:bgRef>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77D81023-2A1D-453A-B6C3-7E7FA34E4217}"/>
              </a:ext>
            </a:extLst>
          </p:cNvPr>
          <p:cNvGraphicFramePr>
            <a:graphicFrameLocks noChangeAspect="1"/>
          </p:cNvGraphicFramePr>
          <p:nvPr userDrawn="1">
            <p:custDataLst>
              <p:tags r:id="rId1"/>
            </p:custDataLst>
            <p:extLst>
              <p:ext uri="{D42A27DB-BD31-4B8C-83A1-F6EECF244321}">
                <p14:modId xmlns:p14="http://schemas.microsoft.com/office/powerpoint/2010/main" val="791896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77D81023-2A1D-453A-B6C3-7E7FA34E42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3" name="コンテンツ プレースホルダー 2">
            <a:extLst>
              <a:ext uri="{FF2B5EF4-FFF2-40B4-BE49-F238E27FC236}">
                <a16:creationId xmlns:a16="http://schemas.microsoft.com/office/drawing/2014/main" id="{6A85E96B-E1AC-4DF5-5614-680F3EA213FD}"/>
              </a:ext>
            </a:extLst>
          </p:cNvPr>
          <p:cNvSpPr>
            <a:spLocks noGrp="1"/>
          </p:cNvSpPr>
          <p:nvPr>
            <p:ph sz="quarter" idx="27"/>
          </p:nvPr>
        </p:nvSpPr>
        <p:spPr>
          <a:xfrm>
            <a:off x="479425" y="1484314"/>
            <a:ext cx="5436001" cy="4823999"/>
          </a:xfrm>
        </p:spPr>
        <p:txBody>
          <a:bodyPr/>
          <a:lstStyle>
            <a:lvl1pPr fontAlgn="auto">
              <a:lnSpc>
                <a:spcPct val="100000"/>
              </a:lnSpc>
              <a:defRPr>
                <a:latin typeface="+mn-lt"/>
                <a:ea typeface="+mn-ea"/>
                <a:cs typeface="+mn-cs"/>
              </a:defRPr>
            </a:lvl1pPr>
            <a:lvl2pPr fontAlgn="auto">
              <a:lnSpc>
                <a:spcPct val="100000"/>
              </a:lnSpc>
              <a:defRPr>
                <a:latin typeface="+mn-lt"/>
                <a:ea typeface="+mn-ea"/>
                <a:cs typeface="+mn-cs"/>
              </a:defRPr>
            </a:lvl2pPr>
            <a:lvl3pPr fontAlgn="auto">
              <a:lnSpc>
                <a:spcPct val="100000"/>
              </a:lnSpc>
              <a:defRPr>
                <a:latin typeface="+mn-lt"/>
                <a:ea typeface="+mn-ea"/>
                <a:cs typeface="+mn-cs"/>
              </a:defRPr>
            </a:lvl3pPr>
            <a:lvl4pPr fontAlgn="auto">
              <a:lnSpc>
                <a:spcPct val="100000"/>
              </a:lnSpc>
              <a:defRPr>
                <a:latin typeface="+mn-lt"/>
                <a:ea typeface="+mn-ea"/>
                <a:cs typeface="+mn-cs"/>
              </a:defRPr>
            </a:lvl4pPr>
            <a:lvl5pPr fontAlgn="auto">
              <a:lnSpc>
                <a:spcPct val="100000"/>
              </a:lnSpc>
              <a:defRPr>
                <a:latin typeface="+mn-lt"/>
                <a:ea typeface="+mn-ea"/>
                <a:cs typeface="+mn-cs"/>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14" name="コンテンツ プレースホルダー 2">
            <a:extLst>
              <a:ext uri="{FF2B5EF4-FFF2-40B4-BE49-F238E27FC236}">
                <a16:creationId xmlns:a16="http://schemas.microsoft.com/office/drawing/2014/main" id="{07EF26B2-575F-9ED1-90F8-6FBC9CF4FC3F}"/>
              </a:ext>
            </a:extLst>
          </p:cNvPr>
          <p:cNvSpPr>
            <a:spLocks noGrp="1"/>
          </p:cNvSpPr>
          <p:nvPr>
            <p:ph sz="quarter" idx="28"/>
          </p:nvPr>
        </p:nvSpPr>
        <p:spPr>
          <a:xfrm>
            <a:off x="6276575" y="1484314"/>
            <a:ext cx="5436001" cy="4823999"/>
          </a:xfrm>
        </p:spPr>
        <p:txBody>
          <a:bodyPr/>
          <a:lstStyle>
            <a:lvl1pPr fontAlgn="auto">
              <a:lnSpc>
                <a:spcPct val="100000"/>
              </a:lnSpc>
              <a:defRPr>
                <a:latin typeface="+mn-lt"/>
                <a:ea typeface="+mn-ea"/>
                <a:cs typeface="+mn-cs"/>
              </a:defRPr>
            </a:lvl1pPr>
            <a:lvl2pPr fontAlgn="auto">
              <a:lnSpc>
                <a:spcPct val="100000"/>
              </a:lnSpc>
              <a:defRPr>
                <a:latin typeface="+mn-lt"/>
                <a:ea typeface="+mn-ea"/>
                <a:cs typeface="+mn-cs"/>
              </a:defRPr>
            </a:lvl2pPr>
            <a:lvl3pPr fontAlgn="auto">
              <a:lnSpc>
                <a:spcPct val="100000"/>
              </a:lnSpc>
              <a:defRPr>
                <a:latin typeface="+mn-lt"/>
                <a:ea typeface="+mn-ea"/>
                <a:cs typeface="+mn-cs"/>
              </a:defRPr>
            </a:lvl3pPr>
            <a:lvl4pPr fontAlgn="auto">
              <a:lnSpc>
                <a:spcPct val="100000"/>
              </a:lnSpc>
              <a:defRPr>
                <a:latin typeface="+mn-lt"/>
                <a:ea typeface="+mn-ea"/>
                <a:cs typeface="+mn-cs"/>
              </a:defRPr>
            </a:lvl4pPr>
            <a:lvl5pPr fontAlgn="auto">
              <a:lnSpc>
                <a:spcPct val="100000"/>
              </a:lnSpc>
              <a:defRPr>
                <a:latin typeface="+mn-lt"/>
                <a:ea typeface="+mn-ea"/>
                <a:cs typeface="+mn-cs"/>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スライド番号プレースホルダ 9"/>
          <p:cNvSpPr>
            <a:spLocks noGrp="1"/>
          </p:cNvSpPr>
          <p:nvPr>
            <p:ph type="sldNum" sz="quarter" idx="11"/>
          </p:nvPr>
        </p:nvSpPr>
        <p:spPr bwMode="gray"/>
        <p:txBody>
          <a:bodyPr/>
          <a:lstStyle>
            <a:lvl1pPr>
              <a:defRPr>
                <a:solidFill>
                  <a:schemeClr val="tx1"/>
                </a:solidFill>
                <a:latin typeface="+mn-lt"/>
                <a:ea typeface="+mn-ea"/>
                <a:cs typeface="+mn-cs"/>
              </a:defRPr>
            </a:lvl1pPr>
          </a:lstStyle>
          <a:p>
            <a:fld id="{AA5FCFE5-FE56-4EF1-80A8-07776887C2A1}" type="slidenum">
              <a:rPr lang="ja-JP" altLang="en-US" smtClean="0"/>
              <a:pPr/>
              <a:t>‹#›</a:t>
            </a:fld>
            <a:endParaRPr lang="ja-JP" altLang="en-US"/>
          </a:p>
        </p:txBody>
      </p:sp>
      <p:sp>
        <p:nvSpPr>
          <p:cNvPr id="5" name="テキスト プレースホルダー 2">
            <a:extLst>
              <a:ext uri="{FF2B5EF4-FFF2-40B4-BE49-F238E27FC236}">
                <a16:creationId xmlns:a16="http://schemas.microsoft.com/office/drawing/2014/main" id="{BBEF2C36-9683-41F6-673C-68495BDF3110}"/>
              </a:ext>
            </a:extLst>
          </p:cNvPr>
          <p:cNvSpPr>
            <a:spLocks noGrp="1"/>
          </p:cNvSpPr>
          <p:nvPr>
            <p:ph type="body" sz="quarter" idx="24" hasCustomPrompt="1"/>
          </p:nvPr>
        </p:nvSpPr>
        <p:spPr>
          <a:xfrm>
            <a:off x="479425" y="5951022"/>
            <a:ext cx="11232000" cy="360000"/>
          </a:xfrm>
        </p:spPr>
        <p:txBody>
          <a:bodyPr vert="horz" lIns="0" tIns="0" rIns="0" bIns="0" rtlCol="0" anchor="b">
            <a:noAutofit/>
          </a:bodyPr>
          <a:lstStyle>
            <a:lvl1pPr>
              <a:lnSpc>
                <a:spcPct val="100000"/>
              </a:lnSpc>
              <a:spcBef>
                <a:spcPts val="0"/>
              </a:spcBef>
              <a:defRPr lang="ja-JP" altLang="en-US" sz="1200" b="0" dirty="0">
                <a:solidFill>
                  <a:schemeClr val="tx1"/>
                </a:solidFill>
                <a:latin typeface="+mn-lt"/>
                <a:ea typeface="+mn-ea"/>
                <a:cs typeface="+mn-cs"/>
              </a:defRPr>
            </a:lvl1pPr>
          </a:lstStyle>
          <a:p>
            <a:pPr lvl="0"/>
            <a:r>
              <a:rPr kumimoji="1" lang="ja-JP" altLang="en-US"/>
              <a:t>出所：</a:t>
            </a:r>
            <a:r>
              <a:rPr kumimoji="1" lang="en-US" altLang="ja-JP"/>
              <a:t>XXX</a:t>
            </a:r>
            <a:br>
              <a:rPr kumimoji="1" lang="en-US" altLang="ja-JP"/>
            </a:br>
            <a:r>
              <a:rPr kumimoji="1" lang="ja-JP" altLang="en-US"/>
              <a:t>脚注：</a:t>
            </a:r>
            <a:r>
              <a:rPr kumimoji="1" lang="en-US" altLang="ja-JP"/>
              <a:t>XXX</a:t>
            </a:r>
            <a:endParaRPr kumimoji="1" lang="ja-JP" altLang="en-US"/>
          </a:p>
        </p:txBody>
      </p:sp>
      <p:sp>
        <p:nvSpPr>
          <p:cNvPr id="3" name="フッター プレースホルダ 10"/>
          <p:cNvSpPr>
            <a:spLocks noGrp="1"/>
          </p:cNvSpPr>
          <p:nvPr>
            <p:ph type="ftr" sz="quarter" idx="10"/>
          </p:nvPr>
        </p:nvSpPr>
        <p:spPr bwMode="gray"/>
        <p:txBody>
          <a:bodyPr/>
          <a:lstStyle>
            <a:lvl1pPr>
              <a:defRPr>
                <a:solidFill>
                  <a:schemeClr val="tx1"/>
                </a:solidFill>
                <a:latin typeface="+mn-lt"/>
                <a:ea typeface="+mn-ea"/>
                <a:cs typeface="+mn-cs"/>
              </a:defRPr>
            </a:lvl1pPr>
          </a:lstStyle>
          <a:p>
            <a:r>
              <a:rPr lang="en-GB" altLang="en-GB"/>
              <a:t>DT Template 16:9</a:t>
            </a:r>
          </a:p>
        </p:txBody>
      </p:sp>
      <p:sp>
        <p:nvSpPr>
          <p:cNvPr id="9" name="テキスト プレースホルダー 2">
            <a:extLst>
              <a:ext uri="{FF2B5EF4-FFF2-40B4-BE49-F238E27FC236}">
                <a16:creationId xmlns:a16="http://schemas.microsoft.com/office/drawing/2014/main" id="{46B5496C-DFB7-93F6-1A89-9771DD29BD1D}"/>
              </a:ext>
            </a:extLst>
          </p:cNvPr>
          <p:cNvSpPr>
            <a:spLocks noGrp="1"/>
          </p:cNvSpPr>
          <p:nvPr>
            <p:ph type="body" sz="quarter" idx="19" hasCustomPrompt="1"/>
          </p:nvPr>
        </p:nvSpPr>
        <p:spPr>
          <a:xfrm>
            <a:off x="479425" y="1008000"/>
            <a:ext cx="5437188" cy="468000"/>
          </a:xfrm>
        </p:spPr>
        <p:txBody>
          <a:bodyPr anchor="ctr"/>
          <a:lstStyle>
            <a:lvl1pPr fontAlgn="auto">
              <a:lnSpc>
                <a:spcPct val="100000"/>
              </a:lnSpc>
              <a:spcBef>
                <a:spcPts val="0"/>
              </a:spcBef>
              <a:defRPr sz="1800" b="1" baseline="0">
                <a:solidFill>
                  <a:schemeClr val="tx1"/>
                </a:solidFill>
                <a:latin typeface="+mn-lt"/>
                <a:ea typeface="+mn-ea"/>
                <a:cs typeface="+mn-cs"/>
              </a:defRPr>
            </a:lvl1pPr>
          </a:lstStyle>
          <a:p>
            <a:pPr lvl="0"/>
            <a:r>
              <a:rPr kumimoji="1" lang="ja-JP" altLang="en-US"/>
              <a:t>スライドタイトル</a:t>
            </a:r>
          </a:p>
        </p:txBody>
      </p:sp>
      <p:sp>
        <p:nvSpPr>
          <p:cNvPr id="20" name="テキスト プレースホルダー 6">
            <a:extLst>
              <a:ext uri="{FF2B5EF4-FFF2-40B4-BE49-F238E27FC236}">
                <a16:creationId xmlns:a16="http://schemas.microsoft.com/office/drawing/2014/main" id="{15EC7259-B2A3-5EC1-CEAF-805353B90F9B}"/>
              </a:ext>
            </a:extLst>
          </p:cNvPr>
          <p:cNvSpPr>
            <a:spLocks noGrp="1"/>
          </p:cNvSpPr>
          <p:nvPr>
            <p:ph type="body" sz="quarter" idx="23" hasCustomPrompt="1"/>
          </p:nvPr>
        </p:nvSpPr>
        <p:spPr>
          <a:xfrm>
            <a:off x="6275388" y="1008000"/>
            <a:ext cx="5437188" cy="468000"/>
          </a:xfrm>
        </p:spPr>
        <p:txBody>
          <a:bodyPr vert="horz" lIns="0" tIns="0" rIns="0" bIns="0" rtlCol="0" anchor="ctr">
            <a:noAutofit/>
          </a:bodyPr>
          <a:lstStyle>
            <a:lvl1pPr>
              <a:lnSpc>
                <a:spcPct val="100000"/>
              </a:lnSpc>
              <a:spcBef>
                <a:spcPts val="0"/>
              </a:spcBef>
              <a:defRPr lang="ja-JP" altLang="en-US" sz="1800" b="1" baseline="0" dirty="0">
                <a:solidFill>
                  <a:schemeClr val="tx1"/>
                </a:solidFill>
                <a:latin typeface="+mn-lt"/>
                <a:ea typeface="+mn-ea"/>
                <a:cs typeface="+mn-cs"/>
              </a:defRPr>
            </a:lvl1pPr>
          </a:lstStyle>
          <a:p>
            <a:pPr lvl="0"/>
            <a:r>
              <a:rPr kumimoji="1" lang="ja-JP" altLang="en-US"/>
              <a:t>スライドタイトル</a:t>
            </a:r>
          </a:p>
        </p:txBody>
      </p:sp>
      <p:sp>
        <p:nvSpPr>
          <p:cNvPr id="6" name="タイトル 5"/>
          <p:cNvSpPr>
            <a:spLocks noGrp="1"/>
          </p:cNvSpPr>
          <p:nvPr>
            <p:ph type="title" hasCustomPrompt="1"/>
          </p:nvPr>
        </p:nvSpPr>
        <p:spPr bwMode="gray">
          <a:xfrm>
            <a:off x="480000" y="108000"/>
            <a:ext cx="11232000" cy="738000"/>
          </a:xfrm>
        </p:spPr>
        <p:txBody>
          <a:bodyPr vert="horz"/>
          <a:lstStyle>
            <a:lvl1pPr>
              <a:defRPr baseline="0">
                <a:latin typeface="+mj-lt"/>
                <a:ea typeface="+mj-ea"/>
                <a:cs typeface="+mj-cs"/>
              </a:defRPr>
            </a:lvl1pPr>
          </a:lstStyle>
          <a:p>
            <a:r>
              <a:rPr lang="ja-JP" altLang="en-US"/>
              <a:t>キーメッセージを入力（本スライドで一番伝えたいこと＜名詞止め・体言止め不可＞）</a:t>
            </a:r>
            <a:endParaRPr kumimoji="1" lang="ja-JP" altLang="en-US"/>
          </a:p>
        </p:txBody>
      </p:sp>
    </p:spTree>
    <p:extLst>
      <p:ext uri="{BB962C8B-B14F-4D97-AF65-F5344CB8AC3E}">
        <p14:creationId xmlns:p14="http://schemas.microsoft.com/office/powerpoint/2010/main" val="4117697671"/>
      </p:ext>
    </p:extLst>
  </p:cSld>
  <p:clrMapOvr>
    <a:overrideClrMapping bg1="dk1" tx1="lt1" bg2="dk2" tx2="lt2" accent1="accent1" accent2="accent2" accent3="accent3" accent4="accent4" accent5="accent5" accent6="accent6" hlink="hlink" folHlink="folHlink"/>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基本版）黒_コンテンツ全面_レベル_16:9">
    <p:bg>
      <p:bgRef idx="1001">
        <a:schemeClr val="bg1"/>
      </p:bgRef>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77D81023-2A1D-453A-B6C3-7E7FA34E4217}"/>
              </a:ext>
            </a:extLst>
          </p:cNvPr>
          <p:cNvGraphicFramePr>
            <a:graphicFrameLocks noChangeAspect="1"/>
          </p:cNvGraphicFramePr>
          <p:nvPr userDrawn="1">
            <p:custDataLst>
              <p:tags r:id="rId1"/>
            </p:custDataLst>
            <p:extLst>
              <p:ext uri="{D42A27DB-BD31-4B8C-83A1-F6EECF244321}">
                <p14:modId xmlns:p14="http://schemas.microsoft.com/office/powerpoint/2010/main" val="250595391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77D81023-2A1D-453A-B6C3-7E7FA34E42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5" name="コンテンツ プレースホルダ 2">
            <a:extLst>
              <a:ext uri="{FF2B5EF4-FFF2-40B4-BE49-F238E27FC236}">
                <a16:creationId xmlns:a16="http://schemas.microsoft.com/office/drawing/2014/main" id="{5B75B1AC-23A7-0EC1-A099-E19E2BA92CC3}"/>
              </a:ext>
            </a:extLst>
          </p:cNvPr>
          <p:cNvSpPr>
            <a:spLocks noGrp="1"/>
          </p:cNvSpPr>
          <p:nvPr>
            <p:ph idx="1"/>
          </p:nvPr>
        </p:nvSpPr>
        <p:spPr bwMode="gray">
          <a:xfrm>
            <a:off x="480000" y="1483200"/>
            <a:ext cx="11232000" cy="4824000"/>
          </a:xfrm>
          <a:prstGeom prst="rect">
            <a:avLst/>
          </a:prstGeom>
        </p:spPr>
        <p:txBody>
          <a:bodyPr/>
          <a:lstStyle>
            <a:lvl1pPr>
              <a:lnSpc>
                <a:spcPct val="100000"/>
              </a:lnSpc>
              <a:spcBef>
                <a:spcPts val="600"/>
              </a:spcBef>
              <a:buNone/>
              <a:defRPr sz="1600" baseline="0">
                <a:latin typeface="+mn-lt"/>
                <a:ea typeface="+mn-ea"/>
                <a:cs typeface="+mn-cs"/>
              </a:defRPr>
            </a:lvl1pPr>
            <a:lvl2pPr marL="252000" indent="-252000">
              <a:lnSpc>
                <a:spcPct val="100000"/>
              </a:lnSpc>
              <a:spcBef>
                <a:spcPts val="600"/>
              </a:spcBef>
              <a:buFont typeface="Wingdings" pitchFamily="2" charset="2"/>
              <a:buChar char="n"/>
              <a:defRPr sz="1600" baseline="0">
                <a:latin typeface="+mn-lt"/>
                <a:ea typeface="+mn-ea"/>
                <a:cs typeface="+mn-cs"/>
              </a:defRPr>
            </a:lvl2pPr>
            <a:lvl3pPr marL="504000" indent="-252000">
              <a:lnSpc>
                <a:spcPct val="100000"/>
              </a:lnSpc>
              <a:spcBef>
                <a:spcPts val="600"/>
              </a:spcBef>
              <a:buFont typeface="Wingdings" pitchFamily="2" charset="2"/>
              <a:buChar char="Ø"/>
              <a:defRPr sz="1600" baseline="0">
                <a:latin typeface="+mn-lt"/>
                <a:ea typeface="+mn-ea"/>
                <a:cs typeface="+mn-cs"/>
              </a:defRPr>
            </a:lvl3pPr>
            <a:lvl4pPr marL="684000" marR="0" indent="-180000" algn="l" defTabSz="989013" rtl="0" eaLnBrk="1" fontAlgn="auto" latinLnBrk="0" hangingPunct="1">
              <a:lnSpc>
                <a:spcPct val="100000"/>
              </a:lnSpc>
              <a:spcBef>
                <a:spcPts val="600"/>
              </a:spcBef>
              <a:spcAft>
                <a:spcPts val="0"/>
              </a:spcAft>
              <a:buClrTx/>
              <a:buSzTx/>
              <a:buFont typeface="Arial" pitchFamily="34" charset="0"/>
              <a:buChar char="•"/>
              <a:tabLst/>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defRPr>
            </a:lvl1pPr>
          </a:lstStyle>
          <a:p>
            <a:r>
              <a:rPr lang="en-GB" altLang="en-GB"/>
              <a:t>DT Template 16:9</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defRPr>
            </a:lvl1pPr>
          </a:lstStyle>
          <a:p>
            <a:fld id="{AA5FCFE5-FE56-4EF1-80A8-07776887C2A1}" type="slidenum">
              <a:rPr lang="ja-JP" altLang="en-US" smtClean="0"/>
              <a:pPr/>
              <a:t>‹#›</a:t>
            </a:fld>
            <a:endParaRPr lang="ja-JP" altLang="en-US"/>
          </a:p>
        </p:txBody>
      </p:sp>
      <p:sp>
        <p:nvSpPr>
          <p:cNvPr id="8" name="テキスト プレースホルダー 6">
            <a:extLst>
              <a:ext uri="{FF2B5EF4-FFF2-40B4-BE49-F238E27FC236}">
                <a16:creationId xmlns:a16="http://schemas.microsoft.com/office/drawing/2014/main" id="{E4AF888F-393A-D115-D1C7-E8C19773D9A1}"/>
              </a:ext>
            </a:extLst>
          </p:cNvPr>
          <p:cNvSpPr>
            <a:spLocks noGrp="1"/>
          </p:cNvSpPr>
          <p:nvPr>
            <p:ph type="body" sz="quarter" idx="17" hasCustomPrompt="1"/>
          </p:nvPr>
        </p:nvSpPr>
        <p:spPr>
          <a:xfrm>
            <a:off x="479425" y="5951022"/>
            <a:ext cx="11233150" cy="360000"/>
          </a:xfrm>
        </p:spPr>
        <p:txBody>
          <a:bodyPr anchor="b"/>
          <a:lstStyle>
            <a:lvl1pPr fontAlgn="auto">
              <a:lnSpc>
                <a:spcPct val="100000"/>
              </a:lnSpc>
              <a:spcBef>
                <a:spcPts val="0"/>
              </a:spcBef>
              <a:defRPr sz="1200">
                <a:latin typeface="+mn-lt"/>
                <a:ea typeface="+mn-ea"/>
                <a:cs typeface="+mn-cs"/>
              </a:defRPr>
            </a:lvl1pPr>
          </a:lstStyle>
          <a:p>
            <a:pPr lvl="0"/>
            <a:r>
              <a:rPr kumimoji="1" lang="ja-JP" altLang="en-US"/>
              <a:t>出所：</a:t>
            </a:r>
            <a:r>
              <a:rPr kumimoji="1" lang="en-US" altLang="ja-JP"/>
              <a:t>XXX</a:t>
            </a:r>
            <a:br>
              <a:rPr kumimoji="1" lang="en-US" altLang="ja-JP"/>
            </a:br>
            <a:r>
              <a:rPr kumimoji="1" lang="ja-JP" altLang="en-US"/>
              <a:t>脚注：</a:t>
            </a:r>
            <a:r>
              <a:rPr kumimoji="1" lang="en-US" altLang="ja-JP"/>
              <a:t>XXX</a:t>
            </a:r>
            <a:endParaRPr kumimoji="1" lang="ja-JP" altLang="en-US"/>
          </a:p>
        </p:txBody>
      </p:sp>
      <p:sp>
        <p:nvSpPr>
          <p:cNvPr id="9" name="テキスト プレースホルダー 2"/>
          <p:cNvSpPr>
            <a:spLocks noGrp="1"/>
          </p:cNvSpPr>
          <p:nvPr>
            <p:ph type="body" sz="quarter" idx="15" hasCustomPrompt="1"/>
          </p:nvPr>
        </p:nvSpPr>
        <p:spPr bwMode="gray">
          <a:xfrm>
            <a:off x="478799" y="1008000"/>
            <a:ext cx="11232000" cy="468000"/>
          </a:xfrm>
          <a:prstGeom prst="rect">
            <a:avLst/>
          </a:prstGeom>
        </p:spPr>
        <p:txBody>
          <a:bodyPr wrap="none" tIns="0" anchor="ctr">
            <a:noAutofit/>
          </a:bodyPr>
          <a:lstStyle>
            <a:lvl1pPr fontAlgn="auto">
              <a:lnSpc>
                <a:spcPct val="100000"/>
              </a:lnSpc>
              <a:spcBef>
                <a:spcPts val="0"/>
              </a:spcBef>
              <a:defRPr sz="1800" b="1" baseline="0">
                <a:solidFill>
                  <a:schemeClr val="tx1"/>
                </a:solidFill>
                <a:latin typeface="+mn-lt"/>
                <a:ea typeface="+mn-ea"/>
                <a:cs typeface="+mn-cs"/>
              </a:defRPr>
            </a:lvl1pPr>
          </a:lstStyle>
          <a:p>
            <a:pPr lvl="0"/>
            <a:r>
              <a:rPr kumimoji="1" lang="ja-JP" altLang="en-US"/>
              <a:t>スライドタイトル</a:t>
            </a:r>
          </a:p>
        </p:txBody>
      </p:sp>
      <p:sp>
        <p:nvSpPr>
          <p:cNvPr id="6" name="タイトル 5"/>
          <p:cNvSpPr>
            <a:spLocks noGrp="1"/>
          </p:cNvSpPr>
          <p:nvPr>
            <p:ph type="title" hasCustomPrompt="1"/>
          </p:nvPr>
        </p:nvSpPr>
        <p:spPr bwMode="gray">
          <a:xfrm>
            <a:off x="480000" y="108000"/>
            <a:ext cx="11232000" cy="738000"/>
          </a:xfrm>
        </p:spPr>
        <p:txBody>
          <a:bodyPr vert="horz"/>
          <a:lstStyle>
            <a:lvl1pPr>
              <a:defRPr baseline="0">
                <a:latin typeface="+mj-lt"/>
                <a:ea typeface="+mj-ea"/>
                <a:cs typeface="+mj-cs"/>
              </a:defRPr>
            </a:lvl1pPr>
          </a:lstStyle>
          <a:p>
            <a:r>
              <a:rPr lang="ja-JP" altLang="en-US"/>
              <a:t>キーメッセージを入力（本スライドで一番伝えたいこと＜名詞止め・体言止め不可＞）</a:t>
            </a:r>
            <a:endParaRPr kumimoji="1" lang="ja-JP" altLang="en-US"/>
          </a:p>
        </p:txBody>
      </p:sp>
    </p:spTree>
    <p:extLst>
      <p:ext uri="{BB962C8B-B14F-4D97-AF65-F5344CB8AC3E}">
        <p14:creationId xmlns:p14="http://schemas.microsoft.com/office/powerpoint/2010/main" val="1152593637"/>
      </p:ext>
    </p:extLst>
  </p:cSld>
  <p:clrMapOvr>
    <a:overrideClrMapping bg1="dk1" tx1="lt1" bg2="dk2" tx2="lt2" accent1="accent1" accent2="accent2" accent3="accent3" accent4="accent4" accent5="accent5" accent6="accent6" hlink="hlink" folHlink="folHlink"/>
  </p:clrMapOvr>
  <p:hf hdr="0"/>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3FE34F38-94AA-4F62-8832-48A80D3F204E}"/>
              </a:ext>
            </a:extLst>
          </p:cNvPr>
          <p:cNvGraphicFramePr>
            <a:graphicFrameLocks noChangeAspect="1"/>
          </p:cNvGraphicFramePr>
          <p:nvPr userDrawn="1">
            <p:custDataLst>
              <p:tags r:id="rId1"/>
            </p:custDataLst>
            <p:extLst>
              <p:ext uri="{D42A27DB-BD31-4B8C-83A1-F6EECF244321}">
                <p14:modId xmlns:p14="http://schemas.microsoft.com/office/powerpoint/2010/main" val="379386875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3FE34F38-94AA-4F62-8832-48A80D3F204E}"/>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a:extLst>
              <a:ext uri="{FF2B5EF4-FFF2-40B4-BE49-F238E27FC236}">
                <a16:creationId xmlns:a16="http://schemas.microsoft.com/office/drawing/2014/main" id="{367F1314-1825-435D-8B63-69D515D2D346}"/>
              </a:ext>
            </a:extLst>
          </p:cNvPr>
          <p:cNvPicPr>
            <a:picLocks noChangeAspect="1"/>
          </p:cNvPicPr>
          <p:nvPr userDrawn="1"/>
        </p:nvPicPr>
        <p:blipFill>
          <a:blip r:embed="rId5" cstate="print">
            <a:extLst>
              <a:ext uri="{28A0092B-C50C-407E-A947-70E740481C1C}">
                <a14:useLocalDpi xmlns:a14="http://schemas.microsoft.com/office/drawing/2010/main"/>
              </a:ext>
            </a:extLst>
          </a:blip>
          <a:stretch>
            <a:fillRect/>
          </a:stretch>
        </p:blipFill>
        <p:spPr bwMode="gray">
          <a:xfrm>
            <a:off x="478800" y="432000"/>
            <a:ext cx="2016000" cy="631680"/>
          </a:xfrm>
          <a:prstGeom prst="rect">
            <a:avLst/>
          </a:prstGeom>
        </p:spPr>
      </p:pic>
      <p:sp>
        <p:nvSpPr>
          <p:cNvPr id="19" name="テキスト ボックス 18">
            <a:extLst>
              <a:ext uri="{FF2B5EF4-FFF2-40B4-BE49-F238E27FC236}">
                <a16:creationId xmlns:a16="http://schemas.microsoft.com/office/drawing/2014/main" id="{9483C3FE-A231-4B89-B872-32F0B9B83B51}"/>
              </a:ext>
            </a:extLst>
          </p:cNvPr>
          <p:cNvSpPr txBox="1"/>
          <p:nvPr userDrawn="1"/>
        </p:nvSpPr>
        <p:spPr bwMode="gray">
          <a:xfrm>
            <a:off x="10308172" y="6517422"/>
            <a:ext cx="1604606" cy="252826"/>
          </a:xfrm>
          <a:prstGeom prst="rect">
            <a:avLst/>
          </a:prstGeom>
          <a:noFill/>
        </p:spPr>
        <p:txBody>
          <a:bodyPr wrap="none" lIns="0" tIns="0" rIns="0" bIns="0" rtlCol="0">
            <a:spAutoFit/>
          </a:bodyPr>
          <a:lstStyle/>
          <a:p>
            <a:pPr>
              <a:lnSpc>
                <a:spcPts val="951"/>
              </a:lnSpc>
            </a:pPr>
            <a:r>
              <a:rPr kumimoji="1" lang="en-US" altLang="ja-JP" sz="800">
                <a:solidFill>
                  <a:prstClr val="black"/>
                </a:solidFill>
                <a:latin typeface="+mn-lt"/>
                <a:ea typeface="+mn-ea"/>
                <a:cs typeface="+mn-cs"/>
                <a:sym typeface="+mn-lt"/>
              </a:rPr>
              <a:t>Member of</a:t>
            </a:r>
            <a:br>
              <a:rPr kumimoji="1" lang="en-US" altLang="ja-JP" sz="800">
                <a:solidFill>
                  <a:prstClr val="black"/>
                </a:solidFill>
                <a:latin typeface="+mn-lt"/>
                <a:ea typeface="+mn-ea"/>
                <a:cs typeface="+mn-cs"/>
                <a:sym typeface="+mn-lt"/>
              </a:rPr>
            </a:br>
            <a:r>
              <a:rPr kumimoji="1" lang="en-US" altLang="ja-JP" sz="800" b="1">
                <a:solidFill>
                  <a:prstClr val="black"/>
                </a:solidFill>
                <a:latin typeface="+mn-lt"/>
                <a:ea typeface="+mn-ea"/>
                <a:cs typeface="+mn-cs"/>
                <a:sym typeface="+mn-lt"/>
              </a:rPr>
              <a:t>Deloitte </a:t>
            </a:r>
            <a:r>
              <a:rPr kumimoji="1" lang="en-US" altLang="ja-JP" sz="800" b="1" err="1">
                <a:solidFill>
                  <a:prstClr val="black"/>
                </a:solidFill>
                <a:latin typeface="+mn-lt"/>
                <a:ea typeface="+mn-ea"/>
                <a:cs typeface="+mn-cs"/>
                <a:sym typeface="+mn-lt"/>
              </a:rPr>
              <a:t>Touche</a:t>
            </a:r>
            <a:r>
              <a:rPr kumimoji="1" lang="en-US" altLang="ja-JP" sz="800" b="1">
                <a:solidFill>
                  <a:prstClr val="black"/>
                </a:solidFill>
                <a:latin typeface="+mn-lt"/>
                <a:ea typeface="+mn-ea"/>
                <a:cs typeface="+mn-cs"/>
                <a:sym typeface="+mn-lt"/>
              </a:rPr>
              <a:t> Tohmatsu Limited</a:t>
            </a:r>
            <a:endParaRPr kumimoji="1" lang="ja-JP" altLang="en-US" sz="800" b="1">
              <a:solidFill>
                <a:prstClr val="black"/>
              </a:solidFill>
              <a:latin typeface="+mn-lt"/>
              <a:ea typeface="+mn-ea"/>
              <a:cs typeface="+mn-cs"/>
              <a:sym typeface="+mn-lt"/>
            </a:endParaRPr>
          </a:p>
        </p:txBody>
      </p:sp>
      <p:sp>
        <p:nvSpPr>
          <p:cNvPr id="4" name="テキスト プレースホルダー 3">
            <a:extLst>
              <a:ext uri="{FF2B5EF4-FFF2-40B4-BE49-F238E27FC236}">
                <a16:creationId xmlns:a16="http://schemas.microsoft.com/office/drawing/2014/main" id="{524BFF78-91C0-4FA5-B03F-78B1D33C00F5}"/>
              </a:ext>
            </a:extLst>
          </p:cNvPr>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latin typeface="+mn-lt"/>
                <a:ea typeface="+mn-ea"/>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a:extLst>
              <a:ext uri="{FF2B5EF4-FFF2-40B4-BE49-F238E27FC236}">
                <a16:creationId xmlns:a16="http://schemas.microsoft.com/office/drawing/2014/main" id="{9BD445DE-20C1-460B-9740-50459E6F6E63}"/>
              </a:ext>
            </a:extLst>
          </p:cNvPr>
          <p:cNvSpPr txBox="1">
            <a:spLocks noChangeArrowheads="1"/>
          </p:cNvSpPr>
          <p:nvPr userDrawn="1"/>
        </p:nvSpPr>
        <p:spPr bwMode="gray">
          <a:xfrm>
            <a:off x="478800" y="6660000"/>
            <a:ext cx="2604880" cy="123111"/>
          </a:xfrm>
          <a:prstGeom prst="rect">
            <a:avLst/>
          </a:prstGeom>
          <a:noFill/>
          <a:ln w="9525">
            <a:noFill/>
            <a:miter lim="800000"/>
            <a:headEnd/>
            <a:tailEnd/>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2025. For information, contact Deloitte Tohmatsu Group.</a:t>
            </a:r>
          </a:p>
        </p:txBody>
      </p:sp>
      <p:grpSp>
        <p:nvGrpSpPr>
          <p:cNvPr id="8" name="グループ化 7">
            <a:extLst>
              <a:ext uri="{FF2B5EF4-FFF2-40B4-BE49-F238E27FC236}">
                <a16:creationId xmlns:a16="http://schemas.microsoft.com/office/drawing/2014/main" id="{6D3A5278-6D4D-48CD-B33F-E16518FBA520}"/>
              </a:ext>
            </a:extLst>
          </p:cNvPr>
          <p:cNvGrpSpPr/>
          <p:nvPr userDrawn="1"/>
        </p:nvGrpSpPr>
        <p:grpSpPr>
          <a:xfrm>
            <a:off x="10270800" y="3222000"/>
            <a:ext cx="1440000" cy="1894801"/>
            <a:chOff x="8050246" y="4451478"/>
            <a:chExt cx="1440000" cy="1894801"/>
          </a:xfrm>
        </p:grpSpPr>
        <p:pic>
          <p:nvPicPr>
            <p:cNvPr id="9" name="図 8" descr="ロゴ, 会社名&#10;&#10;自動的に生成された説明">
              <a:extLst>
                <a:ext uri="{FF2B5EF4-FFF2-40B4-BE49-F238E27FC236}">
                  <a16:creationId xmlns:a16="http://schemas.microsoft.com/office/drawing/2014/main" id="{EE572D97-F5AE-4209-9B5E-6F62708DD6FB}"/>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bwMode="gray">
            <a:xfrm>
              <a:off x="8050246" y="4451478"/>
              <a:ext cx="1440000" cy="873777"/>
            </a:xfrm>
            <a:prstGeom prst="rect">
              <a:avLst/>
            </a:prstGeom>
          </p:spPr>
        </p:pic>
        <p:pic>
          <p:nvPicPr>
            <p:cNvPr id="10" name="図 9" descr="ロゴ&#10;&#10;自動的に生成された説明">
              <a:extLst>
                <a:ext uri="{FF2B5EF4-FFF2-40B4-BE49-F238E27FC236}">
                  <a16:creationId xmlns:a16="http://schemas.microsoft.com/office/drawing/2014/main" id="{174BAC09-EE91-4451-95F8-BA04B238569C}"/>
                </a:ext>
              </a:extLst>
            </p:cNvPr>
            <p:cNvPicPr>
              <a:picLocks noChangeAspect="1"/>
            </p:cNvPicPr>
            <p:nvPr userDrawn="1"/>
          </p:nvPicPr>
          <p:blipFill>
            <a:blip r:embed="rId7" cstate="print">
              <a:extLst>
                <a:ext uri="{28A0092B-C50C-407E-A947-70E740481C1C}">
                  <a14:useLocalDpi xmlns:a14="http://schemas.microsoft.com/office/drawing/2010/main"/>
                </a:ext>
              </a:extLst>
            </a:blip>
            <a:stretch>
              <a:fillRect/>
            </a:stretch>
          </p:blipFill>
          <p:spPr>
            <a:xfrm>
              <a:off x="8148021" y="5473537"/>
              <a:ext cx="1244450" cy="872742"/>
            </a:xfrm>
            <a:prstGeom prst="rect">
              <a:avLst/>
            </a:prstGeom>
          </p:spPr>
        </p:pic>
      </p:grpSp>
      <p:pic>
        <p:nvPicPr>
          <p:cNvPr id="5" name="Picture 3">
            <a:extLst>
              <a:ext uri="{FF2B5EF4-FFF2-40B4-BE49-F238E27FC236}">
                <a16:creationId xmlns:a16="http://schemas.microsoft.com/office/drawing/2014/main" id="{68101465-63EE-D2BF-35AA-692852B492F9}"/>
              </a:ext>
            </a:extLst>
          </p:cNvPr>
          <p:cNvPicPr>
            <a:picLocks noChangeAspect="1"/>
          </p:cNvPicPr>
          <p:nvPr userDrawn="1"/>
        </p:nvPicPr>
        <p:blipFill>
          <a:blip r:embed="rId8"/>
          <a:srcRect/>
          <a:stretch/>
        </p:blipFill>
        <p:spPr>
          <a:xfrm>
            <a:off x="10694852" y="5436000"/>
            <a:ext cx="1198880" cy="1198880"/>
          </a:xfrm>
          <a:prstGeom prst="rect">
            <a:avLst/>
          </a:prstGeom>
        </p:spPr>
      </p:pic>
    </p:spTree>
    <p:extLst>
      <p:ext uri="{BB962C8B-B14F-4D97-AF65-F5344CB8AC3E}">
        <p14:creationId xmlns:p14="http://schemas.microsoft.com/office/powerpoint/2010/main" val="1578249305"/>
      </p:ext>
    </p:extLst>
  </p:cSld>
  <p:clrMapOvr>
    <a:masterClrMapping/>
  </p:clrMapOvr>
  <p:hf hdr="0"/>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3FE34F38-94AA-4F62-8832-48A80D3F204E}"/>
              </a:ext>
            </a:extLst>
          </p:cNvPr>
          <p:cNvGraphicFramePr>
            <a:graphicFrameLocks noChangeAspect="1"/>
          </p:cNvGraphicFramePr>
          <p:nvPr userDrawn="1">
            <p:custDataLst>
              <p:tags r:id="rId1"/>
            </p:custDataLst>
            <p:extLst>
              <p:ext uri="{D42A27DB-BD31-4B8C-83A1-F6EECF244321}">
                <p14:modId xmlns:p14="http://schemas.microsoft.com/office/powerpoint/2010/main" val="379566503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3FE34F38-94AA-4F62-8832-48A80D3F204E}"/>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a:extLst>
              <a:ext uri="{FF2B5EF4-FFF2-40B4-BE49-F238E27FC236}">
                <a16:creationId xmlns:a16="http://schemas.microsoft.com/office/drawing/2014/main" id="{9483C3FE-A231-4B89-B872-32F0B9B83B51}"/>
              </a:ext>
            </a:extLst>
          </p:cNvPr>
          <p:cNvSpPr txBox="1"/>
          <p:nvPr userDrawn="1"/>
        </p:nvSpPr>
        <p:spPr bwMode="gray">
          <a:xfrm>
            <a:off x="10308172" y="6517422"/>
            <a:ext cx="1604606" cy="252826"/>
          </a:xfrm>
          <a:prstGeom prst="rect">
            <a:avLst/>
          </a:prstGeom>
          <a:noFill/>
        </p:spPr>
        <p:txBody>
          <a:bodyPr wrap="none" lIns="0" tIns="0" rIns="0" bIns="0" rtlCol="0">
            <a:spAutoFit/>
          </a:bodyPr>
          <a:lstStyle/>
          <a:p>
            <a:pPr>
              <a:lnSpc>
                <a:spcPts val="951"/>
              </a:lnSpc>
            </a:pPr>
            <a:r>
              <a:rPr kumimoji="1" lang="en-US" altLang="ja-JP" sz="800">
                <a:solidFill>
                  <a:prstClr val="black"/>
                </a:solidFill>
                <a:latin typeface="+mn-lt"/>
                <a:ea typeface="+mn-ea"/>
                <a:cs typeface="+mn-cs"/>
                <a:sym typeface="+mn-lt"/>
              </a:rPr>
              <a:t>Member of</a:t>
            </a:r>
            <a:br>
              <a:rPr kumimoji="1" lang="en-US" altLang="ja-JP" sz="800">
                <a:solidFill>
                  <a:prstClr val="black"/>
                </a:solidFill>
                <a:latin typeface="+mn-lt"/>
                <a:ea typeface="+mn-ea"/>
                <a:cs typeface="+mn-cs"/>
                <a:sym typeface="+mn-lt"/>
              </a:rPr>
            </a:br>
            <a:r>
              <a:rPr kumimoji="1" lang="en-US" altLang="ja-JP" sz="800" b="1">
                <a:solidFill>
                  <a:prstClr val="black"/>
                </a:solidFill>
                <a:latin typeface="+mn-lt"/>
                <a:ea typeface="+mn-ea"/>
                <a:cs typeface="+mn-cs"/>
                <a:sym typeface="+mn-lt"/>
              </a:rPr>
              <a:t>Deloitte </a:t>
            </a:r>
            <a:r>
              <a:rPr kumimoji="1" lang="en-US" altLang="ja-JP" sz="800" b="1" err="1">
                <a:solidFill>
                  <a:prstClr val="black"/>
                </a:solidFill>
                <a:latin typeface="+mn-lt"/>
                <a:ea typeface="+mn-ea"/>
                <a:cs typeface="+mn-cs"/>
                <a:sym typeface="+mn-lt"/>
              </a:rPr>
              <a:t>Touche</a:t>
            </a:r>
            <a:r>
              <a:rPr kumimoji="1" lang="en-US" altLang="ja-JP" sz="800" b="1">
                <a:solidFill>
                  <a:prstClr val="black"/>
                </a:solidFill>
                <a:latin typeface="+mn-lt"/>
                <a:ea typeface="+mn-ea"/>
                <a:cs typeface="+mn-cs"/>
                <a:sym typeface="+mn-lt"/>
              </a:rPr>
              <a:t> Tohmatsu Limited</a:t>
            </a:r>
            <a:endParaRPr kumimoji="1" lang="ja-JP" altLang="en-US" sz="800" b="1">
              <a:solidFill>
                <a:prstClr val="black"/>
              </a:solidFill>
              <a:latin typeface="+mn-lt"/>
              <a:ea typeface="+mn-ea"/>
              <a:cs typeface="+mn-cs"/>
              <a:sym typeface="+mn-lt"/>
            </a:endParaRPr>
          </a:p>
        </p:txBody>
      </p:sp>
      <p:sp>
        <p:nvSpPr>
          <p:cNvPr id="4" name="テキスト プレースホルダー 3">
            <a:extLst>
              <a:ext uri="{FF2B5EF4-FFF2-40B4-BE49-F238E27FC236}">
                <a16:creationId xmlns:a16="http://schemas.microsoft.com/office/drawing/2014/main" id="{524BFF78-91C0-4FA5-B03F-78B1D33C00F5}"/>
              </a:ext>
            </a:extLst>
          </p:cNvPr>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latin typeface="+mn-lt"/>
                <a:ea typeface="+mn-ea"/>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a:extLst>
              <a:ext uri="{FF2B5EF4-FFF2-40B4-BE49-F238E27FC236}">
                <a16:creationId xmlns:a16="http://schemas.microsoft.com/office/drawing/2014/main" id="{9BD445DE-20C1-460B-9740-50459E6F6E63}"/>
              </a:ext>
            </a:extLst>
          </p:cNvPr>
          <p:cNvSpPr txBox="1">
            <a:spLocks noChangeArrowheads="1"/>
          </p:cNvSpPr>
          <p:nvPr userDrawn="1"/>
        </p:nvSpPr>
        <p:spPr bwMode="gray">
          <a:xfrm>
            <a:off x="478800" y="6660000"/>
            <a:ext cx="2604880" cy="123111"/>
          </a:xfrm>
          <a:prstGeom prst="rect">
            <a:avLst/>
          </a:prstGeom>
          <a:noFill/>
          <a:ln w="9525">
            <a:noFill/>
            <a:miter lim="800000"/>
            <a:headEnd/>
            <a:tailEnd/>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2025. For information, contact Deloitte Tohmatsu Group.</a:t>
            </a:r>
          </a:p>
        </p:txBody>
      </p:sp>
      <p:pic>
        <p:nvPicPr>
          <p:cNvPr id="8" name="図 7">
            <a:extLst>
              <a:ext uri="{FF2B5EF4-FFF2-40B4-BE49-F238E27FC236}">
                <a16:creationId xmlns:a16="http://schemas.microsoft.com/office/drawing/2014/main" id="{501A15D5-7B51-4B9F-8EF0-8D771BACAF70}"/>
              </a:ext>
            </a:extLst>
          </p:cNvPr>
          <p:cNvPicPr>
            <a:picLocks noChangeAspect="1"/>
          </p:cNvPicPr>
          <p:nvPr userDrawn="1"/>
        </p:nvPicPr>
        <p:blipFill rotWithShape="1">
          <a:blip r:embed="rId5">
            <a:extLst>
              <a:ext uri="{28A0092B-C50C-407E-A947-70E740481C1C}">
                <a14:useLocalDpi xmlns:a14="http://schemas.microsoft.com/office/drawing/2010/main"/>
              </a:ext>
            </a:extLst>
          </a:blip>
          <a:srcRect/>
          <a:stretch/>
        </p:blipFill>
        <p:spPr bwMode="gray">
          <a:xfrm>
            <a:off x="478800" y="431005"/>
            <a:ext cx="3721455" cy="632962"/>
          </a:xfrm>
          <a:prstGeom prst="rect">
            <a:avLst/>
          </a:prstGeom>
          <a:noFill/>
          <a:ln>
            <a:noFill/>
          </a:ln>
        </p:spPr>
      </p:pic>
      <p:pic>
        <p:nvPicPr>
          <p:cNvPr id="3" name="Picture 3">
            <a:extLst>
              <a:ext uri="{FF2B5EF4-FFF2-40B4-BE49-F238E27FC236}">
                <a16:creationId xmlns:a16="http://schemas.microsoft.com/office/drawing/2014/main" id="{7AA5F3BE-2C73-21B4-1792-CE7804C9094E}"/>
              </a:ext>
            </a:extLst>
          </p:cNvPr>
          <p:cNvPicPr>
            <a:picLocks noChangeAspect="1"/>
          </p:cNvPicPr>
          <p:nvPr userDrawn="1"/>
        </p:nvPicPr>
        <p:blipFill>
          <a:blip r:embed="rId6"/>
          <a:srcRect/>
          <a:stretch/>
        </p:blipFill>
        <p:spPr>
          <a:xfrm>
            <a:off x="10694852" y="5436000"/>
            <a:ext cx="1198880" cy="1198880"/>
          </a:xfrm>
          <a:prstGeom prst="rect">
            <a:avLst/>
          </a:prstGeom>
        </p:spPr>
      </p:pic>
      <p:grpSp>
        <p:nvGrpSpPr>
          <p:cNvPr id="5" name="グループ化 4">
            <a:extLst>
              <a:ext uri="{FF2B5EF4-FFF2-40B4-BE49-F238E27FC236}">
                <a16:creationId xmlns:a16="http://schemas.microsoft.com/office/drawing/2014/main" id="{E553D118-33B9-8047-F5CF-3B03F130350F}"/>
              </a:ext>
            </a:extLst>
          </p:cNvPr>
          <p:cNvGrpSpPr/>
          <p:nvPr userDrawn="1"/>
        </p:nvGrpSpPr>
        <p:grpSpPr>
          <a:xfrm>
            <a:off x="10270800" y="3222000"/>
            <a:ext cx="1440000" cy="1894801"/>
            <a:chOff x="8050246" y="4451478"/>
            <a:chExt cx="1440000" cy="1894801"/>
          </a:xfrm>
        </p:grpSpPr>
        <p:pic>
          <p:nvPicPr>
            <p:cNvPr id="6" name="図 5" descr="ロゴ, 会社名&#10;&#10;自動的に生成された説明">
              <a:extLst>
                <a:ext uri="{FF2B5EF4-FFF2-40B4-BE49-F238E27FC236}">
                  <a16:creationId xmlns:a16="http://schemas.microsoft.com/office/drawing/2014/main" id="{D2C433B9-83A5-C204-17F5-89F2B1D6A2A6}"/>
                </a:ext>
              </a:extLst>
            </p:cNvPr>
            <p:cNvPicPr>
              <a:picLocks noChangeAspect="1"/>
            </p:cNvPicPr>
            <p:nvPr userDrawn="1"/>
          </p:nvPicPr>
          <p:blipFill>
            <a:blip r:embed="rId7" cstate="print">
              <a:extLst>
                <a:ext uri="{28A0092B-C50C-407E-A947-70E740481C1C}">
                  <a14:useLocalDpi xmlns:a14="http://schemas.microsoft.com/office/drawing/2010/main"/>
                </a:ext>
              </a:extLst>
            </a:blip>
            <a:stretch>
              <a:fillRect/>
            </a:stretch>
          </p:blipFill>
          <p:spPr bwMode="gray">
            <a:xfrm>
              <a:off x="8050246" y="4451478"/>
              <a:ext cx="1440000" cy="873777"/>
            </a:xfrm>
            <a:prstGeom prst="rect">
              <a:avLst/>
            </a:prstGeom>
          </p:spPr>
        </p:pic>
        <p:pic>
          <p:nvPicPr>
            <p:cNvPr id="7" name="図 6" descr="ロゴ&#10;&#10;自動的に生成された説明">
              <a:extLst>
                <a:ext uri="{FF2B5EF4-FFF2-40B4-BE49-F238E27FC236}">
                  <a16:creationId xmlns:a16="http://schemas.microsoft.com/office/drawing/2014/main" id="{7E3E8DC4-DA86-93F3-32DB-DBD7E5E7F1C4}"/>
                </a:ext>
              </a:extLst>
            </p:cNvPr>
            <p:cNvPicPr>
              <a:picLocks noChangeAspect="1"/>
            </p:cNvPicPr>
            <p:nvPr userDrawn="1"/>
          </p:nvPicPr>
          <p:blipFill>
            <a:blip r:embed="rId8" cstate="print">
              <a:extLst>
                <a:ext uri="{28A0092B-C50C-407E-A947-70E740481C1C}">
                  <a14:useLocalDpi xmlns:a14="http://schemas.microsoft.com/office/drawing/2010/main"/>
                </a:ext>
              </a:extLst>
            </a:blip>
            <a:stretch>
              <a:fillRect/>
            </a:stretch>
          </p:blipFill>
          <p:spPr>
            <a:xfrm>
              <a:off x="8148021" y="5473537"/>
              <a:ext cx="1244450" cy="872742"/>
            </a:xfrm>
            <a:prstGeom prst="rect">
              <a:avLst/>
            </a:prstGeom>
          </p:spPr>
        </p:pic>
      </p:grpSp>
    </p:spTree>
    <p:extLst>
      <p:ext uri="{BB962C8B-B14F-4D97-AF65-F5344CB8AC3E}">
        <p14:creationId xmlns:p14="http://schemas.microsoft.com/office/powerpoint/2010/main" val="2059241581"/>
      </p:ext>
    </p:extLst>
  </p:cSld>
  <p:clrMapOvr>
    <a:masterClrMapping/>
  </p:clrMapOvr>
  <p:hf hdr="0"/>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基本版）黒_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3FE34F38-94AA-4F62-8832-48A80D3F204E}"/>
              </a:ext>
            </a:extLst>
          </p:cNvPr>
          <p:cNvGraphicFramePr>
            <a:graphicFrameLocks noChangeAspect="1"/>
          </p:cNvGraphicFramePr>
          <p:nvPr userDrawn="1">
            <p:custDataLst>
              <p:tags r:id="rId1"/>
            </p:custDataLst>
            <p:extLst>
              <p:ext uri="{D42A27DB-BD31-4B8C-83A1-F6EECF244321}">
                <p14:modId xmlns:p14="http://schemas.microsoft.com/office/powerpoint/2010/main" val="424467544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3FE34F38-94AA-4F62-8832-48A80D3F204E}"/>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a:extLst>
              <a:ext uri="{FF2B5EF4-FFF2-40B4-BE49-F238E27FC236}">
                <a16:creationId xmlns:a16="http://schemas.microsoft.com/office/drawing/2014/main" id="{9483C3FE-A231-4B89-B872-32F0B9B83B51}"/>
              </a:ext>
            </a:extLst>
          </p:cNvPr>
          <p:cNvSpPr txBox="1"/>
          <p:nvPr userDrawn="1"/>
        </p:nvSpPr>
        <p:spPr bwMode="gray">
          <a:xfrm>
            <a:off x="10308172" y="6517422"/>
            <a:ext cx="1604606" cy="252826"/>
          </a:xfrm>
          <a:prstGeom prst="rect">
            <a:avLst/>
          </a:prstGeom>
          <a:noFill/>
        </p:spPr>
        <p:txBody>
          <a:bodyPr wrap="none" lIns="0" tIns="0" rIns="0" bIns="0" rtlCol="0">
            <a:spAutoFit/>
          </a:bodyPr>
          <a:lstStyle/>
          <a:p>
            <a:pPr>
              <a:lnSpc>
                <a:spcPts val="951"/>
              </a:lnSpc>
            </a:pPr>
            <a:r>
              <a:rPr kumimoji="1" lang="en-US" altLang="ja-JP" sz="800">
                <a:solidFill>
                  <a:schemeClr val="tx1"/>
                </a:solidFill>
                <a:latin typeface="+mn-lt"/>
                <a:ea typeface="+mn-ea"/>
                <a:cs typeface="+mn-cs"/>
                <a:sym typeface="+mn-lt"/>
              </a:rPr>
              <a:t>Member of</a:t>
            </a:r>
            <a:br>
              <a:rPr kumimoji="1" lang="en-US" altLang="ja-JP" sz="800">
                <a:solidFill>
                  <a:schemeClr val="tx1"/>
                </a:solidFill>
                <a:latin typeface="+mn-lt"/>
                <a:ea typeface="+mn-ea"/>
                <a:cs typeface="+mn-cs"/>
                <a:sym typeface="+mn-lt"/>
              </a:rPr>
            </a:br>
            <a:r>
              <a:rPr kumimoji="1" lang="en-US" altLang="ja-JP" sz="800" b="1">
                <a:solidFill>
                  <a:schemeClr val="tx1"/>
                </a:solidFill>
                <a:latin typeface="+mn-lt"/>
                <a:ea typeface="+mn-ea"/>
                <a:cs typeface="+mn-cs"/>
                <a:sym typeface="+mn-lt"/>
              </a:rPr>
              <a:t>Deloitte </a:t>
            </a:r>
            <a:r>
              <a:rPr kumimoji="1" lang="en-US" altLang="ja-JP" sz="800" b="1" err="1">
                <a:solidFill>
                  <a:schemeClr val="tx1"/>
                </a:solidFill>
                <a:latin typeface="+mn-lt"/>
                <a:ea typeface="+mn-ea"/>
                <a:cs typeface="+mn-cs"/>
                <a:sym typeface="+mn-lt"/>
              </a:rPr>
              <a:t>Touche</a:t>
            </a:r>
            <a:r>
              <a:rPr kumimoji="1" lang="en-US" altLang="ja-JP" sz="800" b="1">
                <a:solidFill>
                  <a:schemeClr val="tx1"/>
                </a:solidFill>
                <a:latin typeface="+mn-lt"/>
                <a:ea typeface="+mn-ea"/>
                <a:cs typeface="+mn-cs"/>
                <a:sym typeface="+mn-lt"/>
              </a:rPr>
              <a:t> Tohmatsu Limited</a:t>
            </a:r>
            <a:endParaRPr kumimoji="1" lang="ja-JP" altLang="en-US" sz="800" b="1">
              <a:solidFill>
                <a:schemeClr val="tx1"/>
              </a:solidFill>
              <a:latin typeface="+mn-lt"/>
              <a:ea typeface="+mn-ea"/>
              <a:cs typeface="+mn-cs"/>
              <a:sym typeface="+mn-lt"/>
            </a:endParaRPr>
          </a:p>
        </p:txBody>
      </p:sp>
      <p:sp>
        <p:nvSpPr>
          <p:cNvPr id="4" name="テキスト プレースホルダー 3">
            <a:extLst>
              <a:ext uri="{FF2B5EF4-FFF2-40B4-BE49-F238E27FC236}">
                <a16:creationId xmlns:a16="http://schemas.microsoft.com/office/drawing/2014/main" id="{524BFF78-91C0-4FA5-B03F-78B1D33C00F5}"/>
              </a:ext>
            </a:extLst>
          </p:cNvPr>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solidFill>
                  <a:schemeClr val="tx1"/>
                </a:solidFill>
                <a:latin typeface="+mn-lt"/>
                <a:ea typeface="+mn-ea"/>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a:extLst>
              <a:ext uri="{FF2B5EF4-FFF2-40B4-BE49-F238E27FC236}">
                <a16:creationId xmlns:a16="http://schemas.microsoft.com/office/drawing/2014/main" id="{9BD445DE-20C1-460B-9740-50459E6F6E63}"/>
              </a:ext>
            </a:extLst>
          </p:cNvPr>
          <p:cNvSpPr txBox="1">
            <a:spLocks noChangeArrowheads="1"/>
          </p:cNvSpPr>
          <p:nvPr userDrawn="1"/>
        </p:nvSpPr>
        <p:spPr bwMode="gray">
          <a:xfrm>
            <a:off x="478800" y="6660000"/>
            <a:ext cx="2604880" cy="123111"/>
          </a:xfrm>
          <a:prstGeom prst="rect">
            <a:avLst/>
          </a:prstGeom>
          <a:noFill/>
          <a:ln w="9525">
            <a:noFill/>
            <a:miter lim="800000"/>
            <a:headEnd/>
            <a:tailEnd/>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2025. For information, contact Deloitte Tohmatsu Group.</a:t>
            </a:r>
          </a:p>
        </p:txBody>
      </p:sp>
      <p:pic>
        <p:nvPicPr>
          <p:cNvPr id="9" name="図 8">
            <a:extLst>
              <a:ext uri="{FF2B5EF4-FFF2-40B4-BE49-F238E27FC236}">
                <a16:creationId xmlns:a16="http://schemas.microsoft.com/office/drawing/2014/main" id="{FE41D69D-2433-4D11-814D-C797F4E5053E}"/>
              </a:ext>
            </a:extLst>
          </p:cNvPr>
          <p:cNvPicPr>
            <a:picLocks noChangeAspect="1"/>
          </p:cNvPicPr>
          <p:nvPr userDrawn="1"/>
        </p:nvPicPr>
        <p:blipFill>
          <a:blip r:embed="rId5" cstate="print">
            <a:extLst>
              <a:ext uri="{28A0092B-C50C-407E-A947-70E740481C1C}">
                <a14:useLocalDpi xmlns:a14="http://schemas.microsoft.com/office/drawing/2010/main"/>
              </a:ext>
            </a:extLst>
          </a:blip>
          <a:stretch>
            <a:fillRect/>
          </a:stretch>
        </p:blipFill>
        <p:spPr bwMode="gray">
          <a:xfrm>
            <a:off x="478800" y="431999"/>
            <a:ext cx="2016000" cy="627200"/>
          </a:xfrm>
          <a:prstGeom prst="rect">
            <a:avLst/>
          </a:prstGeom>
        </p:spPr>
      </p:pic>
      <p:grpSp>
        <p:nvGrpSpPr>
          <p:cNvPr id="10" name="グループ化 9">
            <a:extLst>
              <a:ext uri="{FF2B5EF4-FFF2-40B4-BE49-F238E27FC236}">
                <a16:creationId xmlns:a16="http://schemas.microsoft.com/office/drawing/2014/main" id="{245A9EC4-0A34-443E-8A5C-E1C41D6E8ECA}"/>
              </a:ext>
            </a:extLst>
          </p:cNvPr>
          <p:cNvGrpSpPr/>
          <p:nvPr userDrawn="1"/>
        </p:nvGrpSpPr>
        <p:grpSpPr>
          <a:xfrm>
            <a:off x="10270800" y="3222000"/>
            <a:ext cx="1440000" cy="1861937"/>
            <a:chOff x="8050925" y="4451478"/>
            <a:chExt cx="1440000" cy="1861937"/>
          </a:xfrm>
        </p:grpSpPr>
        <p:pic>
          <p:nvPicPr>
            <p:cNvPr id="11" name="図 10" descr="ロゴ, 会社名&#10;&#10;自動的に生成された説明">
              <a:extLst>
                <a:ext uri="{FF2B5EF4-FFF2-40B4-BE49-F238E27FC236}">
                  <a16:creationId xmlns:a16="http://schemas.microsoft.com/office/drawing/2014/main" id="{C713905B-35CF-4B24-BCA2-637030354B41}"/>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bwMode="gray">
            <a:xfrm>
              <a:off x="8050925" y="4451478"/>
              <a:ext cx="1440000" cy="873777"/>
            </a:xfrm>
            <a:prstGeom prst="rect">
              <a:avLst/>
            </a:prstGeom>
          </p:spPr>
        </p:pic>
        <p:pic>
          <p:nvPicPr>
            <p:cNvPr id="12" name="図 11">
              <a:extLst>
                <a:ext uri="{FF2B5EF4-FFF2-40B4-BE49-F238E27FC236}">
                  <a16:creationId xmlns:a16="http://schemas.microsoft.com/office/drawing/2014/main" id="{DEA888C4-18A7-4DB2-A911-C4F477C66E70}"/>
                </a:ext>
              </a:extLst>
            </p:cNvPr>
            <p:cNvPicPr>
              <a:picLocks noChangeAspect="1"/>
            </p:cNvPicPr>
            <p:nvPr userDrawn="1"/>
          </p:nvPicPr>
          <p:blipFill>
            <a:blip r:embed="rId7" cstate="print">
              <a:extLst>
                <a:ext uri="{28A0092B-C50C-407E-A947-70E740481C1C}">
                  <a14:useLocalDpi xmlns:a14="http://schemas.microsoft.com/office/drawing/2010/main"/>
                </a:ext>
              </a:extLst>
            </a:blip>
            <a:stretch>
              <a:fillRect/>
            </a:stretch>
          </p:blipFill>
          <p:spPr>
            <a:xfrm>
              <a:off x="8148021" y="5473537"/>
              <a:ext cx="1229139" cy="839878"/>
            </a:xfrm>
            <a:prstGeom prst="rect">
              <a:avLst/>
            </a:prstGeom>
          </p:spPr>
        </p:pic>
      </p:grpSp>
      <p:pic>
        <p:nvPicPr>
          <p:cNvPr id="3" name="Picture 3">
            <a:extLst>
              <a:ext uri="{FF2B5EF4-FFF2-40B4-BE49-F238E27FC236}">
                <a16:creationId xmlns:a16="http://schemas.microsoft.com/office/drawing/2014/main" id="{B58FE27E-7473-91AD-522F-C6EE7B389FF8}"/>
              </a:ext>
            </a:extLst>
          </p:cNvPr>
          <p:cNvPicPr>
            <a:picLocks noChangeAspect="1"/>
          </p:cNvPicPr>
          <p:nvPr userDrawn="1"/>
        </p:nvPicPr>
        <p:blipFill>
          <a:blip r:embed="rId8"/>
          <a:srcRect/>
          <a:stretch/>
        </p:blipFill>
        <p:spPr>
          <a:xfrm>
            <a:off x="10694852" y="5436000"/>
            <a:ext cx="1198880" cy="1198880"/>
          </a:xfrm>
          <a:prstGeom prst="rect">
            <a:avLst/>
          </a:prstGeom>
        </p:spPr>
      </p:pic>
    </p:spTree>
    <p:extLst>
      <p:ext uri="{BB962C8B-B14F-4D97-AF65-F5344CB8AC3E}">
        <p14:creationId xmlns:p14="http://schemas.microsoft.com/office/powerpoint/2010/main" val="2146378117"/>
      </p:ext>
    </p:extLst>
  </p:cSld>
  <p:clrMapOvr>
    <a:overrideClrMapping bg1="dk1" tx1="lt1" bg2="dk2" tx2="lt2" accent1="accent1" accent2="accent2" accent3="accent3" accent4="accent4" accent5="accent5" accent6="accent6" hlink="hlink" folHlink="folHlink"/>
  </p:clrMapOvr>
  <p:hf hdr="0"/>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基本版）黒_背表紙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3FE34F38-94AA-4F62-8832-48A80D3F204E}"/>
              </a:ext>
            </a:extLst>
          </p:cNvPr>
          <p:cNvGraphicFramePr>
            <a:graphicFrameLocks noChangeAspect="1"/>
          </p:cNvGraphicFramePr>
          <p:nvPr userDrawn="1">
            <p:custDataLst>
              <p:tags r:id="rId1"/>
            </p:custDataLst>
            <p:extLst>
              <p:ext uri="{D42A27DB-BD31-4B8C-83A1-F6EECF244321}">
                <p14:modId xmlns:p14="http://schemas.microsoft.com/office/powerpoint/2010/main" val="52199031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3FE34F38-94AA-4F62-8832-48A80D3F204E}"/>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a:extLst>
              <a:ext uri="{FF2B5EF4-FFF2-40B4-BE49-F238E27FC236}">
                <a16:creationId xmlns:a16="http://schemas.microsoft.com/office/drawing/2014/main" id="{9483C3FE-A231-4B89-B872-32F0B9B83B51}"/>
              </a:ext>
            </a:extLst>
          </p:cNvPr>
          <p:cNvSpPr txBox="1"/>
          <p:nvPr userDrawn="1"/>
        </p:nvSpPr>
        <p:spPr bwMode="gray">
          <a:xfrm>
            <a:off x="10308172" y="6517422"/>
            <a:ext cx="1604606" cy="252826"/>
          </a:xfrm>
          <a:prstGeom prst="rect">
            <a:avLst/>
          </a:prstGeom>
          <a:noFill/>
        </p:spPr>
        <p:txBody>
          <a:bodyPr wrap="none" lIns="0" tIns="0" rIns="0" bIns="0" rtlCol="0">
            <a:spAutoFit/>
          </a:bodyPr>
          <a:lstStyle/>
          <a:p>
            <a:pPr>
              <a:lnSpc>
                <a:spcPts val="951"/>
              </a:lnSpc>
            </a:pPr>
            <a:r>
              <a:rPr kumimoji="1" lang="en-US" altLang="ja-JP" sz="800">
                <a:solidFill>
                  <a:schemeClr val="tx1"/>
                </a:solidFill>
                <a:latin typeface="+mn-lt"/>
                <a:ea typeface="+mn-ea"/>
                <a:cs typeface="+mn-cs"/>
                <a:sym typeface="+mn-lt"/>
              </a:rPr>
              <a:t>Member of</a:t>
            </a:r>
            <a:br>
              <a:rPr kumimoji="1" lang="en-US" altLang="ja-JP" sz="800">
                <a:solidFill>
                  <a:schemeClr val="tx1"/>
                </a:solidFill>
                <a:latin typeface="+mn-lt"/>
                <a:ea typeface="+mn-ea"/>
                <a:cs typeface="+mn-cs"/>
                <a:sym typeface="+mn-lt"/>
              </a:rPr>
            </a:br>
            <a:r>
              <a:rPr kumimoji="1" lang="en-US" altLang="ja-JP" sz="800" b="1">
                <a:solidFill>
                  <a:schemeClr val="tx1"/>
                </a:solidFill>
                <a:latin typeface="+mn-lt"/>
                <a:ea typeface="+mn-ea"/>
                <a:cs typeface="+mn-cs"/>
                <a:sym typeface="+mn-lt"/>
              </a:rPr>
              <a:t>Deloitte </a:t>
            </a:r>
            <a:r>
              <a:rPr kumimoji="1" lang="en-US" altLang="ja-JP" sz="800" b="1" err="1">
                <a:solidFill>
                  <a:schemeClr val="tx1"/>
                </a:solidFill>
                <a:latin typeface="+mn-lt"/>
                <a:ea typeface="+mn-ea"/>
                <a:cs typeface="+mn-cs"/>
                <a:sym typeface="+mn-lt"/>
              </a:rPr>
              <a:t>Touche</a:t>
            </a:r>
            <a:r>
              <a:rPr kumimoji="1" lang="en-US" altLang="ja-JP" sz="800" b="1">
                <a:solidFill>
                  <a:schemeClr val="tx1"/>
                </a:solidFill>
                <a:latin typeface="+mn-lt"/>
                <a:ea typeface="+mn-ea"/>
                <a:cs typeface="+mn-cs"/>
                <a:sym typeface="+mn-lt"/>
              </a:rPr>
              <a:t> Tohmatsu Limited</a:t>
            </a:r>
            <a:endParaRPr kumimoji="1" lang="ja-JP" altLang="en-US" sz="800" b="1">
              <a:solidFill>
                <a:schemeClr val="tx1"/>
              </a:solidFill>
              <a:latin typeface="+mn-lt"/>
              <a:ea typeface="+mn-ea"/>
              <a:cs typeface="+mn-cs"/>
              <a:sym typeface="+mn-lt"/>
            </a:endParaRPr>
          </a:p>
        </p:txBody>
      </p:sp>
      <p:sp>
        <p:nvSpPr>
          <p:cNvPr id="4" name="テキスト プレースホルダー 3">
            <a:extLst>
              <a:ext uri="{FF2B5EF4-FFF2-40B4-BE49-F238E27FC236}">
                <a16:creationId xmlns:a16="http://schemas.microsoft.com/office/drawing/2014/main" id="{524BFF78-91C0-4FA5-B03F-78B1D33C00F5}"/>
              </a:ext>
            </a:extLst>
          </p:cNvPr>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solidFill>
                  <a:schemeClr val="tx1"/>
                </a:solidFill>
                <a:latin typeface="+mn-lt"/>
                <a:ea typeface="+mn-ea"/>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a:extLst>
              <a:ext uri="{FF2B5EF4-FFF2-40B4-BE49-F238E27FC236}">
                <a16:creationId xmlns:a16="http://schemas.microsoft.com/office/drawing/2014/main" id="{9BD445DE-20C1-460B-9740-50459E6F6E63}"/>
              </a:ext>
            </a:extLst>
          </p:cNvPr>
          <p:cNvSpPr txBox="1">
            <a:spLocks noChangeArrowheads="1"/>
          </p:cNvSpPr>
          <p:nvPr userDrawn="1"/>
        </p:nvSpPr>
        <p:spPr bwMode="gray">
          <a:xfrm>
            <a:off x="478800" y="6660000"/>
            <a:ext cx="2604880" cy="123111"/>
          </a:xfrm>
          <a:prstGeom prst="rect">
            <a:avLst/>
          </a:prstGeom>
          <a:noFill/>
          <a:ln w="9525">
            <a:noFill/>
            <a:miter lim="800000"/>
            <a:headEnd/>
            <a:tailEnd/>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2025. For information, contact Deloitte Tohmatsu Group.</a:t>
            </a:r>
          </a:p>
        </p:txBody>
      </p:sp>
      <p:pic>
        <p:nvPicPr>
          <p:cNvPr id="10" name="図 9">
            <a:extLst>
              <a:ext uri="{FF2B5EF4-FFF2-40B4-BE49-F238E27FC236}">
                <a16:creationId xmlns:a16="http://schemas.microsoft.com/office/drawing/2014/main" id="{9C0938ED-B2BE-4693-8FA5-820BAD918B8F}"/>
              </a:ext>
            </a:extLst>
          </p:cNvPr>
          <p:cNvPicPr>
            <a:picLocks noChangeAspect="1"/>
          </p:cNvPicPr>
          <p:nvPr userDrawn="1"/>
        </p:nvPicPr>
        <p:blipFill rotWithShape="1">
          <a:blip r:embed="rId5">
            <a:extLst>
              <a:ext uri="{28A0092B-C50C-407E-A947-70E740481C1C}">
                <a14:useLocalDpi xmlns:a14="http://schemas.microsoft.com/office/drawing/2010/main"/>
              </a:ext>
            </a:extLst>
          </a:blip>
          <a:stretch/>
        </p:blipFill>
        <p:spPr bwMode="gray">
          <a:xfrm>
            <a:off x="478800" y="431997"/>
            <a:ext cx="3722400" cy="632360"/>
          </a:xfrm>
          <a:prstGeom prst="rect">
            <a:avLst/>
          </a:prstGeom>
        </p:spPr>
      </p:pic>
      <p:grpSp>
        <p:nvGrpSpPr>
          <p:cNvPr id="3" name="グループ化 2">
            <a:extLst>
              <a:ext uri="{FF2B5EF4-FFF2-40B4-BE49-F238E27FC236}">
                <a16:creationId xmlns:a16="http://schemas.microsoft.com/office/drawing/2014/main" id="{366F5FD9-1E58-CDA7-CACE-B242EB6B204F}"/>
              </a:ext>
            </a:extLst>
          </p:cNvPr>
          <p:cNvGrpSpPr/>
          <p:nvPr userDrawn="1"/>
        </p:nvGrpSpPr>
        <p:grpSpPr>
          <a:xfrm>
            <a:off x="10270800" y="3222000"/>
            <a:ext cx="1440000" cy="1861937"/>
            <a:chOff x="8050925" y="4451478"/>
            <a:chExt cx="1440000" cy="1861937"/>
          </a:xfrm>
        </p:grpSpPr>
        <p:pic>
          <p:nvPicPr>
            <p:cNvPr id="5" name="図 4" descr="ロゴ, 会社名&#10;&#10;自動的に生成された説明">
              <a:extLst>
                <a:ext uri="{FF2B5EF4-FFF2-40B4-BE49-F238E27FC236}">
                  <a16:creationId xmlns:a16="http://schemas.microsoft.com/office/drawing/2014/main" id="{D73EDECA-A512-7669-1691-62C5E111EAEA}"/>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bwMode="gray">
            <a:xfrm>
              <a:off x="8050925" y="4451478"/>
              <a:ext cx="1440000" cy="873777"/>
            </a:xfrm>
            <a:prstGeom prst="rect">
              <a:avLst/>
            </a:prstGeom>
          </p:spPr>
        </p:pic>
        <p:pic>
          <p:nvPicPr>
            <p:cNvPr id="6" name="図 5">
              <a:extLst>
                <a:ext uri="{FF2B5EF4-FFF2-40B4-BE49-F238E27FC236}">
                  <a16:creationId xmlns:a16="http://schemas.microsoft.com/office/drawing/2014/main" id="{17480D25-DAE4-135D-514C-ADF811A79B23}"/>
                </a:ext>
              </a:extLst>
            </p:cNvPr>
            <p:cNvPicPr>
              <a:picLocks noChangeAspect="1"/>
            </p:cNvPicPr>
            <p:nvPr userDrawn="1"/>
          </p:nvPicPr>
          <p:blipFill>
            <a:blip r:embed="rId7" cstate="print">
              <a:extLst>
                <a:ext uri="{28A0092B-C50C-407E-A947-70E740481C1C}">
                  <a14:useLocalDpi xmlns:a14="http://schemas.microsoft.com/office/drawing/2010/main"/>
                </a:ext>
              </a:extLst>
            </a:blip>
            <a:stretch>
              <a:fillRect/>
            </a:stretch>
          </p:blipFill>
          <p:spPr>
            <a:xfrm>
              <a:off x="8148021" y="5473537"/>
              <a:ext cx="1229139" cy="839878"/>
            </a:xfrm>
            <a:prstGeom prst="rect">
              <a:avLst/>
            </a:prstGeom>
          </p:spPr>
        </p:pic>
      </p:grpSp>
      <p:pic>
        <p:nvPicPr>
          <p:cNvPr id="7" name="Picture 3">
            <a:extLst>
              <a:ext uri="{FF2B5EF4-FFF2-40B4-BE49-F238E27FC236}">
                <a16:creationId xmlns:a16="http://schemas.microsoft.com/office/drawing/2014/main" id="{7114BB36-8EE5-0472-5190-1AC8C392D5CC}"/>
              </a:ext>
            </a:extLst>
          </p:cNvPr>
          <p:cNvPicPr>
            <a:picLocks noChangeAspect="1"/>
          </p:cNvPicPr>
          <p:nvPr userDrawn="1"/>
        </p:nvPicPr>
        <p:blipFill>
          <a:blip r:embed="rId8"/>
          <a:srcRect/>
          <a:stretch/>
        </p:blipFill>
        <p:spPr>
          <a:xfrm>
            <a:off x="10694852" y="5436000"/>
            <a:ext cx="1198880" cy="1198880"/>
          </a:xfrm>
          <a:prstGeom prst="rect">
            <a:avLst/>
          </a:prstGeom>
        </p:spPr>
      </p:pic>
    </p:spTree>
    <p:extLst>
      <p:ext uri="{BB962C8B-B14F-4D97-AF65-F5344CB8AC3E}">
        <p14:creationId xmlns:p14="http://schemas.microsoft.com/office/powerpoint/2010/main" val="553231123"/>
      </p:ext>
    </p:extLst>
  </p:cSld>
  <p:clrMapOvr>
    <a:overrideClrMapping bg1="dk1" tx1="lt1" bg2="dk2" tx2="lt2" accent1="accent1" accent2="accent2" accent3="accent3" accent4="accent4" accent5="accent5" accent6="accent6" hlink="hlink" folHlink="folHlink"/>
  </p:clrMapOvr>
  <p:hf hdr="0"/>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基本版②） タイトルのみ_16:9">
    <p:spTree>
      <p:nvGrpSpPr>
        <p:cNvPr id="1" name=""/>
        <p:cNvGrpSpPr/>
        <p:nvPr/>
      </p:nvGrpSpPr>
      <p:grpSpPr>
        <a:xfrm>
          <a:off x="0" y="0"/>
          <a:ext cx="0" cy="0"/>
          <a:chOff x="0" y="0"/>
          <a:chExt cx="0" cy="0"/>
        </a:xfrm>
      </p:grpSpPr>
      <p:graphicFrame>
        <p:nvGraphicFramePr>
          <p:cNvPr id="6" name="オブジェクト 5" hidden="1">
            <a:extLst>
              <a:ext uri="{FF2B5EF4-FFF2-40B4-BE49-F238E27FC236}">
                <a16:creationId xmlns:a16="http://schemas.microsoft.com/office/drawing/2014/main" id="{565569E2-3698-4981-B3D0-8A71927BC8F8}"/>
              </a:ext>
            </a:extLst>
          </p:cNvPr>
          <p:cNvGraphicFramePr>
            <a:graphicFrameLocks noChangeAspect="1"/>
          </p:cNvGraphicFramePr>
          <p:nvPr userDrawn="1">
            <p:custDataLst>
              <p:tags r:id="rId1"/>
            </p:custDataLst>
            <p:extLst>
              <p:ext uri="{D42A27DB-BD31-4B8C-83A1-F6EECF244321}">
                <p14:modId xmlns:p14="http://schemas.microsoft.com/office/powerpoint/2010/main" val="359929928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6" name="オブジェクト 5" hidden="1">
                        <a:extLst>
                          <a:ext uri="{FF2B5EF4-FFF2-40B4-BE49-F238E27FC236}">
                            <a16:creationId xmlns:a16="http://schemas.microsoft.com/office/drawing/2014/main" id="{565569E2-3698-4981-B3D0-8A71927BC8F8}"/>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a:xfrm>
            <a:off x="730799" y="6588000"/>
            <a:ext cx="5184000" cy="169200"/>
          </a:xfrm>
        </p:spPr>
        <p:txBody>
          <a:bodyPr/>
          <a:lstStyle>
            <a:lvl1pPr>
              <a:defRPr>
                <a:solidFill>
                  <a:schemeClr val="tx1"/>
                </a:solidFill>
                <a:latin typeface="+mn-lt"/>
                <a:ea typeface="+mn-ea"/>
                <a:cs typeface="+mn-cs"/>
              </a:defRPr>
            </a:lvl1pPr>
          </a:lstStyle>
          <a:p>
            <a:r>
              <a:rPr lang="en-GB" altLang="en-GB"/>
              <a:t>DT Template 16:9</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defRPr>
            </a:lvl1pPr>
          </a:lstStyle>
          <a:p>
            <a:fld id="{56E56C22-CD92-4A50-AAD1-E2171E0619BD}" type="slidenum">
              <a:rPr lang="ja-JP" altLang="en-US" smtClean="0"/>
              <a:pPr/>
              <a:t>‹#›</a:t>
            </a:fld>
            <a:endParaRPr lang="ja-JP" altLang="en-US"/>
          </a:p>
        </p:txBody>
      </p:sp>
      <p:sp>
        <p:nvSpPr>
          <p:cNvPr id="5" name="テキスト プレースホルダー 6">
            <a:extLst>
              <a:ext uri="{FF2B5EF4-FFF2-40B4-BE49-F238E27FC236}">
                <a16:creationId xmlns:a16="http://schemas.microsoft.com/office/drawing/2014/main" id="{B5C48E74-0194-96FD-16F5-39F7833E8EEF}"/>
              </a:ext>
            </a:extLst>
          </p:cNvPr>
          <p:cNvSpPr>
            <a:spLocks noGrp="1"/>
          </p:cNvSpPr>
          <p:nvPr>
            <p:ph type="body" sz="quarter" idx="17" hasCustomPrompt="1"/>
          </p:nvPr>
        </p:nvSpPr>
        <p:spPr>
          <a:xfrm>
            <a:off x="478798" y="5951022"/>
            <a:ext cx="11233150" cy="360000"/>
          </a:xfrm>
        </p:spPr>
        <p:txBody>
          <a:bodyPr anchor="b">
            <a:noAutofit/>
          </a:bodyPr>
          <a:lstStyle>
            <a:lvl1pPr fontAlgn="auto">
              <a:lnSpc>
                <a:spcPct val="100000"/>
              </a:lnSpc>
              <a:spcBef>
                <a:spcPts val="0"/>
              </a:spcBef>
              <a:defRPr sz="1200">
                <a:latin typeface="+mn-lt"/>
                <a:ea typeface="+mn-ea"/>
                <a:cs typeface="+mn-cs"/>
              </a:defRPr>
            </a:lvl1pPr>
          </a:lstStyle>
          <a:p>
            <a:pPr lvl="0"/>
            <a:r>
              <a:rPr kumimoji="1" lang="ja-JP" altLang="en-US"/>
              <a:t>出所：</a:t>
            </a:r>
            <a:r>
              <a:rPr kumimoji="1" lang="en-US" altLang="ja-JP"/>
              <a:t>XXX</a:t>
            </a:r>
            <a:br>
              <a:rPr kumimoji="1" lang="en-US" altLang="ja-JP"/>
            </a:br>
            <a:r>
              <a:rPr kumimoji="1" lang="ja-JP" altLang="en-US"/>
              <a:t>脚注：</a:t>
            </a:r>
            <a:r>
              <a:rPr kumimoji="1" lang="en-US" altLang="ja-JP"/>
              <a:t>XXX</a:t>
            </a:r>
            <a:endParaRPr kumimoji="1" lang="ja-JP" altLang="en-US"/>
          </a:p>
        </p:txBody>
      </p:sp>
      <p:sp>
        <p:nvSpPr>
          <p:cNvPr id="10" name="タイトル 5">
            <a:extLst>
              <a:ext uri="{FF2B5EF4-FFF2-40B4-BE49-F238E27FC236}">
                <a16:creationId xmlns:a16="http://schemas.microsoft.com/office/drawing/2014/main" id="{1976C00D-F300-41F7-B9BE-555B270FFC25}"/>
              </a:ext>
            </a:extLst>
          </p:cNvPr>
          <p:cNvSpPr>
            <a:spLocks noGrp="1"/>
          </p:cNvSpPr>
          <p:nvPr>
            <p:ph type="title" hasCustomPrompt="1"/>
          </p:nvPr>
        </p:nvSpPr>
        <p:spPr bwMode="gray">
          <a:xfrm>
            <a:off x="478798" y="836613"/>
            <a:ext cx="11232000" cy="647700"/>
          </a:xfrm>
        </p:spPr>
        <p:txBody>
          <a:bodyPr vert="horz" anchor="t" anchorCtr="0">
            <a:noAutofit/>
          </a:bodyPr>
          <a:lstStyle>
            <a:lvl1pPr>
              <a:defRPr sz="1800" b="0" baseline="0">
                <a:solidFill>
                  <a:schemeClr val="tx1"/>
                </a:solidFill>
                <a:latin typeface="+mn-lt"/>
                <a:ea typeface="+mn-ea"/>
                <a:cs typeface="+mj-cs"/>
              </a:defRPr>
            </a:lvl1pPr>
          </a:lstStyle>
          <a:p>
            <a:r>
              <a:rPr kumimoji="1" lang="ja-JP" altLang="en-US"/>
              <a:t>キーメッセージ（オプション）</a:t>
            </a:r>
          </a:p>
        </p:txBody>
      </p:sp>
      <p:sp>
        <p:nvSpPr>
          <p:cNvPr id="9" name="テキスト プレースホルダー 2">
            <a:extLst>
              <a:ext uri="{FF2B5EF4-FFF2-40B4-BE49-F238E27FC236}">
                <a16:creationId xmlns:a16="http://schemas.microsoft.com/office/drawing/2014/main" id="{87B3B458-ABA1-4820-BE44-AF09043A23A8}"/>
              </a:ext>
            </a:extLst>
          </p:cNvPr>
          <p:cNvSpPr>
            <a:spLocks noGrp="1"/>
          </p:cNvSpPr>
          <p:nvPr>
            <p:ph type="body" sz="quarter" idx="16" hasCustomPrompt="1"/>
          </p:nvPr>
        </p:nvSpPr>
        <p:spPr bwMode="gray">
          <a:xfrm>
            <a:off x="478798" y="152400"/>
            <a:ext cx="11232000" cy="647700"/>
          </a:xfrm>
          <a:prstGeom prst="rect">
            <a:avLst/>
          </a:prstGeom>
        </p:spPr>
        <p:txBody>
          <a:bodyPr wrap="square" tIns="0" anchor="b" anchorCtr="0">
            <a:noAutofit/>
          </a:bodyPr>
          <a:lstStyle>
            <a:lvl1pPr fontAlgn="ctr">
              <a:lnSpc>
                <a:spcPct val="100000"/>
              </a:lnSpc>
              <a:spcBef>
                <a:spcPts val="0"/>
              </a:spcBef>
              <a:defRPr sz="2400" b="1" baseline="0">
                <a:solidFill>
                  <a:schemeClr val="tx1"/>
                </a:solidFill>
                <a:latin typeface="+mj-lt"/>
                <a:ea typeface="+mj-ea"/>
                <a:cs typeface="+mn-cs"/>
              </a:defRPr>
            </a:lvl1pPr>
          </a:lstStyle>
          <a:p>
            <a:pPr marL="0" marR="0" lvl="0" indent="0" algn="l" defTabSz="990564" rtl="0" eaLnBrk="1" fontAlgn="auto" latinLnBrk="0" hangingPunct="1">
              <a:lnSpc>
                <a:spcPct val="100000"/>
              </a:lnSpc>
              <a:spcBef>
                <a:spcPts val="0"/>
              </a:spcBef>
              <a:spcAft>
                <a:spcPts val="0"/>
              </a:spcAft>
              <a:buClrTx/>
              <a:buSzPct val="100000"/>
              <a:buFont typeface="Arial" panose="020B0604020202020204" pitchFamily="34" charset="0"/>
              <a:buNone/>
              <a:tabLst/>
              <a:defRPr/>
            </a:pPr>
            <a:r>
              <a:rPr kumimoji="1" lang="ja-JP" altLang="en-US"/>
              <a:t>スライドタイトル（入力が必要）</a:t>
            </a:r>
          </a:p>
        </p:txBody>
      </p:sp>
    </p:spTree>
    <p:extLst>
      <p:ext uri="{BB962C8B-B14F-4D97-AF65-F5344CB8AC3E}">
        <p14:creationId xmlns:p14="http://schemas.microsoft.com/office/powerpoint/2010/main" val="1036365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基本版②）タイトルのみ_出所・脚注なし_16:9">
    <p:spTree>
      <p:nvGrpSpPr>
        <p:cNvPr id="1" name=""/>
        <p:cNvGrpSpPr/>
        <p:nvPr/>
      </p:nvGrpSpPr>
      <p:grpSpPr>
        <a:xfrm>
          <a:off x="0" y="0"/>
          <a:ext cx="0" cy="0"/>
          <a:chOff x="0" y="0"/>
          <a:chExt cx="0" cy="0"/>
        </a:xfrm>
      </p:grpSpPr>
      <p:graphicFrame>
        <p:nvGraphicFramePr>
          <p:cNvPr id="6" name="オブジェクト 5" hidden="1">
            <a:extLst>
              <a:ext uri="{FF2B5EF4-FFF2-40B4-BE49-F238E27FC236}">
                <a16:creationId xmlns:a16="http://schemas.microsoft.com/office/drawing/2014/main" id="{565569E2-3698-4981-B3D0-8A71927BC8F8}"/>
              </a:ext>
            </a:extLst>
          </p:cNvPr>
          <p:cNvGraphicFramePr>
            <a:graphicFrameLocks noChangeAspect="1"/>
          </p:cNvGraphicFramePr>
          <p:nvPr userDrawn="1">
            <p:custDataLst>
              <p:tags r:id="rId1"/>
            </p:custDataLst>
            <p:extLst>
              <p:ext uri="{D42A27DB-BD31-4B8C-83A1-F6EECF244321}">
                <p14:modId xmlns:p14="http://schemas.microsoft.com/office/powerpoint/2010/main" val="304204445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6" name="オブジェクト 5" hidden="1">
                        <a:extLst>
                          <a:ext uri="{FF2B5EF4-FFF2-40B4-BE49-F238E27FC236}">
                            <a16:creationId xmlns:a16="http://schemas.microsoft.com/office/drawing/2014/main" id="{565569E2-3698-4981-B3D0-8A71927BC8F8}"/>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a:xfrm>
            <a:off x="730799" y="6588000"/>
            <a:ext cx="5184000" cy="169200"/>
          </a:xfrm>
        </p:spPr>
        <p:txBody>
          <a:bodyPr/>
          <a:lstStyle>
            <a:lvl1pPr>
              <a:defRPr>
                <a:solidFill>
                  <a:schemeClr val="tx1"/>
                </a:solidFill>
                <a:latin typeface="+mn-lt"/>
                <a:ea typeface="+mn-ea"/>
                <a:cs typeface="+mn-cs"/>
              </a:defRPr>
            </a:lvl1pPr>
          </a:lstStyle>
          <a:p>
            <a:r>
              <a:rPr lang="en-GB" altLang="en-GB"/>
              <a:t>DT Template 16:9</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defRPr>
            </a:lvl1pPr>
          </a:lstStyle>
          <a:p>
            <a:fld id="{56E56C22-CD92-4A50-AAD1-E2171E0619BD}" type="slidenum">
              <a:rPr lang="ja-JP" altLang="en-US" smtClean="0"/>
              <a:pPr/>
              <a:t>‹#›</a:t>
            </a:fld>
            <a:endParaRPr lang="ja-JP" altLang="en-US"/>
          </a:p>
        </p:txBody>
      </p:sp>
      <p:sp>
        <p:nvSpPr>
          <p:cNvPr id="10" name="タイトル 5">
            <a:extLst>
              <a:ext uri="{FF2B5EF4-FFF2-40B4-BE49-F238E27FC236}">
                <a16:creationId xmlns:a16="http://schemas.microsoft.com/office/drawing/2014/main" id="{1976C00D-F300-41F7-B9BE-555B270FFC25}"/>
              </a:ext>
            </a:extLst>
          </p:cNvPr>
          <p:cNvSpPr>
            <a:spLocks noGrp="1"/>
          </p:cNvSpPr>
          <p:nvPr>
            <p:ph type="title" hasCustomPrompt="1"/>
          </p:nvPr>
        </p:nvSpPr>
        <p:spPr bwMode="gray">
          <a:xfrm>
            <a:off x="478798" y="836613"/>
            <a:ext cx="11232000" cy="647700"/>
          </a:xfrm>
        </p:spPr>
        <p:txBody>
          <a:bodyPr vert="horz" anchor="t" anchorCtr="0">
            <a:noAutofit/>
          </a:bodyPr>
          <a:lstStyle>
            <a:lvl1pPr>
              <a:defRPr sz="1800" b="0" baseline="0">
                <a:solidFill>
                  <a:schemeClr val="tx1"/>
                </a:solidFill>
                <a:latin typeface="+mn-lt"/>
                <a:ea typeface="+mn-ea"/>
                <a:cs typeface="+mj-cs"/>
              </a:defRPr>
            </a:lvl1pPr>
          </a:lstStyle>
          <a:p>
            <a:r>
              <a:rPr kumimoji="1" lang="ja-JP" altLang="en-US"/>
              <a:t>キーメッセージ（オプション）</a:t>
            </a:r>
          </a:p>
        </p:txBody>
      </p:sp>
      <p:sp>
        <p:nvSpPr>
          <p:cNvPr id="9" name="テキスト プレースホルダー 2">
            <a:extLst>
              <a:ext uri="{FF2B5EF4-FFF2-40B4-BE49-F238E27FC236}">
                <a16:creationId xmlns:a16="http://schemas.microsoft.com/office/drawing/2014/main" id="{87B3B458-ABA1-4820-BE44-AF09043A23A8}"/>
              </a:ext>
            </a:extLst>
          </p:cNvPr>
          <p:cNvSpPr>
            <a:spLocks noGrp="1"/>
          </p:cNvSpPr>
          <p:nvPr>
            <p:ph type="body" sz="quarter" idx="16" hasCustomPrompt="1"/>
          </p:nvPr>
        </p:nvSpPr>
        <p:spPr bwMode="gray">
          <a:xfrm>
            <a:off x="478798" y="152400"/>
            <a:ext cx="11232000" cy="647700"/>
          </a:xfrm>
          <a:prstGeom prst="rect">
            <a:avLst/>
          </a:prstGeom>
        </p:spPr>
        <p:txBody>
          <a:bodyPr wrap="square" tIns="0" anchor="b" anchorCtr="0">
            <a:noAutofit/>
          </a:bodyPr>
          <a:lstStyle>
            <a:lvl1pPr fontAlgn="ctr">
              <a:lnSpc>
                <a:spcPct val="100000"/>
              </a:lnSpc>
              <a:spcBef>
                <a:spcPts val="0"/>
              </a:spcBef>
              <a:defRPr sz="2400" b="1" baseline="0">
                <a:solidFill>
                  <a:schemeClr val="tx1"/>
                </a:solidFill>
                <a:latin typeface="+mj-lt"/>
                <a:ea typeface="+mj-ea"/>
                <a:cs typeface="+mn-cs"/>
              </a:defRPr>
            </a:lvl1pPr>
          </a:lstStyle>
          <a:p>
            <a:pPr marL="0" marR="0" lvl="0" indent="0" algn="l" defTabSz="990564" rtl="0" eaLnBrk="1" fontAlgn="auto" latinLnBrk="0" hangingPunct="1">
              <a:lnSpc>
                <a:spcPct val="100000"/>
              </a:lnSpc>
              <a:spcBef>
                <a:spcPts val="0"/>
              </a:spcBef>
              <a:spcAft>
                <a:spcPts val="0"/>
              </a:spcAft>
              <a:buClrTx/>
              <a:buSzPct val="100000"/>
              <a:buFont typeface="Arial" panose="020B0604020202020204" pitchFamily="34" charset="0"/>
              <a:buNone/>
              <a:tabLst/>
              <a:defRPr/>
            </a:pPr>
            <a:r>
              <a:rPr kumimoji="1" lang="ja-JP" altLang="en-US"/>
              <a:t>スライドタイトル（入力が必要）</a:t>
            </a:r>
          </a:p>
        </p:txBody>
      </p:sp>
    </p:spTree>
    <p:extLst>
      <p:ext uri="{BB962C8B-B14F-4D97-AF65-F5344CB8AC3E}">
        <p14:creationId xmlns:p14="http://schemas.microsoft.com/office/powerpoint/2010/main" val="259488813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基本版②）小見出しあり_16:9">
    <p:spTree>
      <p:nvGrpSpPr>
        <p:cNvPr id="1" name=""/>
        <p:cNvGrpSpPr/>
        <p:nvPr/>
      </p:nvGrpSpPr>
      <p:grpSpPr>
        <a:xfrm>
          <a:off x="0" y="0"/>
          <a:ext cx="0" cy="0"/>
          <a:chOff x="0" y="0"/>
          <a:chExt cx="0" cy="0"/>
        </a:xfrm>
      </p:grpSpPr>
      <p:graphicFrame>
        <p:nvGraphicFramePr>
          <p:cNvPr id="6" name="オブジェクト 5" hidden="1">
            <a:extLst>
              <a:ext uri="{FF2B5EF4-FFF2-40B4-BE49-F238E27FC236}">
                <a16:creationId xmlns:a16="http://schemas.microsoft.com/office/drawing/2014/main" id="{565569E2-3698-4981-B3D0-8A71927BC8F8}"/>
              </a:ext>
            </a:extLst>
          </p:cNvPr>
          <p:cNvGraphicFramePr>
            <a:graphicFrameLocks noChangeAspect="1"/>
          </p:cNvGraphicFramePr>
          <p:nvPr userDrawn="1">
            <p:custDataLst>
              <p:tags r:id="rId1"/>
            </p:custDataLst>
            <p:extLst>
              <p:ext uri="{D42A27DB-BD31-4B8C-83A1-F6EECF244321}">
                <p14:modId xmlns:p14="http://schemas.microsoft.com/office/powerpoint/2010/main" val="32911500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6" name="オブジェクト 5" hidden="1">
                        <a:extLst>
                          <a:ext uri="{FF2B5EF4-FFF2-40B4-BE49-F238E27FC236}">
                            <a16:creationId xmlns:a16="http://schemas.microsoft.com/office/drawing/2014/main" id="{565569E2-3698-4981-B3D0-8A71927BC8F8}"/>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a:xfrm>
            <a:off x="730799" y="6588000"/>
            <a:ext cx="5184000" cy="169200"/>
          </a:xfrm>
        </p:spPr>
        <p:txBody>
          <a:bodyPr/>
          <a:lstStyle>
            <a:lvl1pPr>
              <a:defRPr>
                <a:solidFill>
                  <a:schemeClr val="tx1"/>
                </a:solidFill>
                <a:latin typeface="+mn-lt"/>
                <a:ea typeface="+mn-ea"/>
                <a:cs typeface="+mn-cs"/>
              </a:defRPr>
            </a:lvl1pPr>
          </a:lstStyle>
          <a:p>
            <a:r>
              <a:rPr lang="en-GB" altLang="en-GB"/>
              <a:t>DT Template 16:9</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defRPr>
            </a:lvl1pPr>
          </a:lstStyle>
          <a:p>
            <a:fld id="{56E56C22-CD92-4A50-AAD1-E2171E0619BD}" type="slidenum">
              <a:rPr lang="ja-JP" altLang="en-US" smtClean="0"/>
              <a:pPr/>
              <a:t>‹#›</a:t>
            </a:fld>
            <a:endParaRPr lang="ja-JP" altLang="en-US"/>
          </a:p>
        </p:txBody>
      </p:sp>
      <p:sp>
        <p:nvSpPr>
          <p:cNvPr id="5" name="テキスト プレースホルダー 6">
            <a:extLst>
              <a:ext uri="{FF2B5EF4-FFF2-40B4-BE49-F238E27FC236}">
                <a16:creationId xmlns:a16="http://schemas.microsoft.com/office/drawing/2014/main" id="{B5C48E74-0194-96FD-16F5-39F7833E8EEF}"/>
              </a:ext>
            </a:extLst>
          </p:cNvPr>
          <p:cNvSpPr>
            <a:spLocks noGrp="1"/>
          </p:cNvSpPr>
          <p:nvPr>
            <p:ph type="body" sz="quarter" idx="17" hasCustomPrompt="1"/>
          </p:nvPr>
        </p:nvSpPr>
        <p:spPr>
          <a:xfrm>
            <a:off x="478798" y="5951022"/>
            <a:ext cx="11233150" cy="360000"/>
          </a:xfrm>
        </p:spPr>
        <p:txBody>
          <a:bodyPr anchor="b">
            <a:noAutofit/>
          </a:bodyPr>
          <a:lstStyle>
            <a:lvl1pPr fontAlgn="auto">
              <a:lnSpc>
                <a:spcPct val="100000"/>
              </a:lnSpc>
              <a:spcBef>
                <a:spcPts val="0"/>
              </a:spcBef>
              <a:defRPr sz="1200">
                <a:latin typeface="+mn-lt"/>
                <a:ea typeface="+mn-ea"/>
                <a:cs typeface="+mn-cs"/>
              </a:defRPr>
            </a:lvl1pPr>
          </a:lstStyle>
          <a:p>
            <a:pPr lvl="0"/>
            <a:r>
              <a:rPr kumimoji="1" lang="ja-JP" altLang="en-US"/>
              <a:t>出所：</a:t>
            </a:r>
            <a:r>
              <a:rPr kumimoji="1" lang="en-US" altLang="ja-JP"/>
              <a:t>XXX</a:t>
            </a:r>
            <a:br>
              <a:rPr kumimoji="1" lang="en-US" altLang="ja-JP"/>
            </a:br>
            <a:r>
              <a:rPr kumimoji="1" lang="ja-JP" altLang="en-US"/>
              <a:t>脚注：</a:t>
            </a:r>
            <a:r>
              <a:rPr kumimoji="1" lang="en-US" altLang="ja-JP"/>
              <a:t>XXX</a:t>
            </a:r>
            <a:endParaRPr kumimoji="1" lang="ja-JP" altLang="en-US"/>
          </a:p>
        </p:txBody>
      </p:sp>
      <p:sp>
        <p:nvSpPr>
          <p:cNvPr id="7" name="テキスト プレースホルダー 3">
            <a:extLst>
              <a:ext uri="{FF2B5EF4-FFF2-40B4-BE49-F238E27FC236}">
                <a16:creationId xmlns:a16="http://schemas.microsoft.com/office/drawing/2014/main" id="{22111ABA-B7FF-8C45-F205-C96EDB6F8C54}"/>
              </a:ext>
            </a:extLst>
          </p:cNvPr>
          <p:cNvSpPr>
            <a:spLocks noGrp="1"/>
          </p:cNvSpPr>
          <p:nvPr>
            <p:ph type="body" sz="quarter" idx="18" hasCustomPrompt="1"/>
          </p:nvPr>
        </p:nvSpPr>
        <p:spPr>
          <a:xfrm>
            <a:off x="479425" y="1494000"/>
            <a:ext cx="5437188" cy="468000"/>
          </a:xfrm>
        </p:spPr>
        <p:txBody>
          <a:bodyPr anchor="ctr">
            <a:noAutofit/>
          </a:bodyPr>
          <a:lstStyle>
            <a:lvl1pPr>
              <a:spcBef>
                <a:spcPts val="0"/>
              </a:spcBef>
              <a:defRPr sz="1800" b="1" baseline="0">
                <a:solidFill>
                  <a:schemeClr val="accent3"/>
                </a:solidFill>
                <a:latin typeface="+mn-lt"/>
                <a:ea typeface="+mn-ea"/>
                <a:cs typeface="+mn-cs"/>
              </a:defRPr>
            </a:lvl1pPr>
          </a:lstStyle>
          <a:p>
            <a:pPr lvl="0"/>
            <a:r>
              <a:rPr kumimoji="1" lang="ja-JP" altLang="en-US"/>
              <a:t>小見出し（オプション）</a:t>
            </a:r>
          </a:p>
        </p:txBody>
      </p:sp>
      <p:sp>
        <p:nvSpPr>
          <p:cNvPr id="9" name="テキスト プレースホルダー 2">
            <a:extLst>
              <a:ext uri="{FF2B5EF4-FFF2-40B4-BE49-F238E27FC236}">
                <a16:creationId xmlns:a16="http://schemas.microsoft.com/office/drawing/2014/main" id="{87B3B458-ABA1-4820-BE44-AF09043A23A8}"/>
              </a:ext>
            </a:extLst>
          </p:cNvPr>
          <p:cNvSpPr>
            <a:spLocks noGrp="1"/>
          </p:cNvSpPr>
          <p:nvPr>
            <p:ph type="body" sz="quarter" idx="16" hasCustomPrompt="1"/>
          </p:nvPr>
        </p:nvSpPr>
        <p:spPr bwMode="gray">
          <a:xfrm>
            <a:off x="478798" y="152400"/>
            <a:ext cx="11232000" cy="647700"/>
          </a:xfrm>
          <a:prstGeom prst="rect">
            <a:avLst/>
          </a:prstGeom>
        </p:spPr>
        <p:txBody>
          <a:bodyPr wrap="square" tIns="0" anchor="b" anchorCtr="0">
            <a:noAutofit/>
          </a:bodyPr>
          <a:lstStyle>
            <a:lvl1pPr fontAlgn="ctr">
              <a:lnSpc>
                <a:spcPct val="100000"/>
              </a:lnSpc>
              <a:spcBef>
                <a:spcPts val="0"/>
              </a:spcBef>
              <a:defRPr sz="2400" b="1" baseline="0">
                <a:solidFill>
                  <a:schemeClr val="tx1"/>
                </a:solidFill>
                <a:latin typeface="+mj-lt"/>
                <a:ea typeface="+mj-ea"/>
                <a:cs typeface="+mn-cs"/>
              </a:defRPr>
            </a:lvl1pPr>
          </a:lstStyle>
          <a:p>
            <a:pPr marL="0" marR="0" lvl="0" indent="0" algn="l" defTabSz="990564" rtl="0" eaLnBrk="1" fontAlgn="auto" latinLnBrk="0" hangingPunct="1">
              <a:lnSpc>
                <a:spcPct val="100000"/>
              </a:lnSpc>
              <a:spcBef>
                <a:spcPts val="0"/>
              </a:spcBef>
              <a:spcAft>
                <a:spcPts val="0"/>
              </a:spcAft>
              <a:buClrTx/>
              <a:buSzPct val="100000"/>
              <a:buFont typeface="Arial" panose="020B0604020202020204" pitchFamily="34" charset="0"/>
              <a:buNone/>
              <a:tabLst/>
              <a:defRPr/>
            </a:pPr>
            <a:r>
              <a:rPr kumimoji="1" lang="ja-JP" altLang="en-US"/>
              <a:t>スライドタイトル（入力が必要）</a:t>
            </a:r>
          </a:p>
        </p:txBody>
      </p:sp>
      <p:sp>
        <p:nvSpPr>
          <p:cNvPr id="10" name="タイトル 5">
            <a:extLst>
              <a:ext uri="{FF2B5EF4-FFF2-40B4-BE49-F238E27FC236}">
                <a16:creationId xmlns:a16="http://schemas.microsoft.com/office/drawing/2014/main" id="{1976C00D-F300-41F7-B9BE-555B270FFC25}"/>
              </a:ext>
            </a:extLst>
          </p:cNvPr>
          <p:cNvSpPr>
            <a:spLocks noGrp="1"/>
          </p:cNvSpPr>
          <p:nvPr>
            <p:ph type="title" hasCustomPrompt="1"/>
          </p:nvPr>
        </p:nvSpPr>
        <p:spPr bwMode="gray">
          <a:xfrm>
            <a:off x="478798" y="836613"/>
            <a:ext cx="11232000" cy="647700"/>
          </a:xfrm>
        </p:spPr>
        <p:txBody>
          <a:bodyPr vert="horz" anchor="t" anchorCtr="0">
            <a:noAutofit/>
          </a:bodyPr>
          <a:lstStyle>
            <a:lvl1pPr>
              <a:defRPr sz="1800" b="0" baseline="0">
                <a:solidFill>
                  <a:schemeClr val="tx1"/>
                </a:solidFill>
                <a:latin typeface="+mn-lt"/>
                <a:ea typeface="+mn-ea"/>
                <a:cs typeface="+mj-cs"/>
              </a:defRPr>
            </a:lvl1pPr>
          </a:lstStyle>
          <a:p>
            <a:r>
              <a:rPr kumimoji="1" lang="ja-JP" altLang="en-US"/>
              <a:t>キーメッセージ（オプション）</a:t>
            </a:r>
          </a:p>
        </p:txBody>
      </p:sp>
    </p:spTree>
    <p:extLst>
      <p:ext uri="{BB962C8B-B14F-4D97-AF65-F5344CB8AC3E}">
        <p14:creationId xmlns:p14="http://schemas.microsoft.com/office/powerpoint/2010/main" val="14444192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基本版②）黒_タイトルのみ_16:9">
    <p:bg>
      <p:bgRef idx="1001">
        <a:schemeClr val="bg1"/>
      </p:bgRef>
    </p:bg>
    <p:spTree>
      <p:nvGrpSpPr>
        <p:cNvPr id="1" name=""/>
        <p:cNvGrpSpPr/>
        <p:nvPr/>
      </p:nvGrpSpPr>
      <p:grpSpPr>
        <a:xfrm>
          <a:off x="0" y="0"/>
          <a:ext cx="0" cy="0"/>
          <a:chOff x="0" y="0"/>
          <a:chExt cx="0" cy="0"/>
        </a:xfrm>
      </p:grpSpPr>
      <p:graphicFrame>
        <p:nvGraphicFramePr>
          <p:cNvPr id="6" name="オブジェクト 5" hidden="1">
            <a:extLst>
              <a:ext uri="{FF2B5EF4-FFF2-40B4-BE49-F238E27FC236}">
                <a16:creationId xmlns:a16="http://schemas.microsoft.com/office/drawing/2014/main" id="{565569E2-3698-4981-B3D0-8A71927BC8F8}"/>
              </a:ext>
            </a:extLst>
          </p:cNvPr>
          <p:cNvGraphicFramePr>
            <a:graphicFrameLocks noChangeAspect="1"/>
          </p:cNvGraphicFramePr>
          <p:nvPr userDrawn="1">
            <p:custDataLst>
              <p:tags r:id="rId1"/>
            </p:custDataLst>
            <p:extLst>
              <p:ext uri="{D42A27DB-BD31-4B8C-83A1-F6EECF244321}">
                <p14:modId xmlns:p14="http://schemas.microsoft.com/office/powerpoint/2010/main" val="43545795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6" name="オブジェクト 5" hidden="1">
                        <a:extLst>
                          <a:ext uri="{FF2B5EF4-FFF2-40B4-BE49-F238E27FC236}">
                            <a16:creationId xmlns:a16="http://schemas.microsoft.com/office/drawing/2014/main" id="{565569E2-3698-4981-B3D0-8A71927BC8F8}"/>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a:xfrm>
            <a:off x="730799" y="6588000"/>
            <a:ext cx="5184000" cy="169200"/>
          </a:xfrm>
        </p:spPr>
        <p:txBody>
          <a:bodyPr/>
          <a:lstStyle>
            <a:lvl1pPr>
              <a:defRPr>
                <a:solidFill>
                  <a:schemeClr val="tx1"/>
                </a:solidFill>
                <a:latin typeface="+mn-lt"/>
                <a:ea typeface="+mn-ea"/>
                <a:cs typeface="+mn-cs"/>
              </a:defRPr>
            </a:lvl1pPr>
          </a:lstStyle>
          <a:p>
            <a:r>
              <a:rPr lang="en-GB" altLang="en-GB"/>
              <a:t>DT Template 16:9</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defRPr>
            </a:lvl1pPr>
          </a:lstStyle>
          <a:p>
            <a:fld id="{56E56C22-CD92-4A50-AAD1-E2171E0619BD}" type="slidenum">
              <a:rPr lang="ja-JP" altLang="en-US" smtClean="0"/>
              <a:pPr/>
              <a:t>‹#›</a:t>
            </a:fld>
            <a:endParaRPr lang="ja-JP" altLang="en-US"/>
          </a:p>
        </p:txBody>
      </p:sp>
      <p:sp>
        <p:nvSpPr>
          <p:cNvPr id="5" name="テキスト プレースホルダー 6">
            <a:extLst>
              <a:ext uri="{FF2B5EF4-FFF2-40B4-BE49-F238E27FC236}">
                <a16:creationId xmlns:a16="http://schemas.microsoft.com/office/drawing/2014/main" id="{B5C48E74-0194-96FD-16F5-39F7833E8EEF}"/>
              </a:ext>
            </a:extLst>
          </p:cNvPr>
          <p:cNvSpPr>
            <a:spLocks noGrp="1"/>
          </p:cNvSpPr>
          <p:nvPr>
            <p:ph type="body" sz="quarter" idx="17" hasCustomPrompt="1"/>
          </p:nvPr>
        </p:nvSpPr>
        <p:spPr>
          <a:xfrm>
            <a:off x="478798" y="5951022"/>
            <a:ext cx="11233150" cy="360000"/>
          </a:xfrm>
        </p:spPr>
        <p:txBody>
          <a:bodyPr anchor="b">
            <a:noAutofit/>
          </a:bodyPr>
          <a:lstStyle>
            <a:lvl1pPr fontAlgn="auto">
              <a:lnSpc>
                <a:spcPct val="100000"/>
              </a:lnSpc>
              <a:spcBef>
                <a:spcPts val="0"/>
              </a:spcBef>
              <a:defRPr sz="1200" baseline="0">
                <a:latin typeface="+mn-lt"/>
                <a:ea typeface="+mn-ea"/>
                <a:cs typeface="+mn-cs"/>
              </a:defRPr>
            </a:lvl1pPr>
          </a:lstStyle>
          <a:p>
            <a:pPr lvl="0"/>
            <a:r>
              <a:rPr kumimoji="1" lang="ja-JP" altLang="en-US"/>
              <a:t>出所：</a:t>
            </a:r>
            <a:r>
              <a:rPr kumimoji="1" lang="en-US" altLang="ja-JP"/>
              <a:t>XXX</a:t>
            </a:r>
            <a:br>
              <a:rPr kumimoji="1" lang="en-US" altLang="ja-JP"/>
            </a:br>
            <a:r>
              <a:rPr kumimoji="1" lang="ja-JP" altLang="en-US"/>
              <a:t>脚注：</a:t>
            </a:r>
            <a:r>
              <a:rPr kumimoji="1" lang="en-US" altLang="ja-JP"/>
              <a:t>XXX</a:t>
            </a:r>
            <a:endParaRPr kumimoji="1" lang="ja-JP" altLang="en-US"/>
          </a:p>
        </p:txBody>
      </p:sp>
      <p:sp>
        <p:nvSpPr>
          <p:cNvPr id="10" name="タイトル 5">
            <a:extLst>
              <a:ext uri="{FF2B5EF4-FFF2-40B4-BE49-F238E27FC236}">
                <a16:creationId xmlns:a16="http://schemas.microsoft.com/office/drawing/2014/main" id="{1976C00D-F300-41F7-B9BE-555B270FFC25}"/>
              </a:ext>
            </a:extLst>
          </p:cNvPr>
          <p:cNvSpPr>
            <a:spLocks noGrp="1"/>
          </p:cNvSpPr>
          <p:nvPr>
            <p:ph type="title" hasCustomPrompt="1"/>
          </p:nvPr>
        </p:nvSpPr>
        <p:spPr bwMode="gray">
          <a:xfrm>
            <a:off x="478798" y="836613"/>
            <a:ext cx="11232000" cy="647700"/>
          </a:xfrm>
        </p:spPr>
        <p:txBody>
          <a:bodyPr vert="horz" anchor="t" anchorCtr="0">
            <a:noAutofit/>
          </a:bodyPr>
          <a:lstStyle>
            <a:lvl1pPr>
              <a:defRPr sz="1800" b="0" baseline="0">
                <a:solidFill>
                  <a:schemeClr val="tx1"/>
                </a:solidFill>
                <a:latin typeface="+mn-lt"/>
                <a:ea typeface="+mn-ea"/>
                <a:cs typeface="+mj-cs"/>
              </a:defRPr>
            </a:lvl1pPr>
          </a:lstStyle>
          <a:p>
            <a:r>
              <a:rPr kumimoji="1" lang="ja-JP" altLang="en-US"/>
              <a:t>キーメッセージ（オプション）</a:t>
            </a:r>
          </a:p>
        </p:txBody>
      </p:sp>
      <p:sp>
        <p:nvSpPr>
          <p:cNvPr id="9" name="テキスト プレースホルダー 2">
            <a:extLst>
              <a:ext uri="{FF2B5EF4-FFF2-40B4-BE49-F238E27FC236}">
                <a16:creationId xmlns:a16="http://schemas.microsoft.com/office/drawing/2014/main" id="{87B3B458-ABA1-4820-BE44-AF09043A23A8}"/>
              </a:ext>
            </a:extLst>
          </p:cNvPr>
          <p:cNvSpPr>
            <a:spLocks noGrp="1"/>
          </p:cNvSpPr>
          <p:nvPr>
            <p:ph type="body" sz="quarter" idx="16" hasCustomPrompt="1"/>
          </p:nvPr>
        </p:nvSpPr>
        <p:spPr bwMode="gray">
          <a:xfrm>
            <a:off x="478798" y="152400"/>
            <a:ext cx="11232000" cy="647700"/>
          </a:xfrm>
          <a:prstGeom prst="rect">
            <a:avLst/>
          </a:prstGeom>
        </p:spPr>
        <p:txBody>
          <a:bodyPr wrap="square" tIns="0" anchor="b" anchorCtr="0">
            <a:noAutofit/>
          </a:bodyPr>
          <a:lstStyle>
            <a:lvl1pPr fontAlgn="ctr">
              <a:lnSpc>
                <a:spcPct val="100000"/>
              </a:lnSpc>
              <a:spcBef>
                <a:spcPts val="0"/>
              </a:spcBef>
              <a:defRPr sz="2400" b="1" baseline="0">
                <a:solidFill>
                  <a:schemeClr val="tx1"/>
                </a:solidFill>
                <a:latin typeface="+mj-lt"/>
                <a:ea typeface="+mj-ea"/>
                <a:cs typeface="+mn-cs"/>
              </a:defRPr>
            </a:lvl1pPr>
          </a:lstStyle>
          <a:p>
            <a:pPr marL="0" marR="0" lvl="0" indent="0" algn="l" defTabSz="990564" rtl="0" eaLnBrk="1" fontAlgn="auto" latinLnBrk="0" hangingPunct="1">
              <a:lnSpc>
                <a:spcPct val="100000"/>
              </a:lnSpc>
              <a:spcBef>
                <a:spcPts val="0"/>
              </a:spcBef>
              <a:spcAft>
                <a:spcPts val="0"/>
              </a:spcAft>
              <a:buClrTx/>
              <a:buSzPct val="100000"/>
              <a:buFont typeface="Arial" panose="020B0604020202020204" pitchFamily="34" charset="0"/>
              <a:buNone/>
              <a:tabLst/>
              <a:defRPr/>
            </a:pPr>
            <a:r>
              <a:rPr kumimoji="1" lang="ja-JP" altLang="en-US"/>
              <a:t>スライドタイトル（入力が必要）</a:t>
            </a:r>
          </a:p>
        </p:txBody>
      </p:sp>
    </p:spTree>
    <p:extLst>
      <p:ext uri="{BB962C8B-B14F-4D97-AF65-F5344CB8AC3E}">
        <p14:creationId xmlns:p14="http://schemas.microsoft.com/office/powerpoint/2010/main" val="3269081442"/>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基本版②）黒_タイトルのみ_出所・脚注なし_16:9">
    <p:bg>
      <p:bgRef idx="1001">
        <a:schemeClr val="bg1"/>
      </p:bgRef>
    </p:bg>
    <p:spTree>
      <p:nvGrpSpPr>
        <p:cNvPr id="1" name=""/>
        <p:cNvGrpSpPr/>
        <p:nvPr/>
      </p:nvGrpSpPr>
      <p:grpSpPr>
        <a:xfrm>
          <a:off x="0" y="0"/>
          <a:ext cx="0" cy="0"/>
          <a:chOff x="0" y="0"/>
          <a:chExt cx="0" cy="0"/>
        </a:xfrm>
      </p:grpSpPr>
      <p:graphicFrame>
        <p:nvGraphicFramePr>
          <p:cNvPr id="6" name="オブジェクト 5" hidden="1">
            <a:extLst>
              <a:ext uri="{FF2B5EF4-FFF2-40B4-BE49-F238E27FC236}">
                <a16:creationId xmlns:a16="http://schemas.microsoft.com/office/drawing/2014/main" id="{565569E2-3698-4981-B3D0-8A71927BC8F8}"/>
              </a:ext>
            </a:extLst>
          </p:cNvPr>
          <p:cNvGraphicFramePr>
            <a:graphicFrameLocks noChangeAspect="1"/>
          </p:cNvGraphicFramePr>
          <p:nvPr userDrawn="1">
            <p:custDataLst>
              <p:tags r:id="rId1"/>
            </p:custDataLst>
            <p:extLst>
              <p:ext uri="{D42A27DB-BD31-4B8C-83A1-F6EECF244321}">
                <p14:modId xmlns:p14="http://schemas.microsoft.com/office/powerpoint/2010/main" val="84152545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6" name="オブジェクト 5" hidden="1">
                        <a:extLst>
                          <a:ext uri="{FF2B5EF4-FFF2-40B4-BE49-F238E27FC236}">
                            <a16:creationId xmlns:a16="http://schemas.microsoft.com/office/drawing/2014/main" id="{565569E2-3698-4981-B3D0-8A71927BC8F8}"/>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a:xfrm>
            <a:off x="730799" y="6588000"/>
            <a:ext cx="5184000" cy="169200"/>
          </a:xfrm>
        </p:spPr>
        <p:txBody>
          <a:bodyPr/>
          <a:lstStyle>
            <a:lvl1pPr>
              <a:defRPr>
                <a:solidFill>
                  <a:schemeClr val="tx1"/>
                </a:solidFill>
                <a:latin typeface="+mn-lt"/>
                <a:ea typeface="+mn-ea"/>
                <a:cs typeface="+mn-cs"/>
              </a:defRPr>
            </a:lvl1pPr>
          </a:lstStyle>
          <a:p>
            <a:r>
              <a:rPr lang="en-GB" altLang="en-GB"/>
              <a:t>DT Template 16:9</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defRPr>
            </a:lvl1pPr>
          </a:lstStyle>
          <a:p>
            <a:fld id="{56E56C22-CD92-4A50-AAD1-E2171E0619BD}" type="slidenum">
              <a:rPr lang="ja-JP" altLang="en-US" smtClean="0"/>
              <a:pPr/>
              <a:t>‹#›</a:t>
            </a:fld>
            <a:endParaRPr lang="ja-JP" altLang="en-US"/>
          </a:p>
        </p:txBody>
      </p:sp>
      <p:sp>
        <p:nvSpPr>
          <p:cNvPr id="10" name="タイトル 5">
            <a:extLst>
              <a:ext uri="{FF2B5EF4-FFF2-40B4-BE49-F238E27FC236}">
                <a16:creationId xmlns:a16="http://schemas.microsoft.com/office/drawing/2014/main" id="{1976C00D-F300-41F7-B9BE-555B270FFC25}"/>
              </a:ext>
            </a:extLst>
          </p:cNvPr>
          <p:cNvSpPr>
            <a:spLocks noGrp="1"/>
          </p:cNvSpPr>
          <p:nvPr>
            <p:ph type="title" hasCustomPrompt="1"/>
          </p:nvPr>
        </p:nvSpPr>
        <p:spPr bwMode="gray">
          <a:xfrm>
            <a:off x="478798" y="836613"/>
            <a:ext cx="11232000" cy="647700"/>
          </a:xfrm>
        </p:spPr>
        <p:txBody>
          <a:bodyPr vert="horz" anchor="t" anchorCtr="0">
            <a:noAutofit/>
          </a:bodyPr>
          <a:lstStyle>
            <a:lvl1pPr>
              <a:defRPr sz="1800" b="0" baseline="0">
                <a:solidFill>
                  <a:schemeClr val="tx1"/>
                </a:solidFill>
                <a:latin typeface="+mn-lt"/>
                <a:ea typeface="+mn-ea"/>
                <a:cs typeface="+mj-cs"/>
              </a:defRPr>
            </a:lvl1pPr>
          </a:lstStyle>
          <a:p>
            <a:r>
              <a:rPr kumimoji="1" lang="ja-JP" altLang="en-US"/>
              <a:t>キーメッセージ（オプション）</a:t>
            </a:r>
          </a:p>
        </p:txBody>
      </p:sp>
      <p:sp>
        <p:nvSpPr>
          <p:cNvPr id="9" name="テキスト プレースホルダー 2">
            <a:extLst>
              <a:ext uri="{FF2B5EF4-FFF2-40B4-BE49-F238E27FC236}">
                <a16:creationId xmlns:a16="http://schemas.microsoft.com/office/drawing/2014/main" id="{87B3B458-ABA1-4820-BE44-AF09043A23A8}"/>
              </a:ext>
            </a:extLst>
          </p:cNvPr>
          <p:cNvSpPr>
            <a:spLocks noGrp="1"/>
          </p:cNvSpPr>
          <p:nvPr>
            <p:ph type="body" sz="quarter" idx="16" hasCustomPrompt="1"/>
          </p:nvPr>
        </p:nvSpPr>
        <p:spPr bwMode="gray">
          <a:xfrm>
            <a:off x="478798" y="152400"/>
            <a:ext cx="11232000" cy="647700"/>
          </a:xfrm>
          <a:prstGeom prst="rect">
            <a:avLst/>
          </a:prstGeom>
        </p:spPr>
        <p:txBody>
          <a:bodyPr wrap="square" tIns="0" anchor="b" anchorCtr="0">
            <a:noAutofit/>
          </a:bodyPr>
          <a:lstStyle>
            <a:lvl1pPr fontAlgn="ctr">
              <a:lnSpc>
                <a:spcPct val="100000"/>
              </a:lnSpc>
              <a:spcBef>
                <a:spcPts val="0"/>
              </a:spcBef>
              <a:defRPr sz="2400" b="1" baseline="0">
                <a:solidFill>
                  <a:schemeClr val="tx1"/>
                </a:solidFill>
                <a:latin typeface="+mj-lt"/>
                <a:ea typeface="+mj-ea"/>
                <a:cs typeface="+mn-cs"/>
              </a:defRPr>
            </a:lvl1pPr>
          </a:lstStyle>
          <a:p>
            <a:pPr marL="0" marR="0" lvl="0" indent="0" algn="l" defTabSz="990564" rtl="0" eaLnBrk="1" fontAlgn="auto" latinLnBrk="0" hangingPunct="1">
              <a:lnSpc>
                <a:spcPct val="100000"/>
              </a:lnSpc>
              <a:spcBef>
                <a:spcPts val="0"/>
              </a:spcBef>
              <a:spcAft>
                <a:spcPts val="0"/>
              </a:spcAft>
              <a:buClrTx/>
              <a:buSzPct val="100000"/>
              <a:buFont typeface="Arial" panose="020B0604020202020204" pitchFamily="34" charset="0"/>
              <a:buNone/>
              <a:tabLst/>
              <a:defRPr/>
            </a:pPr>
            <a:r>
              <a:rPr kumimoji="1" lang="ja-JP" altLang="en-US"/>
              <a:t>スライドタイトル（入力が必要）</a:t>
            </a:r>
          </a:p>
        </p:txBody>
      </p:sp>
    </p:spTree>
    <p:extLst>
      <p:ext uri="{BB962C8B-B14F-4D97-AF65-F5344CB8AC3E}">
        <p14:creationId xmlns:p14="http://schemas.microsoft.com/office/powerpoint/2010/main" val="458450368"/>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基本版②）黒_小見出しあり_16:9">
    <p:bg>
      <p:bgRef idx="1001">
        <a:schemeClr val="bg1"/>
      </p:bgRef>
    </p:bg>
    <p:spTree>
      <p:nvGrpSpPr>
        <p:cNvPr id="1" name=""/>
        <p:cNvGrpSpPr/>
        <p:nvPr/>
      </p:nvGrpSpPr>
      <p:grpSpPr>
        <a:xfrm>
          <a:off x="0" y="0"/>
          <a:ext cx="0" cy="0"/>
          <a:chOff x="0" y="0"/>
          <a:chExt cx="0" cy="0"/>
        </a:xfrm>
      </p:grpSpPr>
      <p:graphicFrame>
        <p:nvGraphicFramePr>
          <p:cNvPr id="6" name="オブジェクト 5" hidden="1">
            <a:extLst>
              <a:ext uri="{FF2B5EF4-FFF2-40B4-BE49-F238E27FC236}">
                <a16:creationId xmlns:a16="http://schemas.microsoft.com/office/drawing/2014/main" id="{565569E2-3698-4981-B3D0-8A71927BC8F8}"/>
              </a:ext>
            </a:extLst>
          </p:cNvPr>
          <p:cNvGraphicFramePr>
            <a:graphicFrameLocks noChangeAspect="1"/>
          </p:cNvGraphicFramePr>
          <p:nvPr userDrawn="1">
            <p:custDataLst>
              <p:tags r:id="rId1"/>
            </p:custDataLst>
            <p:extLst>
              <p:ext uri="{D42A27DB-BD31-4B8C-83A1-F6EECF244321}">
                <p14:modId xmlns:p14="http://schemas.microsoft.com/office/powerpoint/2010/main" val="85882505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6" name="オブジェクト 5" hidden="1">
                        <a:extLst>
                          <a:ext uri="{FF2B5EF4-FFF2-40B4-BE49-F238E27FC236}">
                            <a16:creationId xmlns:a16="http://schemas.microsoft.com/office/drawing/2014/main" id="{565569E2-3698-4981-B3D0-8A71927BC8F8}"/>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a:xfrm>
            <a:off x="730799" y="6588000"/>
            <a:ext cx="5184000" cy="169200"/>
          </a:xfrm>
        </p:spPr>
        <p:txBody>
          <a:bodyPr/>
          <a:lstStyle>
            <a:lvl1pPr>
              <a:defRPr>
                <a:solidFill>
                  <a:schemeClr val="tx1"/>
                </a:solidFill>
                <a:latin typeface="+mn-lt"/>
                <a:ea typeface="+mn-ea"/>
                <a:cs typeface="+mn-cs"/>
              </a:defRPr>
            </a:lvl1pPr>
          </a:lstStyle>
          <a:p>
            <a:r>
              <a:rPr lang="en-GB" altLang="en-GB"/>
              <a:t>DT Template 16:9</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defRPr>
            </a:lvl1pPr>
          </a:lstStyle>
          <a:p>
            <a:fld id="{56E56C22-CD92-4A50-AAD1-E2171E0619BD}" type="slidenum">
              <a:rPr lang="ja-JP" altLang="en-US" smtClean="0"/>
              <a:pPr/>
              <a:t>‹#›</a:t>
            </a:fld>
            <a:endParaRPr lang="ja-JP" altLang="en-US"/>
          </a:p>
        </p:txBody>
      </p:sp>
      <p:sp>
        <p:nvSpPr>
          <p:cNvPr id="5" name="テキスト プレースホルダー 6">
            <a:extLst>
              <a:ext uri="{FF2B5EF4-FFF2-40B4-BE49-F238E27FC236}">
                <a16:creationId xmlns:a16="http://schemas.microsoft.com/office/drawing/2014/main" id="{B5C48E74-0194-96FD-16F5-39F7833E8EEF}"/>
              </a:ext>
            </a:extLst>
          </p:cNvPr>
          <p:cNvSpPr>
            <a:spLocks noGrp="1"/>
          </p:cNvSpPr>
          <p:nvPr>
            <p:ph type="body" sz="quarter" idx="17" hasCustomPrompt="1"/>
          </p:nvPr>
        </p:nvSpPr>
        <p:spPr>
          <a:xfrm>
            <a:off x="478798" y="5951022"/>
            <a:ext cx="11233150" cy="360000"/>
          </a:xfrm>
        </p:spPr>
        <p:txBody>
          <a:bodyPr anchor="b">
            <a:noAutofit/>
          </a:bodyPr>
          <a:lstStyle>
            <a:lvl1pPr fontAlgn="auto">
              <a:lnSpc>
                <a:spcPct val="100000"/>
              </a:lnSpc>
              <a:spcBef>
                <a:spcPts val="0"/>
              </a:spcBef>
              <a:defRPr sz="1200">
                <a:latin typeface="+mn-lt"/>
                <a:ea typeface="+mn-ea"/>
                <a:cs typeface="+mn-cs"/>
              </a:defRPr>
            </a:lvl1pPr>
          </a:lstStyle>
          <a:p>
            <a:pPr lvl="0"/>
            <a:r>
              <a:rPr kumimoji="1" lang="ja-JP" altLang="en-US"/>
              <a:t>出所：</a:t>
            </a:r>
            <a:r>
              <a:rPr kumimoji="1" lang="en-US" altLang="ja-JP"/>
              <a:t>XXX</a:t>
            </a:r>
            <a:br>
              <a:rPr kumimoji="1" lang="en-US" altLang="ja-JP"/>
            </a:br>
            <a:r>
              <a:rPr kumimoji="1" lang="ja-JP" altLang="en-US"/>
              <a:t>脚注：</a:t>
            </a:r>
            <a:r>
              <a:rPr kumimoji="1" lang="en-US" altLang="ja-JP"/>
              <a:t>XXX</a:t>
            </a:r>
            <a:endParaRPr kumimoji="1" lang="ja-JP" altLang="en-US"/>
          </a:p>
        </p:txBody>
      </p:sp>
      <p:sp>
        <p:nvSpPr>
          <p:cNvPr id="7" name="テキスト プレースホルダー 3">
            <a:extLst>
              <a:ext uri="{FF2B5EF4-FFF2-40B4-BE49-F238E27FC236}">
                <a16:creationId xmlns:a16="http://schemas.microsoft.com/office/drawing/2014/main" id="{22111ABA-B7FF-8C45-F205-C96EDB6F8C54}"/>
              </a:ext>
            </a:extLst>
          </p:cNvPr>
          <p:cNvSpPr>
            <a:spLocks noGrp="1"/>
          </p:cNvSpPr>
          <p:nvPr>
            <p:ph type="body" sz="quarter" idx="18" hasCustomPrompt="1"/>
          </p:nvPr>
        </p:nvSpPr>
        <p:spPr>
          <a:xfrm>
            <a:off x="479425" y="1494000"/>
            <a:ext cx="5437188" cy="468000"/>
          </a:xfrm>
        </p:spPr>
        <p:txBody>
          <a:bodyPr anchor="ctr">
            <a:noAutofit/>
          </a:bodyPr>
          <a:lstStyle>
            <a:lvl1pPr>
              <a:spcBef>
                <a:spcPts val="0"/>
              </a:spcBef>
              <a:defRPr sz="1800" b="1" baseline="0">
                <a:solidFill>
                  <a:schemeClr val="tx1"/>
                </a:solidFill>
                <a:latin typeface="+mn-lt"/>
                <a:ea typeface="+mn-ea"/>
                <a:cs typeface="+mn-cs"/>
              </a:defRPr>
            </a:lvl1pPr>
          </a:lstStyle>
          <a:p>
            <a:pPr lvl="0"/>
            <a:r>
              <a:rPr kumimoji="1" lang="ja-JP" altLang="en-US"/>
              <a:t>小見出し（オプション）</a:t>
            </a:r>
          </a:p>
        </p:txBody>
      </p:sp>
      <p:sp>
        <p:nvSpPr>
          <p:cNvPr id="9" name="テキスト プレースホルダー 2">
            <a:extLst>
              <a:ext uri="{FF2B5EF4-FFF2-40B4-BE49-F238E27FC236}">
                <a16:creationId xmlns:a16="http://schemas.microsoft.com/office/drawing/2014/main" id="{87B3B458-ABA1-4820-BE44-AF09043A23A8}"/>
              </a:ext>
            </a:extLst>
          </p:cNvPr>
          <p:cNvSpPr>
            <a:spLocks noGrp="1"/>
          </p:cNvSpPr>
          <p:nvPr>
            <p:ph type="body" sz="quarter" idx="16" hasCustomPrompt="1"/>
          </p:nvPr>
        </p:nvSpPr>
        <p:spPr bwMode="gray">
          <a:xfrm>
            <a:off x="478798" y="152400"/>
            <a:ext cx="11232000" cy="647700"/>
          </a:xfrm>
          <a:prstGeom prst="rect">
            <a:avLst/>
          </a:prstGeom>
        </p:spPr>
        <p:txBody>
          <a:bodyPr wrap="square" tIns="0" anchor="b" anchorCtr="0">
            <a:noAutofit/>
          </a:bodyPr>
          <a:lstStyle>
            <a:lvl1pPr fontAlgn="ctr">
              <a:lnSpc>
                <a:spcPct val="100000"/>
              </a:lnSpc>
              <a:spcBef>
                <a:spcPts val="0"/>
              </a:spcBef>
              <a:defRPr sz="2400" b="1" baseline="0">
                <a:solidFill>
                  <a:schemeClr val="tx1"/>
                </a:solidFill>
                <a:latin typeface="+mj-lt"/>
                <a:ea typeface="+mj-ea"/>
                <a:cs typeface="+mn-cs"/>
              </a:defRPr>
            </a:lvl1pPr>
          </a:lstStyle>
          <a:p>
            <a:pPr marL="0" marR="0" lvl="0" indent="0" algn="l" defTabSz="990564" rtl="0" eaLnBrk="1" fontAlgn="auto" latinLnBrk="0" hangingPunct="1">
              <a:lnSpc>
                <a:spcPct val="100000"/>
              </a:lnSpc>
              <a:spcBef>
                <a:spcPts val="0"/>
              </a:spcBef>
              <a:spcAft>
                <a:spcPts val="0"/>
              </a:spcAft>
              <a:buClrTx/>
              <a:buSzPct val="100000"/>
              <a:buFont typeface="Arial" panose="020B0604020202020204" pitchFamily="34" charset="0"/>
              <a:buNone/>
              <a:tabLst/>
              <a:defRPr/>
            </a:pPr>
            <a:r>
              <a:rPr kumimoji="1" lang="ja-JP" altLang="en-US"/>
              <a:t>スライドタイトル（入力が必要）</a:t>
            </a:r>
          </a:p>
        </p:txBody>
      </p:sp>
      <p:sp>
        <p:nvSpPr>
          <p:cNvPr id="10" name="タイトル 5">
            <a:extLst>
              <a:ext uri="{FF2B5EF4-FFF2-40B4-BE49-F238E27FC236}">
                <a16:creationId xmlns:a16="http://schemas.microsoft.com/office/drawing/2014/main" id="{1976C00D-F300-41F7-B9BE-555B270FFC25}"/>
              </a:ext>
            </a:extLst>
          </p:cNvPr>
          <p:cNvSpPr>
            <a:spLocks noGrp="1"/>
          </p:cNvSpPr>
          <p:nvPr>
            <p:ph type="title" hasCustomPrompt="1"/>
          </p:nvPr>
        </p:nvSpPr>
        <p:spPr bwMode="gray">
          <a:xfrm>
            <a:off x="478798" y="836613"/>
            <a:ext cx="11232000" cy="647700"/>
          </a:xfrm>
        </p:spPr>
        <p:txBody>
          <a:bodyPr vert="horz" anchor="t" anchorCtr="0">
            <a:noAutofit/>
          </a:bodyPr>
          <a:lstStyle>
            <a:lvl1pPr>
              <a:defRPr sz="1800" b="0" baseline="0">
                <a:solidFill>
                  <a:schemeClr val="tx1"/>
                </a:solidFill>
                <a:latin typeface="+mn-lt"/>
                <a:ea typeface="+mn-ea"/>
                <a:cs typeface="+mj-cs"/>
              </a:defRPr>
            </a:lvl1pPr>
          </a:lstStyle>
          <a:p>
            <a:r>
              <a:rPr kumimoji="1" lang="ja-JP" altLang="en-US"/>
              <a:t>キーメッセージ（オプション）</a:t>
            </a:r>
          </a:p>
        </p:txBody>
      </p:sp>
    </p:spTree>
    <p:extLst>
      <p:ext uri="{BB962C8B-B14F-4D97-AF65-F5344CB8AC3E}">
        <p14:creationId xmlns:p14="http://schemas.microsoft.com/office/powerpoint/2010/main" val="2038172172"/>
      </p:ext>
    </p:extLst>
  </p:cSld>
  <p:clrMapOvr>
    <a:overrideClrMapping bg1="dk1" tx1="lt1" bg2="dk2" tx2="lt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p:cSld name="（基本版）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a:extLst>
              <a:ext uri="{FF2B5EF4-FFF2-40B4-BE49-F238E27FC236}">
                <a16:creationId xmlns:a16="http://schemas.microsoft.com/office/drawing/2014/main" id="{72E5A2AA-8632-4C90-834B-AAF8FA2847A7}"/>
              </a:ext>
            </a:extLst>
          </p:cNvPr>
          <p:cNvGraphicFramePr>
            <a:graphicFrameLocks/>
          </p:cNvGraphicFramePr>
          <p:nvPr userDrawn="1">
            <p:custDataLst>
              <p:tags r:id="rId1"/>
            </p:custDataLst>
            <p:extLst>
              <p:ext uri="{D42A27DB-BD31-4B8C-83A1-F6EECF244321}">
                <p14:modId xmlns:p14="http://schemas.microsoft.com/office/powerpoint/2010/main" val="265647698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4" name="オブジェクト 3" hidden="1">
                        <a:extLst>
                          <a:ext uri="{FF2B5EF4-FFF2-40B4-BE49-F238E27FC236}">
                            <a16:creationId xmlns:a16="http://schemas.microsoft.com/office/drawing/2014/main" id="{72E5A2AA-8632-4C90-834B-AAF8FA2847A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p:nvPr>
        </p:nvSpPr>
        <p:spPr bwMode="gray">
          <a:xfrm>
            <a:off x="3666000" y="999000"/>
            <a:ext cx="4860000" cy="4860000"/>
          </a:xfrm>
          <a:prstGeom prst="rect">
            <a:avLst/>
          </a:prstGeom>
        </p:spPr>
        <p:txBody>
          <a:bodyPr/>
          <a:lstStyle>
            <a:lvl1pPr>
              <a:defRPr>
                <a:latin typeface="+mn-lt"/>
                <a:cs typeface="+mn-cs"/>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vert="horz"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cs typeface="+mn-cs"/>
              </a:defRPr>
            </a:lvl1pPr>
            <a:lvl2pPr marL="495283" indent="0" algn="ctr">
              <a:buNone/>
              <a:defRPr sz="2167"/>
            </a:lvl2pPr>
            <a:lvl3pPr marL="990564" indent="0" algn="ctr">
              <a:buNone/>
              <a:defRPr sz="1950"/>
            </a:lvl3pPr>
            <a:lvl4pPr marL="1485846" indent="0" algn="ctr">
              <a:buNone/>
              <a:defRPr sz="1733"/>
            </a:lvl4pPr>
            <a:lvl5pPr marL="1981127" indent="0" algn="ctr">
              <a:buNone/>
              <a:defRPr sz="1733"/>
            </a:lvl5pPr>
            <a:lvl6pPr marL="2476410" indent="0" algn="ctr">
              <a:buNone/>
              <a:defRPr sz="1733"/>
            </a:lvl6pPr>
            <a:lvl7pPr marL="2971692" indent="0" algn="ctr">
              <a:buNone/>
              <a:defRPr sz="1733"/>
            </a:lvl7pPr>
            <a:lvl8pPr marL="3466973" indent="0" algn="ctr">
              <a:buNone/>
              <a:defRPr sz="1733"/>
            </a:lvl8pPr>
            <a:lvl9pPr marL="3962255" indent="0" algn="ctr">
              <a:buNone/>
              <a:defRPr sz="1733"/>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cs typeface="+mn-cs"/>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cs typeface="+mn-cs"/>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a:extLst>
              <a:ext uri="{FF2B5EF4-FFF2-40B4-BE49-F238E27FC236}">
                <a16:creationId xmlns:a16="http://schemas.microsoft.com/office/drawing/2014/main" id="{F26CE00B-EF0F-41D9-B6BD-2D199AF6C07D}"/>
              </a:ext>
            </a:extLst>
          </p:cNvPr>
          <p:cNvSpPr>
            <a:spLocks noGrp="1"/>
          </p:cNvSpPr>
          <p:nvPr>
            <p:ph type="dt" sz="half" idx="13"/>
          </p:nvPr>
        </p:nvSpPr>
        <p:spPr bwMode="gray"/>
        <p:txBody>
          <a:bodyPr/>
          <a:lstStyle>
            <a:lvl1pPr>
              <a:defRPr>
                <a:cs typeface="+mn-cs"/>
              </a:defRPr>
            </a:lvl1pPr>
          </a:lstStyle>
          <a:p>
            <a:pPr algn="ctr"/>
            <a:endParaRPr lang="en-US"/>
          </a:p>
        </p:txBody>
      </p:sp>
    </p:spTree>
    <p:extLst>
      <p:ext uri="{BB962C8B-B14F-4D97-AF65-F5344CB8AC3E}">
        <p14:creationId xmlns:p14="http://schemas.microsoft.com/office/powerpoint/2010/main" val="235172088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p:cSld name="（基本版）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a:extLst>
              <a:ext uri="{FF2B5EF4-FFF2-40B4-BE49-F238E27FC236}">
                <a16:creationId xmlns:a16="http://schemas.microsoft.com/office/drawing/2014/main" id="{8F3F91AC-B9F8-4593-AC14-9A64CBC99950}"/>
              </a:ext>
            </a:extLst>
          </p:cNvPr>
          <p:cNvGraphicFramePr>
            <a:graphicFrameLocks/>
          </p:cNvGraphicFramePr>
          <p:nvPr userDrawn="1">
            <p:custDataLst>
              <p:tags r:id="rId1"/>
            </p:custDataLst>
            <p:extLst>
              <p:ext uri="{D42A27DB-BD31-4B8C-83A1-F6EECF244321}">
                <p14:modId xmlns:p14="http://schemas.microsoft.com/office/powerpoint/2010/main" val="119876662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4" name="オブジェクト 3" hidden="1">
                        <a:extLst>
                          <a:ext uri="{FF2B5EF4-FFF2-40B4-BE49-F238E27FC236}">
                            <a16:creationId xmlns:a16="http://schemas.microsoft.com/office/drawing/2014/main" id="{8F3F91AC-B9F8-4593-AC14-9A64CBC99950}"/>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p:nvPr>
        </p:nvSpPr>
        <p:spPr bwMode="gray">
          <a:xfrm>
            <a:off x="3666000" y="999000"/>
            <a:ext cx="4860000" cy="4860000"/>
          </a:xfrm>
          <a:prstGeom prst="rect">
            <a:avLst/>
          </a:prstGeom>
        </p:spPr>
        <p:txBody>
          <a:bodyPr/>
          <a:lstStyle>
            <a:lvl1pPr>
              <a:defRPr>
                <a:cs typeface="+mn-cs"/>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vert="horz"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cs typeface="+mn-cs"/>
              </a:defRPr>
            </a:lvl1pPr>
            <a:lvl2pPr marL="495283" indent="0" algn="ctr">
              <a:buNone/>
              <a:defRPr sz="2167"/>
            </a:lvl2pPr>
            <a:lvl3pPr marL="990564" indent="0" algn="ctr">
              <a:buNone/>
              <a:defRPr sz="1950"/>
            </a:lvl3pPr>
            <a:lvl4pPr marL="1485846" indent="0" algn="ctr">
              <a:buNone/>
              <a:defRPr sz="1733"/>
            </a:lvl4pPr>
            <a:lvl5pPr marL="1981127" indent="0" algn="ctr">
              <a:buNone/>
              <a:defRPr sz="1733"/>
            </a:lvl5pPr>
            <a:lvl6pPr marL="2476410" indent="0" algn="ctr">
              <a:buNone/>
              <a:defRPr sz="1733"/>
            </a:lvl6pPr>
            <a:lvl7pPr marL="2971692" indent="0" algn="ctr">
              <a:buNone/>
              <a:defRPr sz="1733"/>
            </a:lvl7pPr>
            <a:lvl8pPr marL="3466973" indent="0" algn="ctr">
              <a:buNone/>
              <a:defRPr sz="1733"/>
            </a:lvl8pPr>
            <a:lvl9pPr marL="3962255" indent="0" algn="ctr">
              <a:buNone/>
              <a:defRPr sz="1733"/>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cs typeface="+mn-cs"/>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a:extLst>
              <a:ext uri="{FF2B5EF4-FFF2-40B4-BE49-F238E27FC236}">
                <a16:creationId xmlns:a16="http://schemas.microsoft.com/office/drawing/2014/main" id="{123FC496-31C5-46DB-A99D-560417973E7D}"/>
              </a:ext>
            </a:extLst>
          </p:cNvPr>
          <p:cNvSpPr>
            <a:spLocks noGrp="1"/>
          </p:cNvSpPr>
          <p:nvPr>
            <p:ph type="dt" sz="half" idx="12"/>
          </p:nvPr>
        </p:nvSpPr>
        <p:spPr bwMode="gray"/>
        <p:txBody>
          <a:bodyPr/>
          <a:lstStyle>
            <a:lvl1pPr>
              <a:defRPr>
                <a:cs typeface="+mn-cs"/>
              </a:defRPr>
            </a:lvl1pPr>
          </a:lstStyle>
          <a:p>
            <a:pPr algn="ctr"/>
            <a:endParaRPr lang="en-US"/>
          </a:p>
        </p:txBody>
      </p:sp>
    </p:spTree>
    <p:extLst>
      <p:ext uri="{BB962C8B-B14F-4D97-AF65-F5344CB8AC3E}">
        <p14:creationId xmlns:p14="http://schemas.microsoft.com/office/powerpoint/2010/main" val="289402794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p:cSld name="（基本版）黒_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a:extLst>
              <a:ext uri="{FF2B5EF4-FFF2-40B4-BE49-F238E27FC236}">
                <a16:creationId xmlns:a16="http://schemas.microsoft.com/office/drawing/2014/main" id="{A7976D6E-C49A-4F4A-AE13-FFFBECE61404}"/>
              </a:ext>
            </a:extLst>
          </p:cNvPr>
          <p:cNvGraphicFramePr>
            <a:graphicFrameLocks/>
          </p:cNvGraphicFramePr>
          <p:nvPr userDrawn="1">
            <p:custDataLst>
              <p:tags r:id="rId1"/>
            </p:custDataLst>
            <p:extLst>
              <p:ext uri="{D42A27DB-BD31-4B8C-83A1-F6EECF244321}">
                <p14:modId xmlns:p14="http://schemas.microsoft.com/office/powerpoint/2010/main" val="85020026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4" name="オブジェクト 3" hidden="1">
                        <a:extLst>
                          <a:ext uri="{FF2B5EF4-FFF2-40B4-BE49-F238E27FC236}">
                            <a16:creationId xmlns:a16="http://schemas.microsoft.com/office/drawing/2014/main" id="{A7976D6E-C49A-4F4A-AE13-FFFBECE6140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p:nvPr>
        </p:nvSpPr>
        <p:spPr bwMode="gray">
          <a:xfrm>
            <a:off x="3666000" y="999000"/>
            <a:ext cx="4860000" cy="4860000"/>
          </a:xfrm>
          <a:prstGeom prst="rect">
            <a:avLst/>
          </a:prstGeom>
        </p:spPr>
        <p:txBody>
          <a:bodyPr/>
          <a:lstStyle>
            <a:lvl1pPr>
              <a:defRPr>
                <a:solidFill>
                  <a:schemeClr val="bg1"/>
                </a:solidFill>
                <a:latin typeface="+mn-lt"/>
                <a:cs typeface="+mn-cs"/>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vert="horz"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cs typeface="+mn-cs"/>
              </a:defRPr>
            </a:lvl1pPr>
            <a:lvl2pPr marL="495283" indent="0" algn="ctr">
              <a:buNone/>
              <a:defRPr sz="2167"/>
            </a:lvl2pPr>
            <a:lvl3pPr marL="990564" indent="0" algn="ctr">
              <a:buNone/>
              <a:defRPr sz="1950"/>
            </a:lvl3pPr>
            <a:lvl4pPr marL="1485846" indent="0" algn="ctr">
              <a:buNone/>
              <a:defRPr sz="1733"/>
            </a:lvl4pPr>
            <a:lvl5pPr marL="1981127" indent="0" algn="ctr">
              <a:buNone/>
              <a:defRPr sz="1733"/>
            </a:lvl5pPr>
            <a:lvl6pPr marL="2476410" indent="0" algn="ctr">
              <a:buNone/>
              <a:defRPr sz="1733"/>
            </a:lvl6pPr>
            <a:lvl7pPr marL="2971692" indent="0" algn="ctr">
              <a:buNone/>
              <a:defRPr sz="1733"/>
            </a:lvl7pPr>
            <a:lvl8pPr marL="3466973" indent="0" algn="ctr">
              <a:buNone/>
              <a:defRPr sz="1733"/>
            </a:lvl8pPr>
            <a:lvl9pPr marL="3962255" indent="0" algn="ctr">
              <a:buNone/>
              <a:defRPr sz="1733"/>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cs typeface="+mn-cs"/>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cs typeface="+mn-cs"/>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a:extLst>
              <a:ext uri="{FF2B5EF4-FFF2-40B4-BE49-F238E27FC236}">
                <a16:creationId xmlns:a16="http://schemas.microsoft.com/office/drawing/2014/main" id="{3C714361-BA49-499D-BC89-8E0AF24FD365}"/>
              </a:ext>
            </a:extLst>
          </p:cNvPr>
          <p:cNvSpPr>
            <a:spLocks noGrp="1"/>
          </p:cNvSpPr>
          <p:nvPr>
            <p:ph type="dt" sz="half" idx="13"/>
          </p:nvPr>
        </p:nvSpPr>
        <p:spPr bwMode="gray"/>
        <p:txBody>
          <a:bodyPr/>
          <a:lstStyle>
            <a:lvl1pPr>
              <a:defRPr>
                <a:cs typeface="+mn-cs"/>
              </a:defRPr>
            </a:lvl1pPr>
          </a:lstStyle>
          <a:p>
            <a:pPr algn="ctr"/>
            <a:endParaRPr lang="en-US"/>
          </a:p>
        </p:txBody>
      </p:sp>
    </p:spTree>
    <p:extLst>
      <p:ext uri="{BB962C8B-B14F-4D97-AF65-F5344CB8AC3E}">
        <p14:creationId xmlns:p14="http://schemas.microsoft.com/office/powerpoint/2010/main" val="72289559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p:cSld name="（基本版）黒_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a:extLst>
              <a:ext uri="{FF2B5EF4-FFF2-40B4-BE49-F238E27FC236}">
                <a16:creationId xmlns:a16="http://schemas.microsoft.com/office/drawing/2014/main" id="{B84D28BC-667A-4B82-8BF2-52395A1B866F}"/>
              </a:ext>
            </a:extLst>
          </p:cNvPr>
          <p:cNvGraphicFramePr>
            <a:graphicFrameLocks/>
          </p:cNvGraphicFramePr>
          <p:nvPr userDrawn="1">
            <p:custDataLst>
              <p:tags r:id="rId1"/>
            </p:custDataLst>
            <p:extLst>
              <p:ext uri="{D42A27DB-BD31-4B8C-83A1-F6EECF244321}">
                <p14:modId xmlns:p14="http://schemas.microsoft.com/office/powerpoint/2010/main" val="182405059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4" name="オブジェクト 3" hidden="1">
                        <a:extLst>
                          <a:ext uri="{FF2B5EF4-FFF2-40B4-BE49-F238E27FC236}">
                            <a16:creationId xmlns:a16="http://schemas.microsoft.com/office/drawing/2014/main" id="{B84D28BC-667A-4B82-8BF2-52395A1B866F}"/>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p:nvPr>
        </p:nvSpPr>
        <p:spPr bwMode="gray">
          <a:xfrm>
            <a:off x="3666000" y="999000"/>
            <a:ext cx="4860000" cy="4860000"/>
          </a:xfrm>
          <a:prstGeom prst="rect">
            <a:avLst/>
          </a:prstGeom>
        </p:spPr>
        <p:txBody>
          <a:bodyPr/>
          <a:lstStyle>
            <a:lvl1pPr>
              <a:defRPr>
                <a:solidFill>
                  <a:schemeClr val="bg1"/>
                </a:solidFill>
                <a:cs typeface="+mn-cs"/>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vert="horz"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cs typeface="+mn-cs"/>
              </a:defRPr>
            </a:lvl1pPr>
            <a:lvl2pPr marL="495283" indent="0" algn="ctr">
              <a:buNone/>
              <a:defRPr sz="2167"/>
            </a:lvl2pPr>
            <a:lvl3pPr marL="990564" indent="0" algn="ctr">
              <a:buNone/>
              <a:defRPr sz="1950"/>
            </a:lvl3pPr>
            <a:lvl4pPr marL="1485846" indent="0" algn="ctr">
              <a:buNone/>
              <a:defRPr sz="1733"/>
            </a:lvl4pPr>
            <a:lvl5pPr marL="1981127" indent="0" algn="ctr">
              <a:buNone/>
              <a:defRPr sz="1733"/>
            </a:lvl5pPr>
            <a:lvl6pPr marL="2476410" indent="0" algn="ctr">
              <a:buNone/>
              <a:defRPr sz="1733"/>
            </a:lvl6pPr>
            <a:lvl7pPr marL="2971692" indent="0" algn="ctr">
              <a:buNone/>
              <a:defRPr sz="1733"/>
            </a:lvl7pPr>
            <a:lvl8pPr marL="3466973" indent="0" algn="ctr">
              <a:buNone/>
              <a:defRPr sz="1733"/>
            </a:lvl8pPr>
            <a:lvl9pPr marL="3962255" indent="0" algn="ctr">
              <a:buNone/>
              <a:defRPr sz="1733"/>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cs typeface="+mn-cs"/>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a:extLst>
              <a:ext uri="{FF2B5EF4-FFF2-40B4-BE49-F238E27FC236}">
                <a16:creationId xmlns:a16="http://schemas.microsoft.com/office/drawing/2014/main" id="{9E461804-808B-4C49-B40D-446D892A3BF8}"/>
              </a:ext>
            </a:extLst>
          </p:cNvPr>
          <p:cNvSpPr>
            <a:spLocks noGrp="1"/>
          </p:cNvSpPr>
          <p:nvPr>
            <p:ph type="dt" sz="half" idx="12"/>
          </p:nvPr>
        </p:nvSpPr>
        <p:spPr bwMode="gray"/>
        <p:txBody>
          <a:bodyPr/>
          <a:lstStyle>
            <a:lvl1pPr>
              <a:defRPr>
                <a:cs typeface="+mn-cs"/>
              </a:defRPr>
            </a:lvl1pPr>
          </a:lstStyle>
          <a:p>
            <a:pPr algn="ctr"/>
            <a:endParaRPr lang="en-US"/>
          </a:p>
        </p:txBody>
      </p:sp>
    </p:spTree>
    <p:extLst>
      <p:ext uri="{BB962C8B-B14F-4D97-AF65-F5344CB8AC3E}">
        <p14:creationId xmlns:p14="http://schemas.microsoft.com/office/powerpoint/2010/main" val="29904975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p:cSld name="（基本版）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a:extLst>
              <a:ext uri="{FF2B5EF4-FFF2-40B4-BE49-F238E27FC236}">
                <a16:creationId xmlns:a16="http://schemas.microsoft.com/office/drawing/2014/main" id="{D6642530-2487-4EE6-BEA5-E8FB44599D74}"/>
              </a:ext>
            </a:extLst>
          </p:cNvPr>
          <p:cNvGraphicFramePr>
            <a:graphicFrameLocks/>
          </p:cNvGraphicFramePr>
          <p:nvPr userDrawn="1">
            <p:custDataLst>
              <p:tags r:id="rId1"/>
            </p:custDataLst>
            <p:extLst>
              <p:ext uri="{D42A27DB-BD31-4B8C-83A1-F6EECF244321}">
                <p14:modId xmlns:p14="http://schemas.microsoft.com/office/powerpoint/2010/main" val="131270749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3" name="オブジェクト 2" hidden="1">
                        <a:extLst>
                          <a:ext uri="{FF2B5EF4-FFF2-40B4-BE49-F238E27FC236}">
                            <a16:creationId xmlns:a16="http://schemas.microsoft.com/office/drawing/2014/main" id="{D6642530-2487-4EE6-BEA5-E8FB44599D7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480000" y="1483200"/>
            <a:ext cx="5436000" cy="4824000"/>
          </a:xfrm>
          <a:prstGeom prst="rect">
            <a:avLst/>
          </a:prstGeom>
        </p:spPr>
        <p:txBody>
          <a:bodyPr/>
          <a:lstStyle>
            <a:lvl1pPr>
              <a:tabLst>
                <a:tab pos="5448101" algn="r"/>
              </a:tabLst>
              <a:defRPr>
                <a:cs typeface="+mn-cs"/>
              </a:defRPr>
            </a:lvl1pPr>
            <a:lvl2pPr>
              <a:tabLst>
                <a:tab pos="5448101" algn="r"/>
              </a:tabLst>
              <a:defRPr>
                <a:cs typeface="+mn-cs"/>
              </a:defRPr>
            </a:lvl2pPr>
            <a:lvl3pPr>
              <a:tabLst>
                <a:tab pos="5448101" algn="r"/>
              </a:tabLst>
              <a:defRPr>
                <a:cs typeface="+mn-cs"/>
              </a:defRPr>
            </a:lvl3pPr>
            <a:lvl4pPr>
              <a:tabLst>
                <a:tab pos="5448101" algn="r"/>
              </a:tabLst>
              <a:defRPr>
                <a:cs typeface="+mn-cs"/>
              </a:defRPr>
            </a:lvl4pPr>
            <a:lvl5pPr>
              <a:tabLst>
                <a:tab pos="5448101"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83200"/>
            <a:ext cx="5436000" cy="4824000"/>
          </a:xfrm>
          <a:prstGeom prst="rect">
            <a:avLst/>
          </a:prstGeom>
        </p:spPr>
        <p:txBody>
          <a:bodyPr/>
          <a:lstStyle>
            <a:lvl1pPr>
              <a:tabLst>
                <a:tab pos="5448101" algn="r"/>
              </a:tabLst>
              <a:defRPr>
                <a:cs typeface="+mn-cs"/>
              </a:defRPr>
            </a:lvl1pPr>
            <a:lvl2pPr>
              <a:tabLst>
                <a:tab pos="5448101" algn="r"/>
              </a:tabLst>
              <a:defRPr>
                <a:cs typeface="+mn-cs"/>
              </a:defRPr>
            </a:lvl2pPr>
            <a:lvl3pPr>
              <a:tabLst>
                <a:tab pos="5448101" algn="r"/>
              </a:tabLst>
              <a:defRPr>
                <a:cs typeface="+mn-cs"/>
              </a:defRPr>
            </a:lvl3pPr>
            <a:lvl4pPr>
              <a:tabLst>
                <a:tab pos="5448101" algn="r"/>
              </a:tabLst>
              <a:defRPr>
                <a:cs typeface="+mn-cs"/>
              </a:defRPr>
            </a:lvl4pPr>
            <a:lvl5pPr>
              <a:tabLst>
                <a:tab pos="5448101"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vert="horz"/>
          <a:lstStyle>
            <a:lvl1pPr>
              <a:defRPr baseline="0">
                <a:latin typeface="+mj-lt"/>
                <a:ea typeface="+mj-ea"/>
                <a:cs typeface="+mj-cs"/>
              </a:defRPr>
            </a:lvl1pPr>
          </a:lstStyle>
          <a:p>
            <a:r>
              <a:rPr kumimoji="1" lang="ja-JP" altLang="en-US"/>
              <a:t>マスター タイトルの書式設定</a:t>
            </a:r>
          </a:p>
        </p:txBody>
      </p:sp>
    </p:spTree>
    <p:extLst>
      <p:ext uri="{BB962C8B-B14F-4D97-AF65-F5344CB8AC3E}">
        <p14:creationId xmlns:p14="http://schemas.microsoft.com/office/powerpoint/2010/main" val="294797723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基本版）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3FE34F38-94AA-4F62-8832-48A80D3F204E}"/>
              </a:ext>
            </a:extLst>
          </p:cNvPr>
          <p:cNvGraphicFramePr>
            <a:graphicFrameLocks/>
          </p:cNvGraphicFramePr>
          <p:nvPr userDrawn="1">
            <p:custDataLst>
              <p:tags r:id="rId1"/>
            </p:custDataLst>
            <p:extLst>
              <p:ext uri="{D42A27DB-BD31-4B8C-83A1-F6EECF244321}">
                <p14:modId xmlns:p14="http://schemas.microsoft.com/office/powerpoint/2010/main" val="340549172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3FE34F38-94AA-4F62-8832-48A80D3F204E}"/>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p:txBody>
          <a:bodyPr/>
          <a:lstStyle>
            <a:lvl1pPr>
              <a:defRPr>
                <a:cs typeface="+mn-cs"/>
              </a:defRPr>
            </a:lvl1pPr>
          </a:lstStyle>
          <a:p>
            <a:endParaRPr lang="en-GB" altLang="en-GB"/>
          </a:p>
        </p:txBody>
      </p:sp>
      <p:sp>
        <p:nvSpPr>
          <p:cNvPr id="4" name="スライド番号プレースホルダー 3"/>
          <p:cNvSpPr>
            <a:spLocks noGrp="1"/>
          </p:cNvSpPr>
          <p:nvPr>
            <p:ph type="sldNum" sz="quarter" idx="11"/>
          </p:nvPr>
        </p:nvSpPr>
        <p:spPr bwMode="gray"/>
        <p:txBody>
          <a:bodyPr/>
          <a:lstStyle>
            <a:lvl1pPr>
              <a:defRPr>
                <a:cs typeface="+mn-cs"/>
              </a:defRPr>
            </a:lvl1pPr>
          </a:lstStyle>
          <a:p>
            <a:fld id="{AA5FCFE5-FE56-4EF1-80A8-07776887C2A1}" type="slidenum">
              <a:rPr lang="ja-JP" altLang="en-US" smtClean="0"/>
              <a:pPr/>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cs typeface="+mn-cs"/>
              </a:defRPr>
            </a:lvl1pPr>
          </a:lstStyle>
          <a:p>
            <a:pPr lvl="0"/>
            <a:r>
              <a:rPr kumimoji="1" lang="ja-JP" altLang="en-US"/>
              <a:t>マスター テキストの書式設定</a:t>
            </a:r>
          </a:p>
        </p:txBody>
      </p:sp>
      <p:sp>
        <p:nvSpPr>
          <p:cNvPr id="5" name="Text Box 37">
            <a:extLst>
              <a:ext uri="{FF2B5EF4-FFF2-40B4-BE49-F238E27FC236}">
                <a16:creationId xmlns:a16="http://schemas.microsoft.com/office/drawing/2014/main" id="{385A94CF-8CB1-C466-40C6-FF0115BA7D94}"/>
              </a:ext>
            </a:extLst>
          </p:cNvPr>
          <p:cNvSpPr txBox="1">
            <a:spLocks noChangeArrowheads="1"/>
          </p:cNvSpPr>
          <p:nvPr userDrawn="1"/>
        </p:nvSpPr>
        <p:spPr bwMode="gray">
          <a:xfrm>
            <a:off x="6276000" y="6588000"/>
            <a:ext cx="5436000" cy="169200"/>
          </a:xfrm>
          <a:prstGeom prst="rect">
            <a:avLst/>
          </a:prstGeom>
          <a:noFill/>
          <a:ln w="9525">
            <a:noFill/>
            <a:miter lim="800000"/>
            <a:headEnd/>
            <a:tailEnd/>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2026. For information, contact Deloitte Tohmatsu Group.</a:t>
            </a:r>
          </a:p>
        </p:txBody>
      </p:sp>
    </p:spTree>
    <p:extLst>
      <p:ext uri="{BB962C8B-B14F-4D97-AF65-F5344CB8AC3E}">
        <p14:creationId xmlns:p14="http://schemas.microsoft.com/office/powerpoint/2010/main" val="267638121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基本版）中表紙_16:9">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CBD7C55F-79D3-4D3C-BF22-E2499EF30284}"/>
              </a:ext>
            </a:extLst>
          </p:cNvPr>
          <p:cNvGraphicFramePr>
            <a:graphicFrameLocks/>
          </p:cNvGraphicFramePr>
          <p:nvPr userDrawn="1">
            <p:custDataLst>
              <p:tags r:id="rId1"/>
            </p:custDataLst>
            <p:extLst>
              <p:ext uri="{D42A27DB-BD31-4B8C-83A1-F6EECF244321}">
                <p14:modId xmlns:p14="http://schemas.microsoft.com/office/powerpoint/2010/main" val="274703245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CBD7C55F-79D3-4D3C-BF22-E2499EF3028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cs typeface="+mn-cs"/>
              </a:defRPr>
            </a:lvl1pPr>
          </a:lstStyle>
          <a:p>
            <a:fld id="{AA5FCFE5-FE56-4EF1-80A8-07776887C2A1}" type="slidenum">
              <a:rPr lang="ja-JP" altLang="en-US" smtClean="0"/>
              <a:pPr/>
              <a:t>‹#›</a:t>
            </a:fld>
            <a:endParaRPr lang="ja-JP" altLang="en-US"/>
          </a:p>
        </p:txBody>
      </p:sp>
      <p:sp>
        <p:nvSpPr>
          <p:cNvPr id="7" name="フッター プレースホルダ 6"/>
          <p:cNvSpPr>
            <a:spLocks noGrp="1"/>
          </p:cNvSpPr>
          <p:nvPr>
            <p:ph type="ftr" sz="quarter" idx="12"/>
          </p:nvPr>
        </p:nvSpPr>
        <p:spPr bwMode="gray"/>
        <p:txBody>
          <a:bodyPr/>
          <a:lstStyle>
            <a:lvl1pPr>
              <a:defRPr>
                <a:solidFill>
                  <a:schemeClr val="tx1"/>
                </a:solidFill>
                <a:cs typeface="+mn-cs"/>
              </a:defRPr>
            </a:lvl1pPr>
          </a:lstStyle>
          <a:p>
            <a:endParaRPr lang="en-GB" altLang="en-GB"/>
          </a:p>
        </p:txBody>
      </p:sp>
    </p:spTree>
    <p:extLst>
      <p:ext uri="{BB962C8B-B14F-4D97-AF65-F5344CB8AC3E}">
        <p14:creationId xmlns:p14="http://schemas.microsoft.com/office/powerpoint/2010/main" val="3588154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基本版）Accessible Green_中表紙_16:9">
    <p:bg>
      <p:bgPr>
        <a:solidFill>
          <a:schemeClr val="accent3"/>
        </a:solidFill>
        <a:effectLst/>
      </p:bgPr>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CBD7C55F-79D3-4D3C-BF22-E2499EF30284}"/>
              </a:ext>
            </a:extLst>
          </p:cNvPr>
          <p:cNvGraphicFramePr>
            <a:graphicFrameLocks/>
          </p:cNvGraphicFramePr>
          <p:nvPr userDrawn="1">
            <p:custDataLst>
              <p:tags r:id="rId1"/>
            </p:custDataLst>
            <p:extLst>
              <p:ext uri="{D42A27DB-BD31-4B8C-83A1-F6EECF244321}">
                <p14:modId xmlns:p14="http://schemas.microsoft.com/office/powerpoint/2010/main" val="106074261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CBD7C55F-79D3-4D3C-BF22-E2499EF3028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bg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bg1"/>
                </a:solidFill>
                <a:cs typeface="+mn-cs"/>
              </a:defRPr>
            </a:lvl1pPr>
          </a:lstStyle>
          <a:p>
            <a:fld id="{AA5FCFE5-FE56-4EF1-80A8-07776887C2A1}" type="slidenum">
              <a:rPr lang="ja-JP" altLang="en-US" smtClean="0"/>
              <a:pPr/>
              <a:t>‹#›</a:t>
            </a:fld>
            <a:endParaRPr lang="ja-JP" altLang="en-US"/>
          </a:p>
        </p:txBody>
      </p:sp>
      <p:sp>
        <p:nvSpPr>
          <p:cNvPr id="7" name="フッター プレースホルダ 6"/>
          <p:cNvSpPr>
            <a:spLocks noGrp="1"/>
          </p:cNvSpPr>
          <p:nvPr>
            <p:ph type="ftr" sz="quarter" idx="12"/>
          </p:nvPr>
        </p:nvSpPr>
        <p:spPr bwMode="gray"/>
        <p:txBody>
          <a:bodyPr/>
          <a:lstStyle>
            <a:lvl1pPr>
              <a:defRPr>
                <a:solidFill>
                  <a:schemeClr val="bg1"/>
                </a:solidFill>
                <a:cs typeface="+mn-cs"/>
              </a:defRPr>
            </a:lvl1pPr>
          </a:lstStyle>
          <a:p>
            <a:endParaRPr lang="en-GB" altLang="en-GB"/>
          </a:p>
        </p:txBody>
      </p:sp>
      <p:sp>
        <p:nvSpPr>
          <p:cNvPr id="3" name="Text Box 37">
            <a:extLst>
              <a:ext uri="{FF2B5EF4-FFF2-40B4-BE49-F238E27FC236}">
                <a16:creationId xmlns:a16="http://schemas.microsoft.com/office/drawing/2014/main" id="{1189BAA9-A2FE-C864-E76C-25CFD4B2F5F2}"/>
              </a:ext>
            </a:extLst>
          </p:cNvPr>
          <p:cNvSpPr txBox="1">
            <a:spLocks noChangeArrowheads="1"/>
          </p:cNvSpPr>
          <p:nvPr userDrawn="1"/>
        </p:nvSpPr>
        <p:spPr bwMode="gray">
          <a:xfrm>
            <a:off x="6276000" y="6588000"/>
            <a:ext cx="5436000" cy="169200"/>
          </a:xfrm>
          <a:prstGeom prst="rect">
            <a:avLst/>
          </a:prstGeom>
          <a:noFill/>
          <a:ln w="9525">
            <a:noFill/>
            <a:miter lim="800000"/>
            <a:headEnd/>
            <a:tailEnd/>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bg1"/>
                </a:solidFill>
                <a:latin typeface="+mn-lt"/>
                <a:ea typeface="+mn-ea"/>
                <a:cs typeface="+mn-cs"/>
              </a:rPr>
              <a:t>© 2026. For information, contact Deloitte Tohmatsu Group.</a:t>
            </a:r>
          </a:p>
        </p:txBody>
      </p:sp>
    </p:spTree>
    <p:extLst>
      <p:ext uri="{BB962C8B-B14F-4D97-AF65-F5344CB8AC3E}">
        <p14:creationId xmlns:p14="http://schemas.microsoft.com/office/powerpoint/2010/main" val="253129351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基本版）Accessible Teal_中表紙_16:9">
    <p:bg>
      <p:bgPr>
        <a:solidFill>
          <a:schemeClr val="accent5"/>
        </a:solidFill>
        <a:effectLst/>
      </p:bgPr>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CBD7C55F-79D3-4D3C-BF22-E2499EF30284}"/>
              </a:ext>
            </a:extLst>
          </p:cNvPr>
          <p:cNvGraphicFramePr>
            <a:graphicFrameLocks/>
          </p:cNvGraphicFramePr>
          <p:nvPr userDrawn="1">
            <p:custDataLst>
              <p:tags r:id="rId1"/>
            </p:custDataLst>
            <p:extLst>
              <p:ext uri="{D42A27DB-BD31-4B8C-83A1-F6EECF244321}">
                <p14:modId xmlns:p14="http://schemas.microsoft.com/office/powerpoint/2010/main" val="274703245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CBD7C55F-79D3-4D3C-BF22-E2499EF3028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bg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bg1"/>
                </a:solidFill>
                <a:cs typeface="+mn-cs"/>
              </a:defRPr>
            </a:lvl1pPr>
          </a:lstStyle>
          <a:p>
            <a:fld id="{AA5FCFE5-FE56-4EF1-80A8-07776887C2A1}" type="slidenum">
              <a:rPr lang="ja-JP" altLang="en-US" smtClean="0"/>
              <a:pPr/>
              <a:t>‹#›</a:t>
            </a:fld>
            <a:endParaRPr lang="ja-JP" altLang="en-US"/>
          </a:p>
        </p:txBody>
      </p:sp>
      <p:sp>
        <p:nvSpPr>
          <p:cNvPr id="7" name="フッター プレースホルダ 6"/>
          <p:cNvSpPr>
            <a:spLocks noGrp="1"/>
          </p:cNvSpPr>
          <p:nvPr>
            <p:ph type="ftr" sz="quarter" idx="12"/>
          </p:nvPr>
        </p:nvSpPr>
        <p:spPr bwMode="gray"/>
        <p:txBody>
          <a:bodyPr/>
          <a:lstStyle>
            <a:lvl1pPr>
              <a:defRPr>
                <a:solidFill>
                  <a:schemeClr val="bg1"/>
                </a:solidFill>
                <a:cs typeface="+mn-cs"/>
              </a:defRPr>
            </a:lvl1pPr>
          </a:lstStyle>
          <a:p>
            <a:endParaRPr lang="en-GB" altLang="en-GB"/>
          </a:p>
        </p:txBody>
      </p:sp>
      <p:sp>
        <p:nvSpPr>
          <p:cNvPr id="3" name="Text Box 37">
            <a:extLst>
              <a:ext uri="{FF2B5EF4-FFF2-40B4-BE49-F238E27FC236}">
                <a16:creationId xmlns:a16="http://schemas.microsoft.com/office/drawing/2014/main" id="{1189BAA9-A2FE-C864-E76C-25CFD4B2F5F2}"/>
              </a:ext>
            </a:extLst>
          </p:cNvPr>
          <p:cNvSpPr txBox="1">
            <a:spLocks noChangeArrowheads="1"/>
          </p:cNvSpPr>
          <p:nvPr userDrawn="1"/>
        </p:nvSpPr>
        <p:spPr bwMode="gray">
          <a:xfrm>
            <a:off x="6276000" y="6588000"/>
            <a:ext cx="5436000" cy="169200"/>
          </a:xfrm>
          <a:prstGeom prst="rect">
            <a:avLst/>
          </a:prstGeom>
          <a:noFill/>
          <a:ln w="9525">
            <a:noFill/>
            <a:miter lim="800000"/>
            <a:headEnd/>
            <a:tailEnd/>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bg1"/>
                </a:solidFill>
                <a:latin typeface="+mn-lt"/>
                <a:ea typeface="+mn-ea"/>
                <a:cs typeface="+mn-cs"/>
              </a:rPr>
              <a:t>© 2026. For information, contact Deloitte Tohmatsu Group.</a:t>
            </a:r>
          </a:p>
        </p:txBody>
      </p:sp>
    </p:spTree>
    <p:extLst>
      <p:ext uri="{BB962C8B-B14F-4D97-AF65-F5344CB8AC3E}">
        <p14:creationId xmlns:p14="http://schemas.microsoft.com/office/powerpoint/2010/main" val="411018963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基本版）Accessible Blue_中表紙_16:9">
    <p:bg>
      <p:bgPr>
        <a:solidFill>
          <a:schemeClr val="accent6"/>
        </a:solidFill>
        <a:effectLst/>
      </p:bgPr>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CBD7C55F-79D3-4D3C-BF22-E2499EF30284}"/>
              </a:ext>
            </a:extLst>
          </p:cNvPr>
          <p:cNvGraphicFramePr>
            <a:graphicFrameLocks/>
          </p:cNvGraphicFramePr>
          <p:nvPr userDrawn="1">
            <p:custDataLst>
              <p:tags r:id="rId1"/>
            </p:custDataLst>
            <p:extLst>
              <p:ext uri="{D42A27DB-BD31-4B8C-83A1-F6EECF244321}">
                <p14:modId xmlns:p14="http://schemas.microsoft.com/office/powerpoint/2010/main" val="274703245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CBD7C55F-79D3-4D3C-BF22-E2499EF3028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bg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bg1"/>
                </a:solidFill>
                <a:cs typeface="+mn-cs"/>
              </a:defRPr>
            </a:lvl1pPr>
          </a:lstStyle>
          <a:p>
            <a:fld id="{AA5FCFE5-FE56-4EF1-80A8-07776887C2A1}" type="slidenum">
              <a:rPr lang="ja-JP" altLang="en-US" smtClean="0"/>
              <a:pPr/>
              <a:t>‹#›</a:t>
            </a:fld>
            <a:endParaRPr lang="ja-JP" altLang="en-US"/>
          </a:p>
        </p:txBody>
      </p:sp>
      <p:sp>
        <p:nvSpPr>
          <p:cNvPr id="7" name="フッター プレースホルダ 6"/>
          <p:cNvSpPr>
            <a:spLocks noGrp="1"/>
          </p:cNvSpPr>
          <p:nvPr>
            <p:ph type="ftr" sz="quarter" idx="12"/>
          </p:nvPr>
        </p:nvSpPr>
        <p:spPr bwMode="gray"/>
        <p:txBody>
          <a:bodyPr/>
          <a:lstStyle>
            <a:lvl1pPr>
              <a:defRPr>
                <a:solidFill>
                  <a:schemeClr val="bg1"/>
                </a:solidFill>
                <a:cs typeface="+mn-cs"/>
              </a:defRPr>
            </a:lvl1pPr>
          </a:lstStyle>
          <a:p>
            <a:endParaRPr lang="en-GB" altLang="en-GB"/>
          </a:p>
        </p:txBody>
      </p:sp>
      <p:sp>
        <p:nvSpPr>
          <p:cNvPr id="3" name="Text Box 37">
            <a:extLst>
              <a:ext uri="{FF2B5EF4-FFF2-40B4-BE49-F238E27FC236}">
                <a16:creationId xmlns:a16="http://schemas.microsoft.com/office/drawing/2014/main" id="{1189BAA9-A2FE-C864-E76C-25CFD4B2F5F2}"/>
              </a:ext>
            </a:extLst>
          </p:cNvPr>
          <p:cNvSpPr txBox="1">
            <a:spLocks noChangeArrowheads="1"/>
          </p:cNvSpPr>
          <p:nvPr userDrawn="1"/>
        </p:nvSpPr>
        <p:spPr bwMode="gray">
          <a:xfrm>
            <a:off x="6276000" y="6588000"/>
            <a:ext cx="5436000" cy="169200"/>
          </a:xfrm>
          <a:prstGeom prst="rect">
            <a:avLst/>
          </a:prstGeom>
          <a:noFill/>
          <a:ln w="9525">
            <a:noFill/>
            <a:miter lim="800000"/>
            <a:headEnd/>
            <a:tailEnd/>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bg1"/>
                </a:solidFill>
                <a:latin typeface="+mn-lt"/>
                <a:ea typeface="+mn-ea"/>
                <a:cs typeface="+mn-cs"/>
              </a:rPr>
              <a:t>© 2026. For information, contact Deloitte Tohmatsu Group.</a:t>
            </a:r>
          </a:p>
        </p:txBody>
      </p:sp>
    </p:spTree>
    <p:extLst>
      <p:ext uri="{BB962C8B-B14F-4D97-AF65-F5344CB8AC3E}">
        <p14:creationId xmlns:p14="http://schemas.microsoft.com/office/powerpoint/2010/main" val="368827771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基本版）タイトルのみ_16:9">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77D81023-2A1D-453A-B6C3-7E7FA34E4217}"/>
              </a:ext>
            </a:extLst>
          </p:cNvPr>
          <p:cNvGraphicFramePr>
            <a:graphicFrameLocks/>
          </p:cNvGraphicFramePr>
          <p:nvPr userDrawn="1">
            <p:custDataLst>
              <p:tags r:id="rId1"/>
            </p:custDataLst>
            <p:extLst>
              <p:ext uri="{D42A27DB-BD31-4B8C-83A1-F6EECF244321}">
                <p14:modId xmlns:p14="http://schemas.microsoft.com/office/powerpoint/2010/main" val="152165882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77D81023-2A1D-453A-B6C3-7E7FA34E42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cs typeface="+mn-cs"/>
              </a:defRPr>
            </a:lvl1pPr>
          </a:lstStyle>
          <a:p>
            <a:endParaRPr lang="en-GB" altLang="en-GB"/>
          </a:p>
        </p:txBody>
      </p:sp>
      <p:sp>
        <p:nvSpPr>
          <p:cNvPr id="4" name="スライド番号プレースホルダ 3"/>
          <p:cNvSpPr>
            <a:spLocks noGrp="1"/>
          </p:cNvSpPr>
          <p:nvPr>
            <p:ph type="sldNum" sz="quarter" idx="11"/>
          </p:nvPr>
        </p:nvSpPr>
        <p:spPr bwMode="gray"/>
        <p:txBody>
          <a:bodyPr/>
          <a:lstStyle>
            <a:lvl1pPr>
              <a:defRPr>
                <a:solidFill>
                  <a:schemeClr val="tx1"/>
                </a:solidFill>
                <a:cs typeface="+mn-cs"/>
              </a:defRPr>
            </a:lvl1pPr>
          </a:lstStyle>
          <a:p>
            <a:fld id="{AA5FCFE5-FE56-4EF1-80A8-07776887C2A1}" type="slidenum">
              <a:rPr lang="ja-JP" altLang="en-US" smtClean="0"/>
              <a:pPr/>
              <a:t>‹#›</a:t>
            </a:fld>
            <a:endParaRPr lang="ja-JP" altLang="en-US"/>
          </a:p>
        </p:txBody>
      </p:sp>
      <p:sp>
        <p:nvSpPr>
          <p:cNvPr id="5" name="テキスト プレースホルダー 6">
            <a:extLst>
              <a:ext uri="{FF2B5EF4-FFF2-40B4-BE49-F238E27FC236}">
                <a16:creationId xmlns:a16="http://schemas.microsoft.com/office/drawing/2014/main" id="{497333F6-9AD1-6169-C739-EE0E8EEF79DD}"/>
              </a:ext>
            </a:extLst>
          </p:cNvPr>
          <p:cNvSpPr>
            <a:spLocks noGrp="1"/>
          </p:cNvSpPr>
          <p:nvPr>
            <p:ph type="body" sz="quarter" idx="17" hasCustomPrompt="1"/>
          </p:nvPr>
        </p:nvSpPr>
        <p:spPr>
          <a:xfrm>
            <a:off x="479425" y="6000750"/>
            <a:ext cx="11233150" cy="310272"/>
          </a:xfrm>
        </p:spPr>
        <p:txBody>
          <a:bodyPr anchor="b"/>
          <a:lstStyle>
            <a:lvl1pPr fontAlgn="ctr">
              <a:lnSpc>
                <a:spcPct val="100000"/>
              </a:lnSpc>
              <a:spcBef>
                <a:spcPts val="0"/>
              </a:spcBef>
              <a:defRPr sz="1200"/>
            </a:lvl1pPr>
          </a:lstStyle>
          <a:p>
            <a:pPr lvl="0"/>
            <a:r>
              <a:rPr kumimoji="1" lang="ja-JP" altLang="en-US"/>
              <a:t>出所：</a:t>
            </a:r>
            <a:r>
              <a:rPr kumimoji="1" lang="en-US" altLang="ja-JP"/>
              <a:t>XXX</a:t>
            </a:r>
            <a:br>
              <a:rPr kumimoji="1" lang="en-US" altLang="ja-JP"/>
            </a:br>
            <a:r>
              <a:rPr kumimoji="1" lang="ja-JP" altLang="en-US"/>
              <a:t>脚注：</a:t>
            </a:r>
            <a:r>
              <a:rPr kumimoji="1" lang="en-US" altLang="ja-JP"/>
              <a:t>XXX</a:t>
            </a:r>
            <a:endParaRPr kumimoji="1" lang="ja-JP" altLang="en-US"/>
          </a:p>
        </p:txBody>
      </p:sp>
      <p:sp>
        <p:nvSpPr>
          <p:cNvPr id="9" name="テキスト プレースホルダー 2"/>
          <p:cNvSpPr>
            <a:spLocks noGrp="1"/>
          </p:cNvSpPr>
          <p:nvPr>
            <p:ph type="body" sz="quarter" idx="15" hasCustomPrompt="1"/>
          </p:nvPr>
        </p:nvSpPr>
        <p:spPr bwMode="gray">
          <a:xfrm>
            <a:off x="478799" y="1008000"/>
            <a:ext cx="11232000" cy="468000"/>
          </a:xfrm>
          <a:prstGeom prst="rect">
            <a:avLst/>
          </a:prstGeom>
        </p:spPr>
        <p:txBody>
          <a:bodyPr wrap="none" tIns="0" anchor="ctr">
            <a:noAutofit/>
          </a:bodyPr>
          <a:lstStyle>
            <a:lvl1pPr fontAlgn="ctr">
              <a:lnSpc>
                <a:spcPct val="100000"/>
              </a:lnSpc>
              <a:spcBef>
                <a:spcPts val="0"/>
              </a:spcBef>
              <a:defRPr sz="1800" b="1">
                <a:solidFill>
                  <a:schemeClr val="accent3"/>
                </a:solidFill>
                <a:cs typeface="+mn-cs"/>
              </a:defRPr>
            </a:lvl1pPr>
          </a:lstStyle>
          <a:p>
            <a:pPr lvl="0"/>
            <a:r>
              <a:rPr kumimoji="1" lang="ja-JP" altLang="en-US"/>
              <a:t>スライドタイトル</a:t>
            </a:r>
          </a:p>
        </p:txBody>
      </p:sp>
      <p:sp>
        <p:nvSpPr>
          <p:cNvPr id="6" name="タイトル 5"/>
          <p:cNvSpPr>
            <a:spLocks noGrp="1"/>
          </p:cNvSpPr>
          <p:nvPr>
            <p:ph type="title" hasCustomPrompt="1"/>
          </p:nvPr>
        </p:nvSpPr>
        <p:spPr bwMode="gray">
          <a:xfrm>
            <a:off x="480000" y="108000"/>
            <a:ext cx="11232000" cy="738000"/>
          </a:xfrm>
        </p:spPr>
        <p:txBody>
          <a:bodyPr vert="horz"/>
          <a:lstStyle>
            <a:lvl1pPr>
              <a:defRPr baseline="0">
                <a:latin typeface="+mj-lt"/>
                <a:ea typeface="+mj-ea"/>
                <a:cs typeface="+mj-cs"/>
              </a:defRPr>
            </a:lvl1pPr>
          </a:lstStyle>
          <a:p>
            <a:r>
              <a:rPr lang="ja-JP" altLang="en-US"/>
              <a:t>キーメッセージを入力（本スライドで一番伝えたいこと＜名詞止め・体言止め不可＞）</a:t>
            </a:r>
            <a:endParaRPr kumimoji="1" lang="ja-JP" altLang="en-US"/>
          </a:p>
        </p:txBody>
      </p:sp>
    </p:spTree>
    <p:extLst>
      <p:ext uri="{BB962C8B-B14F-4D97-AF65-F5344CB8AC3E}">
        <p14:creationId xmlns:p14="http://schemas.microsoft.com/office/powerpoint/2010/main" val="299380704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基本版）タイトルのみ_出所・脚注なし_16:9">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77D81023-2A1D-453A-B6C3-7E7FA34E4217}"/>
              </a:ext>
            </a:extLst>
          </p:cNvPr>
          <p:cNvGraphicFramePr>
            <a:graphicFrameLocks/>
          </p:cNvGraphicFramePr>
          <p:nvPr userDrawn="1">
            <p:custDataLst>
              <p:tags r:id="rId1"/>
            </p:custDataLst>
            <p:extLst>
              <p:ext uri="{D42A27DB-BD31-4B8C-83A1-F6EECF244321}">
                <p14:modId xmlns:p14="http://schemas.microsoft.com/office/powerpoint/2010/main" val="152165882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77D81023-2A1D-453A-B6C3-7E7FA34E42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cs typeface="+mn-cs"/>
              </a:defRPr>
            </a:lvl1pPr>
          </a:lstStyle>
          <a:p>
            <a:endParaRPr lang="en-GB" altLang="en-GB"/>
          </a:p>
        </p:txBody>
      </p:sp>
      <p:sp>
        <p:nvSpPr>
          <p:cNvPr id="4" name="スライド番号プレースホルダ 3"/>
          <p:cNvSpPr>
            <a:spLocks noGrp="1"/>
          </p:cNvSpPr>
          <p:nvPr>
            <p:ph type="sldNum" sz="quarter" idx="11"/>
          </p:nvPr>
        </p:nvSpPr>
        <p:spPr bwMode="gray"/>
        <p:txBody>
          <a:bodyPr/>
          <a:lstStyle>
            <a:lvl1pPr>
              <a:defRPr>
                <a:solidFill>
                  <a:schemeClr val="tx1"/>
                </a:solidFill>
                <a:cs typeface="+mn-cs"/>
              </a:defRPr>
            </a:lvl1pPr>
          </a:lstStyle>
          <a:p>
            <a:fld id="{AA5FCFE5-FE56-4EF1-80A8-07776887C2A1}" type="slidenum">
              <a:rPr lang="ja-JP" altLang="en-US" smtClean="0"/>
              <a:pPr/>
              <a:t>‹#›</a:t>
            </a:fld>
            <a:endParaRPr lang="ja-JP" altLang="en-US"/>
          </a:p>
        </p:txBody>
      </p:sp>
      <p:sp>
        <p:nvSpPr>
          <p:cNvPr id="9" name="テキスト プレースホルダー 2"/>
          <p:cNvSpPr>
            <a:spLocks noGrp="1"/>
          </p:cNvSpPr>
          <p:nvPr>
            <p:ph type="body" sz="quarter" idx="15" hasCustomPrompt="1"/>
          </p:nvPr>
        </p:nvSpPr>
        <p:spPr bwMode="gray">
          <a:xfrm>
            <a:off x="478799" y="1008000"/>
            <a:ext cx="11232000" cy="468000"/>
          </a:xfrm>
          <a:prstGeom prst="rect">
            <a:avLst/>
          </a:prstGeom>
        </p:spPr>
        <p:txBody>
          <a:bodyPr wrap="none" tIns="0" anchor="ctr">
            <a:noAutofit/>
          </a:bodyPr>
          <a:lstStyle>
            <a:lvl1pPr fontAlgn="ctr">
              <a:lnSpc>
                <a:spcPct val="100000"/>
              </a:lnSpc>
              <a:spcBef>
                <a:spcPts val="0"/>
              </a:spcBef>
              <a:defRPr sz="1800" b="1">
                <a:solidFill>
                  <a:schemeClr val="accent3"/>
                </a:solidFill>
                <a:cs typeface="+mn-cs"/>
              </a:defRPr>
            </a:lvl1pPr>
          </a:lstStyle>
          <a:p>
            <a:pPr lvl="0"/>
            <a:r>
              <a:rPr kumimoji="1" lang="ja-JP" altLang="en-US"/>
              <a:t>スライドタイトル</a:t>
            </a:r>
          </a:p>
        </p:txBody>
      </p:sp>
      <p:sp>
        <p:nvSpPr>
          <p:cNvPr id="6" name="タイトル 5"/>
          <p:cNvSpPr>
            <a:spLocks noGrp="1"/>
          </p:cNvSpPr>
          <p:nvPr>
            <p:ph type="title" hasCustomPrompt="1"/>
          </p:nvPr>
        </p:nvSpPr>
        <p:spPr bwMode="gray">
          <a:xfrm>
            <a:off x="480000" y="108000"/>
            <a:ext cx="11232000" cy="738000"/>
          </a:xfrm>
        </p:spPr>
        <p:txBody>
          <a:bodyPr vert="horz"/>
          <a:lstStyle>
            <a:lvl1pPr>
              <a:defRPr baseline="0">
                <a:latin typeface="+mj-lt"/>
                <a:ea typeface="+mj-ea"/>
                <a:cs typeface="+mj-cs"/>
              </a:defRPr>
            </a:lvl1pPr>
          </a:lstStyle>
          <a:p>
            <a:r>
              <a:rPr lang="ja-JP" altLang="en-US"/>
              <a:t>キーメッセージを入力（本スライドで一番伝えたいこと＜名詞止め・体言止め不可＞）</a:t>
            </a:r>
            <a:endParaRPr kumimoji="1" lang="ja-JP" altLang="en-US"/>
          </a:p>
        </p:txBody>
      </p:sp>
    </p:spTree>
    <p:extLst>
      <p:ext uri="{BB962C8B-B14F-4D97-AF65-F5344CB8AC3E}">
        <p14:creationId xmlns:p14="http://schemas.microsoft.com/office/powerpoint/2010/main" val="312505327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基本版）コンテンツ両サイド_レベル_16:9">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77D81023-2A1D-453A-B6C3-7E7FA34E4217}"/>
              </a:ext>
            </a:extLst>
          </p:cNvPr>
          <p:cNvGraphicFramePr>
            <a:graphicFrameLocks/>
          </p:cNvGraphicFramePr>
          <p:nvPr userDrawn="1">
            <p:custDataLst>
              <p:tags r:id="rId1"/>
            </p:custDataLst>
            <p:extLst>
              <p:ext uri="{D42A27DB-BD31-4B8C-83A1-F6EECF244321}">
                <p14:modId xmlns:p14="http://schemas.microsoft.com/office/powerpoint/2010/main" val="417462263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77D81023-2A1D-453A-B6C3-7E7FA34E42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9"/>
          <p:cNvSpPr>
            <a:spLocks noGrp="1"/>
          </p:cNvSpPr>
          <p:nvPr>
            <p:ph type="sldNum" sz="quarter" idx="11"/>
          </p:nvPr>
        </p:nvSpPr>
        <p:spPr bwMode="gray"/>
        <p:txBody>
          <a:bodyPr/>
          <a:lstStyle>
            <a:lvl1pPr>
              <a:defRPr>
                <a:solidFill>
                  <a:schemeClr val="tx1"/>
                </a:solidFill>
                <a:cs typeface="+mn-cs"/>
              </a:defRPr>
            </a:lvl1pPr>
          </a:lstStyle>
          <a:p>
            <a:fld id="{AA5FCFE5-FE56-4EF1-80A8-07776887C2A1}" type="slidenum">
              <a:rPr lang="ja-JP" altLang="en-US" smtClean="0"/>
              <a:pPr/>
              <a:t>‹#›</a:t>
            </a:fld>
            <a:endParaRPr lang="ja-JP" altLang="en-US"/>
          </a:p>
        </p:txBody>
      </p:sp>
      <p:sp>
        <p:nvSpPr>
          <p:cNvPr id="13" name="コンテンツ プレースホルダー 2">
            <a:extLst>
              <a:ext uri="{FF2B5EF4-FFF2-40B4-BE49-F238E27FC236}">
                <a16:creationId xmlns:a16="http://schemas.microsoft.com/office/drawing/2014/main" id="{6A85E96B-E1AC-4DF5-5614-680F3EA213FD}"/>
              </a:ext>
            </a:extLst>
          </p:cNvPr>
          <p:cNvSpPr>
            <a:spLocks noGrp="1"/>
          </p:cNvSpPr>
          <p:nvPr>
            <p:ph sz="quarter" idx="27"/>
          </p:nvPr>
        </p:nvSpPr>
        <p:spPr>
          <a:xfrm>
            <a:off x="479425" y="1484314"/>
            <a:ext cx="5436001" cy="4823999"/>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14" name="コンテンツ プレースホルダー 2">
            <a:extLst>
              <a:ext uri="{FF2B5EF4-FFF2-40B4-BE49-F238E27FC236}">
                <a16:creationId xmlns:a16="http://schemas.microsoft.com/office/drawing/2014/main" id="{07EF26B2-575F-9ED1-90F8-6FBC9CF4FC3F}"/>
              </a:ext>
            </a:extLst>
          </p:cNvPr>
          <p:cNvSpPr>
            <a:spLocks noGrp="1"/>
          </p:cNvSpPr>
          <p:nvPr>
            <p:ph sz="quarter" idx="28"/>
          </p:nvPr>
        </p:nvSpPr>
        <p:spPr>
          <a:xfrm>
            <a:off x="6276575" y="1484314"/>
            <a:ext cx="5436001" cy="4823999"/>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3" name="フッター プレースホルダ 10"/>
          <p:cNvSpPr>
            <a:spLocks noGrp="1"/>
          </p:cNvSpPr>
          <p:nvPr>
            <p:ph type="ftr" sz="quarter" idx="10"/>
          </p:nvPr>
        </p:nvSpPr>
        <p:spPr bwMode="gray"/>
        <p:txBody>
          <a:bodyPr/>
          <a:lstStyle>
            <a:lvl1pPr>
              <a:defRPr>
                <a:solidFill>
                  <a:schemeClr val="tx1"/>
                </a:solidFill>
                <a:cs typeface="+mn-cs"/>
              </a:defRPr>
            </a:lvl1pPr>
          </a:lstStyle>
          <a:p>
            <a:endParaRPr lang="en-GB" altLang="en-GB"/>
          </a:p>
        </p:txBody>
      </p:sp>
      <p:sp>
        <p:nvSpPr>
          <p:cNvPr id="9" name="テキスト プレースホルダー 2">
            <a:extLst>
              <a:ext uri="{FF2B5EF4-FFF2-40B4-BE49-F238E27FC236}">
                <a16:creationId xmlns:a16="http://schemas.microsoft.com/office/drawing/2014/main" id="{46B5496C-DFB7-93F6-1A89-9771DD29BD1D}"/>
              </a:ext>
            </a:extLst>
          </p:cNvPr>
          <p:cNvSpPr>
            <a:spLocks noGrp="1"/>
          </p:cNvSpPr>
          <p:nvPr>
            <p:ph type="body" sz="quarter" idx="19" hasCustomPrompt="1"/>
          </p:nvPr>
        </p:nvSpPr>
        <p:spPr>
          <a:xfrm>
            <a:off x="479425" y="1008000"/>
            <a:ext cx="5437188" cy="468000"/>
          </a:xfrm>
        </p:spPr>
        <p:txBody>
          <a:bodyPr anchor="ctr"/>
          <a:lstStyle>
            <a:lvl1pPr fontAlgn="ctr">
              <a:lnSpc>
                <a:spcPct val="100000"/>
              </a:lnSpc>
              <a:spcBef>
                <a:spcPts val="0"/>
              </a:spcBef>
              <a:defRPr sz="1800" b="1">
                <a:solidFill>
                  <a:schemeClr val="accent3"/>
                </a:solidFill>
              </a:defRPr>
            </a:lvl1pPr>
          </a:lstStyle>
          <a:p>
            <a:pPr lvl="0"/>
            <a:r>
              <a:rPr kumimoji="1" lang="ja-JP" altLang="en-US"/>
              <a:t>スライドタイトル</a:t>
            </a:r>
          </a:p>
        </p:txBody>
      </p:sp>
      <p:sp>
        <p:nvSpPr>
          <p:cNvPr id="5" name="テキスト プレースホルダー 2">
            <a:extLst>
              <a:ext uri="{FF2B5EF4-FFF2-40B4-BE49-F238E27FC236}">
                <a16:creationId xmlns:a16="http://schemas.microsoft.com/office/drawing/2014/main" id="{BBEF2C36-9683-41F6-673C-68495BDF3110}"/>
              </a:ext>
            </a:extLst>
          </p:cNvPr>
          <p:cNvSpPr>
            <a:spLocks noGrp="1"/>
          </p:cNvSpPr>
          <p:nvPr>
            <p:ph type="body" sz="quarter" idx="24" hasCustomPrompt="1"/>
          </p:nvPr>
        </p:nvSpPr>
        <p:spPr>
          <a:xfrm>
            <a:off x="6275388" y="1008000"/>
            <a:ext cx="5437188" cy="468000"/>
          </a:xfrm>
        </p:spPr>
        <p:txBody>
          <a:bodyPr vert="horz" lIns="0" tIns="0" rIns="0" bIns="0" rtlCol="0" anchor="ctr">
            <a:noAutofit/>
          </a:bodyPr>
          <a:lstStyle>
            <a:lvl1pPr>
              <a:defRPr lang="ja-JP" altLang="en-US" sz="1800" b="1" dirty="0">
                <a:solidFill>
                  <a:schemeClr val="accent3"/>
                </a:solidFill>
              </a:defRPr>
            </a:lvl1pPr>
          </a:lstStyle>
          <a:p>
            <a:pPr lvl="0"/>
            <a:r>
              <a:rPr kumimoji="1" lang="ja-JP" altLang="en-US"/>
              <a:t>スライドタイトル</a:t>
            </a:r>
          </a:p>
        </p:txBody>
      </p:sp>
      <p:sp>
        <p:nvSpPr>
          <p:cNvPr id="6" name="タイトル 5"/>
          <p:cNvSpPr>
            <a:spLocks noGrp="1"/>
          </p:cNvSpPr>
          <p:nvPr>
            <p:ph type="title" hasCustomPrompt="1"/>
          </p:nvPr>
        </p:nvSpPr>
        <p:spPr bwMode="gray">
          <a:xfrm>
            <a:off x="480000" y="108000"/>
            <a:ext cx="11232000" cy="738000"/>
          </a:xfrm>
        </p:spPr>
        <p:txBody>
          <a:bodyPr vert="horz"/>
          <a:lstStyle>
            <a:lvl1pPr>
              <a:defRPr baseline="0">
                <a:latin typeface="+mj-lt"/>
                <a:ea typeface="+mj-ea"/>
                <a:cs typeface="+mj-cs"/>
              </a:defRPr>
            </a:lvl1pPr>
          </a:lstStyle>
          <a:p>
            <a:r>
              <a:rPr lang="ja-JP" altLang="en-US"/>
              <a:t>キーメッセージを入力（本スライドで一番伝えたいこと＜名詞止め・体言止め不可＞）</a:t>
            </a:r>
            <a:endParaRPr kumimoji="1" lang="ja-JP" altLang="en-US"/>
          </a:p>
        </p:txBody>
      </p:sp>
      <p:sp>
        <p:nvSpPr>
          <p:cNvPr id="20" name="テキスト プレースホルダー 6">
            <a:extLst>
              <a:ext uri="{FF2B5EF4-FFF2-40B4-BE49-F238E27FC236}">
                <a16:creationId xmlns:a16="http://schemas.microsoft.com/office/drawing/2014/main" id="{15EC7259-B2A3-5EC1-CEAF-805353B90F9B}"/>
              </a:ext>
            </a:extLst>
          </p:cNvPr>
          <p:cNvSpPr>
            <a:spLocks noGrp="1"/>
          </p:cNvSpPr>
          <p:nvPr>
            <p:ph type="body" sz="quarter" idx="23" hasCustomPrompt="1"/>
          </p:nvPr>
        </p:nvSpPr>
        <p:spPr>
          <a:xfrm>
            <a:off x="479425" y="6001200"/>
            <a:ext cx="11231563" cy="309600"/>
          </a:xfrm>
        </p:spPr>
        <p:txBody>
          <a:bodyPr anchor="b"/>
          <a:lstStyle>
            <a:lvl1pPr fontAlgn="ctr">
              <a:lnSpc>
                <a:spcPct val="100000"/>
              </a:lnSpc>
              <a:spcBef>
                <a:spcPts val="0"/>
              </a:spcBef>
              <a:defRPr sz="1200"/>
            </a:lvl1pPr>
          </a:lstStyle>
          <a:p>
            <a:pPr lvl="0"/>
            <a:r>
              <a:rPr kumimoji="1" lang="ja-JP" altLang="en-US"/>
              <a:t>出所：</a:t>
            </a:r>
            <a:r>
              <a:rPr kumimoji="1" lang="en-US" altLang="ja-JP"/>
              <a:t>XXX</a:t>
            </a:r>
            <a:br>
              <a:rPr kumimoji="1" lang="en-US" altLang="ja-JP"/>
            </a:br>
            <a:r>
              <a:rPr kumimoji="1" lang="ja-JP" altLang="en-US"/>
              <a:t>脚注：</a:t>
            </a:r>
            <a:r>
              <a:rPr kumimoji="1" lang="en-US" altLang="ja-JP"/>
              <a:t>XXX</a:t>
            </a:r>
            <a:endParaRPr kumimoji="1" lang="ja-JP" altLang="en-US"/>
          </a:p>
        </p:txBody>
      </p:sp>
    </p:spTree>
    <p:extLst>
      <p:ext uri="{BB962C8B-B14F-4D97-AF65-F5344CB8AC3E}">
        <p14:creationId xmlns:p14="http://schemas.microsoft.com/office/powerpoint/2010/main" val="12448757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基本版）コンテンツ全面_レベル_16:9">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77D81023-2A1D-453A-B6C3-7E7FA34E4217}"/>
              </a:ext>
            </a:extLst>
          </p:cNvPr>
          <p:cNvGraphicFramePr>
            <a:graphicFrameLocks/>
          </p:cNvGraphicFramePr>
          <p:nvPr userDrawn="1">
            <p:custDataLst>
              <p:tags r:id="rId1"/>
            </p:custDataLst>
            <p:extLst>
              <p:ext uri="{D42A27DB-BD31-4B8C-83A1-F6EECF244321}">
                <p14:modId xmlns:p14="http://schemas.microsoft.com/office/powerpoint/2010/main" val="23219098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77D81023-2A1D-453A-B6C3-7E7FA34E42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5" name="コンテンツ プレースホルダ 2">
            <a:extLst>
              <a:ext uri="{FF2B5EF4-FFF2-40B4-BE49-F238E27FC236}">
                <a16:creationId xmlns:a16="http://schemas.microsoft.com/office/drawing/2014/main" id="{5B75B1AC-23A7-0EC1-A099-E19E2BA92CC3}"/>
              </a:ext>
            </a:extLst>
          </p:cNvPr>
          <p:cNvSpPr>
            <a:spLocks noGrp="1"/>
          </p:cNvSpPr>
          <p:nvPr>
            <p:ph idx="1"/>
          </p:nvPr>
        </p:nvSpPr>
        <p:spPr bwMode="gray">
          <a:xfrm>
            <a:off x="480000" y="1483200"/>
            <a:ext cx="11232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00" indent="-252000">
              <a:lnSpc>
                <a:spcPct val="110000"/>
              </a:lnSpc>
              <a:spcBef>
                <a:spcPts val="600"/>
              </a:spcBef>
              <a:buFont typeface="Wingdings" pitchFamily="2" charset="2"/>
              <a:buChar char="n"/>
              <a:defRPr sz="1600" baseline="0">
                <a:latin typeface="+mn-lt"/>
                <a:ea typeface="+mn-ea"/>
                <a:cs typeface="+mn-cs"/>
              </a:defRPr>
            </a:lvl2pPr>
            <a:lvl3pPr marL="504000" indent="-252000">
              <a:lnSpc>
                <a:spcPct val="110000"/>
              </a:lnSpc>
              <a:spcBef>
                <a:spcPts val="600"/>
              </a:spcBef>
              <a:buFont typeface="Wingdings" pitchFamily="2" charset="2"/>
              <a:buChar char="Ø"/>
              <a:defRPr sz="1600" baseline="0">
                <a:latin typeface="+mn-lt"/>
                <a:ea typeface="+mn-ea"/>
                <a:cs typeface="+mn-cs"/>
              </a:defRPr>
            </a:lvl3pPr>
            <a:lvl4pPr marL="684000" marR="0" indent="-180000" algn="l" defTabSz="989013" rtl="0" eaLnBrk="1" fontAlgn="auto" latinLnBrk="0" hangingPunct="1">
              <a:lnSpc>
                <a:spcPct val="110000"/>
              </a:lnSpc>
              <a:spcBef>
                <a:spcPts val="600"/>
              </a:spcBef>
              <a:spcAft>
                <a:spcPts val="0"/>
              </a:spcAft>
              <a:buClrTx/>
              <a:buSzTx/>
              <a:buFont typeface="Arial" pitchFamily="34" charset="0"/>
              <a:buChar char="•"/>
              <a:tabLst/>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3" name="フッター プレースホルダ 2"/>
          <p:cNvSpPr>
            <a:spLocks noGrp="1"/>
          </p:cNvSpPr>
          <p:nvPr>
            <p:ph type="ftr" sz="quarter" idx="10"/>
          </p:nvPr>
        </p:nvSpPr>
        <p:spPr bwMode="gray"/>
        <p:txBody>
          <a:bodyPr/>
          <a:lstStyle>
            <a:lvl1pPr>
              <a:defRPr>
                <a:solidFill>
                  <a:schemeClr val="tx1"/>
                </a:solidFill>
                <a:cs typeface="+mn-cs"/>
              </a:defRPr>
            </a:lvl1pPr>
          </a:lstStyle>
          <a:p>
            <a:endParaRPr lang="en-GB" altLang="en-GB"/>
          </a:p>
        </p:txBody>
      </p:sp>
      <p:sp>
        <p:nvSpPr>
          <p:cNvPr id="4" name="スライド番号プレースホルダ 3"/>
          <p:cNvSpPr>
            <a:spLocks noGrp="1"/>
          </p:cNvSpPr>
          <p:nvPr>
            <p:ph type="sldNum" sz="quarter" idx="11"/>
          </p:nvPr>
        </p:nvSpPr>
        <p:spPr bwMode="gray"/>
        <p:txBody>
          <a:bodyPr/>
          <a:lstStyle>
            <a:lvl1pPr>
              <a:defRPr>
                <a:solidFill>
                  <a:schemeClr val="tx1"/>
                </a:solidFill>
                <a:cs typeface="+mn-cs"/>
              </a:defRPr>
            </a:lvl1pPr>
          </a:lstStyle>
          <a:p>
            <a:fld id="{AA5FCFE5-FE56-4EF1-80A8-07776887C2A1}" type="slidenum">
              <a:rPr lang="ja-JP" altLang="en-US" smtClean="0"/>
              <a:pPr/>
              <a:t>‹#›</a:t>
            </a:fld>
            <a:endParaRPr lang="ja-JP" altLang="en-US"/>
          </a:p>
        </p:txBody>
      </p:sp>
      <p:sp>
        <p:nvSpPr>
          <p:cNvPr id="8" name="テキスト プレースホルダー 6">
            <a:extLst>
              <a:ext uri="{FF2B5EF4-FFF2-40B4-BE49-F238E27FC236}">
                <a16:creationId xmlns:a16="http://schemas.microsoft.com/office/drawing/2014/main" id="{E4AF888F-393A-D115-D1C7-E8C19773D9A1}"/>
              </a:ext>
            </a:extLst>
          </p:cNvPr>
          <p:cNvSpPr>
            <a:spLocks noGrp="1"/>
          </p:cNvSpPr>
          <p:nvPr>
            <p:ph type="body" sz="quarter" idx="17" hasCustomPrompt="1"/>
          </p:nvPr>
        </p:nvSpPr>
        <p:spPr>
          <a:xfrm>
            <a:off x="479425" y="6000750"/>
            <a:ext cx="11233150" cy="310272"/>
          </a:xfrm>
        </p:spPr>
        <p:txBody>
          <a:bodyPr anchor="b"/>
          <a:lstStyle>
            <a:lvl1pPr fontAlgn="ctr">
              <a:lnSpc>
                <a:spcPct val="100000"/>
              </a:lnSpc>
              <a:spcBef>
                <a:spcPts val="0"/>
              </a:spcBef>
              <a:defRPr sz="1200"/>
            </a:lvl1pPr>
          </a:lstStyle>
          <a:p>
            <a:pPr lvl="0"/>
            <a:r>
              <a:rPr kumimoji="1" lang="ja-JP" altLang="en-US"/>
              <a:t>出所：</a:t>
            </a:r>
            <a:r>
              <a:rPr kumimoji="1" lang="en-US" altLang="ja-JP"/>
              <a:t>XXX</a:t>
            </a:r>
            <a:br>
              <a:rPr kumimoji="1" lang="en-US" altLang="ja-JP"/>
            </a:br>
            <a:r>
              <a:rPr kumimoji="1" lang="ja-JP" altLang="en-US"/>
              <a:t>脚注：</a:t>
            </a:r>
            <a:r>
              <a:rPr kumimoji="1" lang="en-US" altLang="ja-JP"/>
              <a:t>XXX</a:t>
            </a:r>
            <a:endParaRPr kumimoji="1" lang="ja-JP" altLang="en-US"/>
          </a:p>
        </p:txBody>
      </p:sp>
      <p:sp>
        <p:nvSpPr>
          <p:cNvPr id="9" name="テキスト プレースホルダー 2"/>
          <p:cNvSpPr>
            <a:spLocks noGrp="1"/>
          </p:cNvSpPr>
          <p:nvPr>
            <p:ph type="body" sz="quarter" idx="15" hasCustomPrompt="1"/>
          </p:nvPr>
        </p:nvSpPr>
        <p:spPr bwMode="gray">
          <a:xfrm>
            <a:off x="478799" y="1008000"/>
            <a:ext cx="11232000" cy="468000"/>
          </a:xfrm>
          <a:prstGeom prst="rect">
            <a:avLst/>
          </a:prstGeom>
        </p:spPr>
        <p:txBody>
          <a:bodyPr wrap="none" tIns="0" anchor="ctr">
            <a:noAutofit/>
          </a:bodyPr>
          <a:lstStyle>
            <a:lvl1pPr fontAlgn="ctr">
              <a:lnSpc>
                <a:spcPct val="100000"/>
              </a:lnSpc>
              <a:spcBef>
                <a:spcPts val="0"/>
              </a:spcBef>
              <a:defRPr sz="1800" b="1">
                <a:solidFill>
                  <a:schemeClr val="accent3"/>
                </a:solidFill>
                <a:cs typeface="+mn-cs"/>
              </a:defRPr>
            </a:lvl1pPr>
          </a:lstStyle>
          <a:p>
            <a:pPr lvl="0"/>
            <a:r>
              <a:rPr kumimoji="1" lang="ja-JP" altLang="en-US"/>
              <a:t>スライドタイトル</a:t>
            </a:r>
          </a:p>
        </p:txBody>
      </p:sp>
      <p:sp>
        <p:nvSpPr>
          <p:cNvPr id="6" name="タイトル 5"/>
          <p:cNvSpPr>
            <a:spLocks noGrp="1"/>
          </p:cNvSpPr>
          <p:nvPr>
            <p:ph type="title" hasCustomPrompt="1"/>
          </p:nvPr>
        </p:nvSpPr>
        <p:spPr bwMode="gray">
          <a:xfrm>
            <a:off x="480000" y="108000"/>
            <a:ext cx="11232000" cy="738000"/>
          </a:xfrm>
        </p:spPr>
        <p:txBody>
          <a:bodyPr vert="horz"/>
          <a:lstStyle>
            <a:lvl1pPr>
              <a:defRPr baseline="0">
                <a:latin typeface="+mj-lt"/>
                <a:ea typeface="+mj-ea"/>
                <a:cs typeface="+mj-cs"/>
              </a:defRPr>
            </a:lvl1pPr>
          </a:lstStyle>
          <a:p>
            <a:r>
              <a:rPr lang="ja-JP" altLang="en-US"/>
              <a:t>キーメッセージを入力（本スライドで一番伝えたいこと＜名詞止め・体言止め不可＞）</a:t>
            </a:r>
            <a:endParaRPr kumimoji="1" lang="ja-JP" altLang="en-US"/>
          </a:p>
        </p:txBody>
      </p:sp>
    </p:spTree>
    <p:extLst>
      <p:ext uri="{BB962C8B-B14F-4D97-AF65-F5344CB8AC3E}">
        <p14:creationId xmlns:p14="http://schemas.microsoft.com/office/powerpoint/2010/main" val="89062006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基本版）黒_タイトルのみ_16:9">
    <p:bg>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77D81023-2A1D-453A-B6C3-7E7FA34E4217}"/>
              </a:ext>
            </a:extLst>
          </p:cNvPr>
          <p:cNvGraphicFramePr>
            <a:graphicFrameLocks/>
          </p:cNvGraphicFramePr>
          <p:nvPr userDrawn="1">
            <p:custDataLst>
              <p:tags r:id="rId1"/>
            </p:custDataLst>
            <p:extLst>
              <p:ext uri="{D42A27DB-BD31-4B8C-83A1-F6EECF244321}">
                <p14:modId xmlns:p14="http://schemas.microsoft.com/office/powerpoint/2010/main" val="3116706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77D81023-2A1D-453A-B6C3-7E7FA34E42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bg1"/>
                </a:solidFill>
                <a:cs typeface="+mn-cs"/>
              </a:defRPr>
            </a:lvl1pPr>
          </a:lstStyle>
          <a:p>
            <a:endParaRPr lang="en-GB" altLang="en-GB"/>
          </a:p>
        </p:txBody>
      </p:sp>
      <p:sp>
        <p:nvSpPr>
          <p:cNvPr id="4" name="スライド番号プレースホルダ 3"/>
          <p:cNvSpPr>
            <a:spLocks noGrp="1"/>
          </p:cNvSpPr>
          <p:nvPr>
            <p:ph type="sldNum" sz="quarter" idx="11"/>
          </p:nvPr>
        </p:nvSpPr>
        <p:spPr bwMode="gray"/>
        <p:txBody>
          <a:bodyPr/>
          <a:lstStyle>
            <a:lvl1pPr>
              <a:defRPr>
                <a:solidFill>
                  <a:schemeClr val="bg1"/>
                </a:solidFill>
                <a:cs typeface="+mn-cs"/>
              </a:defRPr>
            </a:lvl1pPr>
          </a:lstStyle>
          <a:p>
            <a:fld id="{AA5FCFE5-FE56-4EF1-80A8-07776887C2A1}" type="slidenum">
              <a:rPr lang="ja-JP" altLang="en-US" smtClean="0"/>
              <a:pPr/>
              <a:t>‹#›</a:t>
            </a:fld>
            <a:endParaRPr lang="ja-JP" altLang="en-US"/>
          </a:p>
        </p:txBody>
      </p:sp>
      <p:sp>
        <p:nvSpPr>
          <p:cNvPr id="5" name="テキスト プレースホルダー 6">
            <a:extLst>
              <a:ext uri="{FF2B5EF4-FFF2-40B4-BE49-F238E27FC236}">
                <a16:creationId xmlns:a16="http://schemas.microsoft.com/office/drawing/2014/main" id="{497333F6-9AD1-6169-C739-EE0E8EEF79DD}"/>
              </a:ext>
            </a:extLst>
          </p:cNvPr>
          <p:cNvSpPr>
            <a:spLocks noGrp="1"/>
          </p:cNvSpPr>
          <p:nvPr>
            <p:ph type="body" sz="quarter" idx="17" hasCustomPrompt="1"/>
          </p:nvPr>
        </p:nvSpPr>
        <p:spPr>
          <a:xfrm>
            <a:off x="479425" y="6000750"/>
            <a:ext cx="11233150" cy="310272"/>
          </a:xfrm>
        </p:spPr>
        <p:txBody>
          <a:bodyPr anchor="b"/>
          <a:lstStyle>
            <a:lvl1pPr fontAlgn="ctr">
              <a:lnSpc>
                <a:spcPct val="100000"/>
              </a:lnSpc>
              <a:spcBef>
                <a:spcPts val="0"/>
              </a:spcBef>
              <a:defRPr sz="1200">
                <a:solidFill>
                  <a:schemeClr val="bg1"/>
                </a:solidFill>
              </a:defRPr>
            </a:lvl1pPr>
          </a:lstStyle>
          <a:p>
            <a:pPr lvl="0"/>
            <a:r>
              <a:rPr kumimoji="1" lang="ja-JP" altLang="en-US"/>
              <a:t>出所：</a:t>
            </a:r>
            <a:r>
              <a:rPr kumimoji="1" lang="en-US" altLang="ja-JP"/>
              <a:t>XXX</a:t>
            </a:r>
            <a:br>
              <a:rPr kumimoji="1" lang="en-US" altLang="ja-JP"/>
            </a:br>
            <a:r>
              <a:rPr kumimoji="1" lang="ja-JP" altLang="en-US"/>
              <a:t>脚注：</a:t>
            </a:r>
            <a:r>
              <a:rPr kumimoji="1" lang="en-US" altLang="ja-JP"/>
              <a:t>XXX</a:t>
            </a:r>
            <a:endParaRPr kumimoji="1" lang="ja-JP" altLang="en-US"/>
          </a:p>
        </p:txBody>
      </p:sp>
      <p:sp>
        <p:nvSpPr>
          <p:cNvPr id="9" name="テキスト プレースホルダー 2"/>
          <p:cNvSpPr>
            <a:spLocks noGrp="1"/>
          </p:cNvSpPr>
          <p:nvPr>
            <p:ph type="body" sz="quarter" idx="15" hasCustomPrompt="1"/>
          </p:nvPr>
        </p:nvSpPr>
        <p:spPr bwMode="gray">
          <a:xfrm>
            <a:off x="478799" y="1008000"/>
            <a:ext cx="11232000" cy="468000"/>
          </a:xfrm>
          <a:prstGeom prst="rect">
            <a:avLst/>
          </a:prstGeom>
        </p:spPr>
        <p:txBody>
          <a:bodyPr wrap="none" tIns="0" anchor="ctr">
            <a:noAutofit/>
          </a:bodyPr>
          <a:lstStyle>
            <a:lvl1pPr fontAlgn="ctr">
              <a:lnSpc>
                <a:spcPct val="100000"/>
              </a:lnSpc>
              <a:spcBef>
                <a:spcPts val="0"/>
              </a:spcBef>
              <a:defRPr sz="1800" b="1">
                <a:solidFill>
                  <a:schemeClr val="bg1"/>
                </a:solidFill>
                <a:cs typeface="+mn-cs"/>
              </a:defRPr>
            </a:lvl1pPr>
          </a:lstStyle>
          <a:p>
            <a:pPr lvl="0"/>
            <a:r>
              <a:rPr kumimoji="1" lang="ja-JP" altLang="en-US"/>
              <a:t>スライドタイトル</a:t>
            </a:r>
          </a:p>
        </p:txBody>
      </p:sp>
      <p:sp>
        <p:nvSpPr>
          <p:cNvPr id="6" name="タイトル 5"/>
          <p:cNvSpPr>
            <a:spLocks noGrp="1"/>
          </p:cNvSpPr>
          <p:nvPr>
            <p:ph type="title" hasCustomPrompt="1"/>
          </p:nvPr>
        </p:nvSpPr>
        <p:spPr bwMode="gray">
          <a:xfrm>
            <a:off x="480000" y="108000"/>
            <a:ext cx="11232000" cy="738000"/>
          </a:xfrm>
        </p:spPr>
        <p:txBody>
          <a:bodyPr vert="horz"/>
          <a:lstStyle>
            <a:lvl1pPr>
              <a:defRPr baseline="0">
                <a:solidFill>
                  <a:schemeClr val="bg1"/>
                </a:solidFill>
                <a:latin typeface="+mj-lt"/>
                <a:ea typeface="+mj-ea"/>
                <a:cs typeface="+mj-cs"/>
              </a:defRPr>
            </a:lvl1pPr>
          </a:lstStyle>
          <a:p>
            <a:r>
              <a:rPr lang="ja-JP" altLang="en-US"/>
              <a:t>キーメッセージを入力（本スライドで一番伝えたいこと＜名詞止め・体言止め不可＞）</a:t>
            </a:r>
            <a:endParaRPr kumimoji="1" lang="ja-JP" altLang="en-US"/>
          </a:p>
        </p:txBody>
      </p:sp>
      <p:sp>
        <p:nvSpPr>
          <p:cNvPr id="7" name="Text Box 37">
            <a:extLst>
              <a:ext uri="{FF2B5EF4-FFF2-40B4-BE49-F238E27FC236}">
                <a16:creationId xmlns:a16="http://schemas.microsoft.com/office/drawing/2014/main" id="{7A7FA105-C4A6-DF57-0985-107BF930716D}"/>
              </a:ext>
            </a:extLst>
          </p:cNvPr>
          <p:cNvSpPr txBox="1">
            <a:spLocks noChangeArrowheads="1"/>
          </p:cNvSpPr>
          <p:nvPr userDrawn="1"/>
        </p:nvSpPr>
        <p:spPr bwMode="gray">
          <a:xfrm>
            <a:off x="6276000" y="6588000"/>
            <a:ext cx="5436000" cy="169200"/>
          </a:xfrm>
          <a:prstGeom prst="rect">
            <a:avLst/>
          </a:prstGeom>
          <a:noFill/>
          <a:ln w="9525">
            <a:noFill/>
            <a:miter lim="800000"/>
            <a:headEnd/>
            <a:tailEnd/>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bg1"/>
                </a:solidFill>
                <a:latin typeface="+mn-lt"/>
                <a:ea typeface="+mn-ea"/>
                <a:cs typeface="+mn-cs"/>
              </a:rPr>
              <a:t>© 2026. For information, contact Deloitte Tohmatsu Group.</a:t>
            </a:r>
          </a:p>
        </p:txBody>
      </p:sp>
    </p:spTree>
    <p:extLst>
      <p:ext uri="{BB962C8B-B14F-4D97-AF65-F5344CB8AC3E}">
        <p14:creationId xmlns:p14="http://schemas.microsoft.com/office/powerpoint/2010/main" val="20629815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基本版）黒_タイトルのみ_出所・脚注なし_16:9">
    <p:bg>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77D81023-2A1D-453A-B6C3-7E7FA34E4217}"/>
              </a:ext>
            </a:extLst>
          </p:cNvPr>
          <p:cNvGraphicFramePr>
            <a:graphicFrameLocks/>
          </p:cNvGraphicFramePr>
          <p:nvPr userDrawn="1">
            <p:custDataLst>
              <p:tags r:id="rId1"/>
            </p:custDataLst>
            <p:extLst>
              <p:ext uri="{D42A27DB-BD31-4B8C-83A1-F6EECF244321}">
                <p14:modId xmlns:p14="http://schemas.microsoft.com/office/powerpoint/2010/main" val="3116706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77D81023-2A1D-453A-B6C3-7E7FA34E42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bg1"/>
                </a:solidFill>
                <a:cs typeface="+mn-cs"/>
              </a:defRPr>
            </a:lvl1pPr>
          </a:lstStyle>
          <a:p>
            <a:endParaRPr lang="en-GB" altLang="en-GB"/>
          </a:p>
        </p:txBody>
      </p:sp>
      <p:sp>
        <p:nvSpPr>
          <p:cNvPr id="4" name="スライド番号プレースホルダ 3"/>
          <p:cNvSpPr>
            <a:spLocks noGrp="1"/>
          </p:cNvSpPr>
          <p:nvPr>
            <p:ph type="sldNum" sz="quarter" idx="11"/>
          </p:nvPr>
        </p:nvSpPr>
        <p:spPr bwMode="gray"/>
        <p:txBody>
          <a:bodyPr/>
          <a:lstStyle>
            <a:lvl1pPr>
              <a:defRPr>
                <a:solidFill>
                  <a:schemeClr val="bg1"/>
                </a:solidFill>
                <a:cs typeface="+mn-cs"/>
              </a:defRPr>
            </a:lvl1pPr>
          </a:lstStyle>
          <a:p>
            <a:fld id="{AA5FCFE5-FE56-4EF1-80A8-07776887C2A1}" type="slidenum">
              <a:rPr lang="ja-JP" altLang="en-US" smtClean="0"/>
              <a:pPr/>
              <a:t>‹#›</a:t>
            </a:fld>
            <a:endParaRPr lang="ja-JP" altLang="en-US"/>
          </a:p>
        </p:txBody>
      </p:sp>
      <p:sp>
        <p:nvSpPr>
          <p:cNvPr id="9" name="テキスト プレースホルダー 2"/>
          <p:cNvSpPr>
            <a:spLocks noGrp="1"/>
          </p:cNvSpPr>
          <p:nvPr>
            <p:ph type="body" sz="quarter" idx="15" hasCustomPrompt="1"/>
          </p:nvPr>
        </p:nvSpPr>
        <p:spPr bwMode="gray">
          <a:xfrm>
            <a:off x="478799" y="1008000"/>
            <a:ext cx="11232000" cy="468000"/>
          </a:xfrm>
          <a:prstGeom prst="rect">
            <a:avLst/>
          </a:prstGeom>
        </p:spPr>
        <p:txBody>
          <a:bodyPr wrap="none" tIns="0" anchor="ctr">
            <a:noAutofit/>
          </a:bodyPr>
          <a:lstStyle>
            <a:lvl1pPr fontAlgn="ctr">
              <a:lnSpc>
                <a:spcPct val="100000"/>
              </a:lnSpc>
              <a:spcBef>
                <a:spcPts val="0"/>
              </a:spcBef>
              <a:defRPr sz="1800" b="1">
                <a:solidFill>
                  <a:schemeClr val="bg1"/>
                </a:solidFill>
                <a:cs typeface="+mn-cs"/>
              </a:defRPr>
            </a:lvl1pPr>
          </a:lstStyle>
          <a:p>
            <a:pPr lvl="0"/>
            <a:r>
              <a:rPr kumimoji="1" lang="ja-JP" altLang="en-US"/>
              <a:t>スライドタイトル</a:t>
            </a:r>
          </a:p>
        </p:txBody>
      </p:sp>
      <p:sp>
        <p:nvSpPr>
          <p:cNvPr id="6" name="タイトル 5"/>
          <p:cNvSpPr>
            <a:spLocks noGrp="1"/>
          </p:cNvSpPr>
          <p:nvPr>
            <p:ph type="title" hasCustomPrompt="1"/>
          </p:nvPr>
        </p:nvSpPr>
        <p:spPr bwMode="gray">
          <a:xfrm>
            <a:off x="480000" y="108000"/>
            <a:ext cx="11232000" cy="738000"/>
          </a:xfrm>
        </p:spPr>
        <p:txBody>
          <a:bodyPr vert="horz"/>
          <a:lstStyle>
            <a:lvl1pPr>
              <a:defRPr baseline="0">
                <a:solidFill>
                  <a:schemeClr val="bg1"/>
                </a:solidFill>
                <a:latin typeface="+mj-lt"/>
                <a:ea typeface="+mj-ea"/>
                <a:cs typeface="+mj-cs"/>
              </a:defRPr>
            </a:lvl1pPr>
          </a:lstStyle>
          <a:p>
            <a:r>
              <a:rPr lang="ja-JP" altLang="en-US"/>
              <a:t>キーメッセージを入力（本スライドで一番伝えたいこと＜名詞止め・体言止め不可＞）</a:t>
            </a:r>
            <a:endParaRPr kumimoji="1" lang="ja-JP" altLang="en-US"/>
          </a:p>
        </p:txBody>
      </p:sp>
      <p:sp>
        <p:nvSpPr>
          <p:cNvPr id="5" name="Text Box 37">
            <a:extLst>
              <a:ext uri="{FF2B5EF4-FFF2-40B4-BE49-F238E27FC236}">
                <a16:creationId xmlns:a16="http://schemas.microsoft.com/office/drawing/2014/main" id="{91AFE9C6-AFED-8CEE-9B20-46A57A97A23C}"/>
              </a:ext>
            </a:extLst>
          </p:cNvPr>
          <p:cNvSpPr txBox="1">
            <a:spLocks noChangeArrowheads="1"/>
          </p:cNvSpPr>
          <p:nvPr userDrawn="1"/>
        </p:nvSpPr>
        <p:spPr bwMode="gray">
          <a:xfrm>
            <a:off x="6276000" y="6588000"/>
            <a:ext cx="5436000" cy="169200"/>
          </a:xfrm>
          <a:prstGeom prst="rect">
            <a:avLst/>
          </a:prstGeom>
          <a:noFill/>
          <a:ln w="9525">
            <a:noFill/>
            <a:miter lim="800000"/>
            <a:headEnd/>
            <a:tailEnd/>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bg1"/>
                </a:solidFill>
                <a:latin typeface="+mn-lt"/>
                <a:ea typeface="+mn-ea"/>
                <a:cs typeface="+mn-cs"/>
              </a:rPr>
              <a:t>© 2026. For information, contact Deloitte Tohmatsu Group.</a:t>
            </a:r>
          </a:p>
        </p:txBody>
      </p:sp>
    </p:spTree>
    <p:extLst>
      <p:ext uri="{BB962C8B-B14F-4D97-AF65-F5344CB8AC3E}">
        <p14:creationId xmlns:p14="http://schemas.microsoft.com/office/powerpoint/2010/main" val="350258327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基本版）黒_コンテンツ両サイド_レベル_16:9">
    <p:bg>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77D81023-2A1D-453A-B6C3-7E7FA34E4217}"/>
              </a:ext>
            </a:extLst>
          </p:cNvPr>
          <p:cNvGraphicFramePr>
            <a:graphicFrameLocks/>
          </p:cNvGraphicFramePr>
          <p:nvPr userDrawn="1">
            <p:custDataLst>
              <p:tags r:id="rId1"/>
            </p:custDataLst>
            <p:extLst>
              <p:ext uri="{D42A27DB-BD31-4B8C-83A1-F6EECF244321}">
                <p14:modId xmlns:p14="http://schemas.microsoft.com/office/powerpoint/2010/main" val="3938993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77D81023-2A1D-453A-B6C3-7E7FA34E42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9"/>
          <p:cNvSpPr>
            <a:spLocks noGrp="1"/>
          </p:cNvSpPr>
          <p:nvPr>
            <p:ph type="sldNum" sz="quarter" idx="11"/>
          </p:nvPr>
        </p:nvSpPr>
        <p:spPr bwMode="gray"/>
        <p:txBody>
          <a:bodyPr/>
          <a:lstStyle>
            <a:lvl1pPr>
              <a:defRPr>
                <a:solidFill>
                  <a:schemeClr val="bg1"/>
                </a:solidFill>
                <a:cs typeface="+mn-cs"/>
              </a:defRPr>
            </a:lvl1pPr>
          </a:lstStyle>
          <a:p>
            <a:fld id="{AA5FCFE5-FE56-4EF1-80A8-07776887C2A1}" type="slidenum">
              <a:rPr lang="ja-JP" altLang="en-US" smtClean="0"/>
              <a:pPr/>
              <a:t>‹#›</a:t>
            </a:fld>
            <a:endParaRPr lang="ja-JP" altLang="en-US"/>
          </a:p>
        </p:txBody>
      </p:sp>
      <p:sp>
        <p:nvSpPr>
          <p:cNvPr id="13" name="コンテンツ プレースホルダー 2">
            <a:extLst>
              <a:ext uri="{FF2B5EF4-FFF2-40B4-BE49-F238E27FC236}">
                <a16:creationId xmlns:a16="http://schemas.microsoft.com/office/drawing/2014/main" id="{6A85E96B-E1AC-4DF5-5614-680F3EA213FD}"/>
              </a:ext>
            </a:extLst>
          </p:cNvPr>
          <p:cNvSpPr>
            <a:spLocks noGrp="1"/>
          </p:cNvSpPr>
          <p:nvPr>
            <p:ph sz="quarter" idx="27"/>
          </p:nvPr>
        </p:nvSpPr>
        <p:spPr>
          <a:xfrm>
            <a:off x="479425" y="1484314"/>
            <a:ext cx="5436001" cy="482399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14" name="コンテンツ プレースホルダー 2">
            <a:extLst>
              <a:ext uri="{FF2B5EF4-FFF2-40B4-BE49-F238E27FC236}">
                <a16:creationId xmlns:a16="http://schemas.microsoft.com/office/drawing/2014/main" id="{07EF26B2-575F-9ED1-90F8-6FBC9CF4FC3F}"/>
              </a:ext>
            </a:extLst>
          </p:cNvPr>
          <p:cNvSpPr>
            <a:spLocks noGrp="1"/>
          </p:cNvSpPr>
          <p:nvPr>
            <p:ph sz="quarter" idx="28"/>
          </p:nvPr>
        </p:nvSpPr>
        <p:spPr>
          <a:xfrm>
            <a:off x="6276575" y="1484314"/>
            <a:ext cx="5436001" cy="482399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3" name="フッター プレースホルダ 10"/>
          <p:cNvSpPr>
            <a:spLocks noGrp="1"/>
          </p:cNvSpPr>
          <p:nvPr>
            <p:ph type="ftr" sz="quarter" idx="10"/>
          </p:nvPr>
        </p:nvSpPr>
        <p:spPr bwMode="gray"/>
        <p:txBody>
          <a:bodyPr/>
          <a:lstStyle>
            <a:lvl1pPr>
              <a:defRPr>
                <a:solidFill>
                  <a:schemeClr val="bg1"/>
                </a:solidFill>
                <a:cs typeface="+mn-cs"/>
              </a:defRPr>
            </a:lvl1pPr>
          </a:lstStyle>
          <a:p>
            <a:endParaRPr lang="en-GB" altLang="en-GB"/>
          </a:p>
        </p:txBody>
      </p:sp>
      <p:sp>
        <p:nvSpPr>
          <p:cNvPr id="20" name="テキスト プレースホルダー 6">
            <a:extLst>
              <a:ext uri="{FF2B5EF4-FFF2-40B4-BE49-F238E27FC236}">
                <a16:creationId xmlns:a16="http://schemas.microsoft.com/office/drawing/2014/main" id="{15EC7259-B2A3-5EC1-CEAF-805353B90F9B}"/>
              </a:ext>
            </a:extLst>
          </p:cNvPr>
          <p:cNvSpPr>
            <a:spLocks noGrp="1"/>
          </p:cNvSpPr>
          <p:nvPr>
            <p:ph type="body" sz="quarter" idx="23" hasCustomPrompt="1"/>
          </p:nvPr>
        </p:nvSpPr>
        <p:spPr>
          <a:xfrm>
            <a:off x="479425" y="6001200"/>
            <a:ext cx="11231563" cy="309600"/>
          </a:xfrm>
        </p:spPr>
        <p:txBody>
          <a:bodyPr anchor="b"/>
          <a:lstStyle>
            <a:lvl1pPr fontAlgn="ctr">
              <a:lnSpc>
                <a:spcPct val="100000"/>
              </a:lnSpc>
              <a:spcBef>
                <a:spcPts val="0"/>
              </a:spcBef>
              <a:defRPr sz="1200">
                <a:solidFill>
                  <a:schemeClr val="bg1"/>
                </a:solidFill>
              </a:defRPr>
            </a:lvl1pPr>
          </a:lstStyle>
          <a:p>
            <a:pPr lvl="0"/>
            <a:r>
              <a:rPr kumimoji="1" lang="ja-JP" altLang="en-US"/>
              <a:t>出所：</a:t>
            </a:r>
            <a:r>
              <a:rPr kumimoji="1" lang="en-US" altLang="ja-JP"/>
              <a:t>XXX</a:t>
            </a:r>
            <a:br>
              <a:rPr kumimoji="1" lang="en-US" altLang="ja-JP"/>
            </a:br>
            <a:r>
              <a:rPr kumimoji="1" lang="ja-JP" altLang="en-US"/>
              <a:t>脚注：</a:t>
            </a:r>
            <a:r>
              <a:rPr kumimoji="1" lang="en-US" altLang="ja-JP"/>
              <a:t>XXX</a:t>
            </a:r>
            <a:endParaRPr kumimoji="1" lang="ja-JP" altLang="en-US"/>
          </a:p>
        </p:txBody>
      </p:sp>
      <p:sp>
        <p:nvSpPr>
          <p:cNvPr id="9" name="テキスト プレースホルダー 2">
            <a:extLst>
              <a:ext uri="{FF2B5EF4-FFF2-40B4-BE49-F238E27FC236}">
                <a16:creationId xmlns:a16="http://schemas.microsoft.com/office/drawing/2014/main" id="{46B5496C-DFB7-93F6-1A89-9771DD29BD1D}"/>
              </a:ext>
            </a:extLst>
          </p:cNvPr>
          <p:cNvSpPr>
            <a:spLocks noGrp="1"/>
          </p:cNvSpPr>
          <p:nvPr>
            <p:ph type="body" sz="quarter" idx="19" hasCustomPrompt="1"/>
          </p:nvPr>
        </p:nvSpPr>
        <p:spPr>
          <a:xfrm>
            <a:off x="479425" y="1008000"/>
            <a:ext cx="5437188" cy="468000"/>
          </a:xfrm>
        </p:spPr>
        <p:txBody>
          <a:bodyPr anchor="ctr"/>
          <a:lstStyle>
            <a:lvl1pPr fontAlgn="ctr">
              <a:lnSpc>
                <a:spcPct val="100000"/>
              </a:lnSpc>
              <a:spcBef>
                <a:spcPts val="0"/>
              </a:spcBef>
              <a:defRPr sz="1800" b="1">
                <a:solidFill>
                  <a:schemeClr val="bg1"/>
                </a:solidFill>
              </a:defRPr>
            </a:lvl1pPr>
          </a:lstStyle>
          <a:p>
            <a:pPr lvl="0"/>
            <a:r>
              <a:rPr kumimoji="1" lang="ja-JP" altLang="en-US"/>
              <a:t>スライドタイトル</a:t>
            </a:r>
          </a:p>
        </p:txBody>
      </p:sp>
      <p:sp>
        <p:nvSpPr>
          <p:cNvPr id="5" name="テキスト プレースホルダー 2">
            <a:extLst>
              <a:ext uri="{FF2B5EF4-FFF2-40B4-BE49-F238E27FC236}">
                <a16:creationId xmlns:a16="http://schemas.microsoft.com/office/drawing/2014/main" id="{BBEF2C36-9683-41F6-673C-68495BDF3110}"/>
              </a:ext>
            </a:extLst>
          </p:cNvPr>
          <p:cNvSpPr>
            <a:spLocks noGrp="1"/>
          </p:cNvSpPr>
          <p:nvPr>
            <p:ph type="body" sz="quarter" idx="24" hasCustomPrompt="1"/>
          </p:nvPr>
        </p:nvSpPr>
        <p:spPr>
          <a:xfrm>
            <a:off x="6275388" y="1008000"/>
            <a:ext cx="5437188" cy="468000"/>
          </a:xfrm>
        </p:spPr>
        <p:txBody>
          <a:bodyPr vert="horz" lIns="0" tIns="0" rIns="0" bIns="0" rtlCol="0" anchor="ctr">
            <a:noAutofit/>
          </a:bodyPr>
          <a:lstStyle>
            <a:lvl1pPr>
              <a:defRPr lang="ja-JP" altLang="en-US" sz="1800" b="1" dirty="0">
                <a:solidFill>
                  <a:schemeClr val="bg1"/>
                </a:solidFill>
              </a:defRPr>
            </a:lvl1pPr>
          </a:lstStyle>
          <a:p>
            <a:pPr lvl="0"/>
            <a:r>
              <a:rPr kumimoji="1" lang="ja-JP" altLang="en-US"/>
              <a:t>スライドタイトル</a:t>
            </a:r>
          </a:p>
        </p:txBody>
      </p:sp>
      <p:sp>
        <p:nvSpPr>
          <p:cNvPr id="6" name="タイトル 5"/>
          <p:cNvSpPr>
            <a:spLocks noGrp="1"/>
          </p:cNvSpPr>
          <p:nvPr>
            <p:ph type="title" hasCustomPrompt="1"/>
          </p:nvPr>
        </p:nvSpPr>
        <p:spPr bwMode="gray">
          <a:xfrm>
            <a:off x="480000" y="108000"/>
            <a:ext cx="11232000" cy="738000"/>
          </a:xfrm>
        </p:spPr>
        <p:txBody>
          <a:bodyPr vert="horz"/>
          <a:lstStyle>
            <a:lvl1pPr>
              <a:defRPr baseline="0">
                <a:solidFill>
                  <a:schemeClr val="bg1"/>
                </a:solidFill>
                <a:latin typeface="+mj-lt"/>
                <a:ea typeface="+mj-ea"/>
                <a:cs typeface="+mj-cs"/>
              </a:defRPr>
            </a:lvl1pPr>
          </a:lstStyle>
          <a:p>
            <a:r>
              <a:rPr lang="ja-JP" altLang="en-US"/>
              <a:t>キーメッセージを入力（本スライドで一番伝えたいこと＜名詞止め・体言止め不可＞）</a:t>
            </a:r>
            <a:endParaRPr kumimoji="1" lang="ja-JP" altLang="en-US"/>
          </a:p>
        </p:txBody>
      </p:sp>
      <p:sp>
        <p:nvSpPr>
          <p:cNvPr id="7" name="Text Box 37">
            <a:extLst>
              <a:ext uri="{FF2B5EF4-FFF2-40B4-BE49-F238E27FC236}">
                <a16:creationId xmlns:a16="http://schemas.microsoft.com/office/drawing/2014/main" id="{18ADE627-CB4D-1BFB-D115-26ACBCADE3FF}"/>
              </a:ext>
            </a:extLst>
          </p:cNvPr>
          <p:cNvSpPr txBox="1">
            <a:spLocks noChangeArrowheads="1"/>
          </p:cNvSpPr>
          <p:nvPr userDrawn="1"/>
        </p:nvSpPr>
        <p:spPr bwMode="gray">
          <a:xfrm>
            <a:off x="6276000" y="6588000"/>
            <a:ext cx="5436000" cy="169200"/>
          </a:xfrm>
          <a:prstGeom prst="rect">
            <a:avLst/>
          </a:prstGeom>
          <a:noFill/>
          <a:ln w="9525">
            <a:noFill/>
            <a:miter lim="800000"/>
            <a:headEnd/>
            <a:tailEnd/>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bg1"/>
                </a:solidFill>
                <a:latin typeface="+mn-lt"/>
                <a:ea typeface="+mn-ea"/>
                <a:cs typeface="+mn-cs"/>
              </a:rPr>
              <a:t>© 2026. For information, contact Deloitte Tohmatsu Group.</a:t>
            </a:r>
          </a:p>
        </p:txBody>
      </p:sp>
    </p:spTree>
    <p:extLst>
      <p:ext uri="{BB962C8B-B14F-4D97-AF65-F5344CB8AC3E}">
        <p14:creationId xmlns:p14="http://schemas.microsoft.com/office/powerpoint/2010/main" val="147311490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基本版）黒_コンテンツ全面_レベル_16:9">
    <p:bg>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77D81023-2A1D-453A-B6C3-7E7FA34E4217}"/>
              </a:ext>
            </a:extLst>
          </p:cNvPr>
          <p:cNvGraphicFramePr>
            <a:graphicFrameLocks/>
          </p:cNvGraphicFramePr>
          <p:nvPr userDrawn="1">
            <p:custDataLst>
              <p:tags r:id="rId1"/>
            </p:custDataLst>
            <p:extLst>
              <p:ext uri="{D42A27DB-BD31-4B8C-83A1-F6EECF244321}">
                <p14:modId xmlns:p14="http://schemas.microsoft.com/office/powerpoint/2010/main" val="426301048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77D81023-2A1D-453A-B6C3-7E7FA34E42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5" name="コンテンツ プレースホルダ 2">
            <a:extLst>
              <a:ext uri="{FF2B5EF4-FFF2-40B4-BE49-F238E27FC236}">
                <a16:creationId xmlns:a16="http://schemas.microsoft.com/office/drawing/2014/main" id="{5B75B1AC-23A7-0EC1-A099-E19E2BA92CC3}"/>
              </a:ext>
            </a:extLst>
          </p:cNvPr>
          <p:cNvSpPr>
            <a:spLocks noGrp="1"/>
          </p:cNvSpPr>
          <p:nvPr>
            <p:ph idx="1"/>
          </p:nvPr>
        </p:nvSpPr>
        <p:spPr bwMode="gray">
          <a:xfrm>
            <a:off x="480000" y="1483200"/>
            <a:ext cx="11232000" cy="4824000"/>
          </a:xfrm>
          <a:prstGeom prst="rect">
            <a:avLst/>
          </a:prstGeom>
        </p:spPr>
        <p:txBody>
          <a:bodyPr/>
          <a:lstStyle>
            <a:lvl1pPr>
              <a:lnSpc>
                <a:spcPct val="110000"/>
              </a:lnSpc>
              <a:spcBef>
                <a:spcPts val="600"/>
              </a:spcBef>
              <a:buNone/>
              <a:defRPr sz="1600" baseline="0">
                <a:solidFill>
                  <a:schemeClr val="bg1"/>
                </a:solidFill>
                <a:latin typeface="+mn-lt"/>
                <a:ea typeface="+mn-ea"/>
                <a:cs typeface="+mn-cs"/>
              </a:defRPr>
            </a:lvl1pPr>
            <a:lvl2pPr marL="252000" indent="-252000">
              <a:lnSpc>
                <a:spcPct val="110000"/>
              </a:lnSpc>
              <a:spcBef>
                <a:spcPts val="600"/>
              </a:spcBef>
              <a:buFont typeface="Wingdings" pitchFamily="2" charset="2"/>
              <a:buChar char="n"/>
              <a:defRPr sz="1600" baseline="0">
                <a:solidFill>
                  <a:schemeClr val="bg1"/>
                </a:solidFill>
                <a:latin typeface="+mn-lt"/>
                <a:ea typeface="+mn-ea"/>
                <a:cs typeface="+mn-cs"/>
              </a:defRPr>
            </a:lvl2pPr>
            <a:lvl3pPr marL="504000" indent="-252000">
              <a:lnSpc>
                <a:spcPct val="110000"/>
              </a:lnSpc>
              <a:spcBef>
                <a:spcPts val="600"/>
              </a:spcBef>
              <a:buFont typeface="Wingdings" pitchFamily="2" charset="2"/>
              <a:buChar char="Ø"/>
              <a:defRPr sz="1600" baseline="0">
                <a:solidFill>
                  <a:schemeClr val="bg1"/>
                </a:solidFill>
                <a:latin typeface="+mn-lt"/>
                <a:ea typeface="+mn-ea"/>
                <a:cs typeface="+mn-cs"/>
              </a:defRPr>
            </a:lvl3pPr>
            <a:lvl4pPr marL="684000" marR="0" indent="-180000" algn="l" defTabSz="989013" rtl="0" eaLnBrk="1" fontAlgn="auto" latinLnBrk="0" hangingPunct="1">
              <a:lnSpc>
                <a:spcPct val="110000"/>
              </a:lnSpc>
              <a:spcBef>
                <a:spcPts val="600"/>
              </a:spcBef>
              <a:spcAft>
                <a:spcPts val="0"/>
              </a:spcAft>
              <a:buClrTx/>
              <a:buSzTx/>
              <a:buFont typeface="Arial" pitchFamily="34" charset="0"/>
              <a:buChar char="•"/>
              <a:tabLst/>
              <a:defRPr sz="1600" baseline="0">
                <a:solidFill>
                  <a:schemeClr val="bg1"/>
                </a:solidFill>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3" name="フッター プレースホルダ 2"/>
          <p:cNvSpPr>
            <a:spLocks noGrp="1"/>
          </p:cNvSpPr>
          <p:nvPr>
            <p:ph type="ftr" sz="quarter" idx="10"/>
          </p:nvPr>
        </p:nvSpPr>
        <p:spPr bwMode="gray"/>
        <p:txBody>
          <a:bodyPr/>
          <a:lstStyle>
            <a:lvl1pPr>
              <a:defRPr>
                <a:solidFill>
                  <a:schemeClr val="bg1"/>
                </a:solidFill>
                <a:cs typeface="+mn-cs"/>
              </a:defRPr>
            </a:lvl1pPr>
          </a:lstStyle>
          <a:p>
            <a:endParaRPr lang="en-GB" altLang="en-GB"/>
          </a:p>
        </p:txBody>
      </p:sp>
      <p:sp>
        <p:nvSpPr>
          <p:cNvPr id="4" name="スライド番号プレースホルダ 3"/>
          <p:cNvSpPr>
            <a:spLocks noGrp="1"/>
          </p:cNvSpPr>
          <p:nvPr>
            <p:ph type="sldNum" sz="quarter" idx="11"/>
          </p:nvPr>
        </p:nvSpPr>
        <p:spPr bwMode="gray"/>
        <p:txBody>
          <a:bodyPr/>
          <a:lstStyle>
            <a:lvl1pPr>
              <a:defRPr>
                <a:solidFill>
                  <a:schemeClr val="bg1"/>
                </a:solidFill>
                <a:cs typeface="+mn-cs"/>
              </a:defRPr>
            </a:lvl1pPr>
          </a:lstStyle>
          <a:p>
            <a:fld id="{AA5FCFE5-FE56-4EF1-80A8-07776887C2A1}" type="slidenum">
              <a:rPr lang="ja-JP" altLang="en-US" smtClean="0"/>
              <a:pPr/>
              <a:t>‹#›</a:t>
            </a:fld>
            <a:endParaRPr lang="ja-JP" altLang="en-US"/>
          </a:p>
        </p:txBody>
      </p:sp>
      <p:sp>
        <p:nvSpPr>
          <p:cNvPr id="8" name="テキスト プレースホルダー 6">
            <a:extLst>
              <a:ext uri="{FF2B5EF4-FFF2-40B4-BE49-F238E27FC236}">
                <a16:creationId xmlns:a16="http://schemas.microsoft.com/office/drawing/2014/main" id="{E4AF888F-393A-D115-D1C7-E8C19773D9A1}"/>
              </a:ext>
            </a:extLst>
          </p:cNvPr>
          <p:cNvSpPr>
            <a:spLocks noGrp="1"/>
          </p:cNvSpPr>
          <p:nvPr>
            <p:ph type="body" sz="quarter" idx="17" hasCustomPrompt="1"/>
          </p:nvPr>
        </p:nvSpPr>
        <p:spPr>
          <a:xfrm>
            <a:off x="479425" y="6000750"/>
            <a:ext cx="11233150" cy="310272"/>
          </a:xfrm>
        </p:spPr>
        <p:txBody>
          <a:bodyPr anchor="b"/>
          <a:lstStyle>
            <a:lvl1pPr fontAlgn="ctr">
              <a:lnSpc>
                <a:spcPct val="100000"/>
              </a:lnSpc>
              <a:spcBef>
                <a:spcPts val="0"/>
              </a:spcBef>
              <a:defRPr sz="1200">
                <a:solidFill>
                  <a:schemeClr val="bg1"/>
                </a:solidFill>
              </a:defRPr>
            </a:lvl1pPr>
          </a:lstStyle>
          <a:p>
            <a:pPr lvl="0"/>
            <a:r>
              <a:rPr kumimoji="1" lang="ja-JP" altLang="en-US"/>
              <a:t>出所：</a:t>
            </a:r>
            <a:r>
              <a:rPr kumimoji="1" lang="en-US" altLang="ja-JP"/>
              <a:t>XXX</a:t>
            </a:r>
            <a:br>
              <a:rPr kumimoji="1" lang="en-US" altLang="ja-JP"/>
            </a:br>
            <a:r>
              <a:rPr kumimoji="1" lang="ja-JP" altLang="en-US"/>
              <a:t>脚注：</a:t>
            </a:r>
            <a:r>
              <a:rPr kumimoji="1" lang="en-US" altLang="ja-JP"/>
              <a:t>XXX</a:t>
            </a:r>
            <a:endParaRPr kumimoji="1" lang="ja-JP" altLang="en-US"/>
          </a:p>
        </p:txBody>
      </p:sp>
      <p:sp>
        <p:nvSpPr>
          <p:cNvPr id="9" name="テキスト プレースホルダー 2"/>
          <p:cNvSpPr>
            <a:spLocks noGrp="1"/>
          </p:cNvSpPr>
          <p:nvPr>
            <p:ph type="body" sz="quarter" idx="15" hasCustomPrompt="1"/>
          </p:nvPr>
        </p:nvSpPr>
        <p:spPr bwMode="gray">
          <a:xfrm>
            <a:off x="478799" y="1008000"/>
            <a:ext cx="11232000" cy="468000"/>
          </a:xfrm>
          <a:prstGeom prst="rect">
            <a:avLst/>
          </a:prstGeom>
        </p:spPr>
        <p:txBody>
          <a:bodyPr wrap="none" tIns="0" anchor="ctr">
            <a:noAutofit/>
          </a:bodyPr>
          <a:lstStyle>
            <a:lvl1pPr fontAlgn="ctr">
              <a:lnSpc>
                <a:spcPct val="100000"/>
              </a:lnSpc>
              <a:spcBef>
                <a:spcPts val="0"/>
              </a:spcBef>
              <a:defRPr sz="1800" b="1">
                <a:solidFill>
                  <a:schemeClr val="bg1"/>
                </a:solidFill>
                <a:cs typeface="+mn-cs"/>
              </a:defRPr>
            </a:lvl1pPr>
          </a:lstStyle>
          <a:p>
            <a:pPr lvl="0"/>
            <a:r>
              <a:rPr kumimoji="1" lang="ja-JP" altLang="en-US"/>
              <a:t>スライドタイトル</a:t>
            </a:r>
          </a:p>
        </p:txBody>
      </p:sp>
      <p:sp>
        <p:nvSpPr>
          <p:cNvPr id="6" name="タイトル 5"/>
          <p:cNvSpPr>
            <a:spLocks noGrp="1"/>
          </p:cNvSpPr>
          <p:nvPr>
            <p:ph type="title" hasCustomPrompt="1"/>
          </p:nvPr>
        </p:nvSpPr>
        <p:spPr bwMode="gray">
          <a:xfrm>
            <a:off x="480000" y="108000"/>
            <a:ext cx="11232000" cy="738000"/>
          </a:xfrm>
        </p:spPr>
        <p:txBody>
          <a:bodyPr vert="horz"/>
          <a:lstStyle>
            <a:lvl1pPr>
              <a:defRPr baseline="0">
                <a:solidFill>
                  <a:schemeClr val="bg1"/>
                </a:solidFill>
                <a:latin typeface="+mj-lt"/>
                <a:ea typeface="+mj-ea"/>
                <a:cs typeface="+mj-cs"/>
              </a:defRPr>
            </a:lvl1pPr>
          </a:lstStyle>
          <a:p>
            <a:r>
              <a:rPr lang="ja-JP" altLang="en-US"/>
              <a:t>キーメッセージを入力（本スライドで一番伝えたいこと＜名詞止め・体言止め不可＞）</a:t>
            </a:r>
            <a:endParaRPr kumimoji="1" lang="ja-JP" altLang="en-US"/>
          </a:p>
        </p:txBody>
      </p:sp>
      <p:sp>
        <p:nvSpPr>
          <p:cNvPr id="7" name="Text Box 37">
            <a:extLst>
              <a:ext uri="{FF2B5EF4-FFF2-40B4-BE49-F238E27FC236}">
                <a16:creationId xmlns:a16="http://schemas.microsoft.com/office/drawing/2014/main" id="{3F55A360-EB78-06C3-3E59-DD1D2B495269}"/>
              </a:ext>
            </a:extLst>
          </p:cNvPr>
          <p:cNvSpPr txBox="1">
            <a:spLocks noChangeArrowheads="1"/>
          </p:cNvSpPr>
          <p:nvPr userDrawn="1"/>
        </p:nvSpPr>
        <p:spPr bwMode="gray">
          <a:xfrm>
            <a:off x="6276000" y="6588000"/>
            <a:ext cx="5436000" cy="169200"/>
          </a:xfrm>
          <a:prstGeom prst="rect">
            <a:avLst/>
          </a:prstGeom>
          <a:noFill/>
          <a:ln w="9525">
            <a:noFill/>
            <a:miter lim="800000"/>
            <a:headEnd/>
            <a:tailEnd/>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bg1"/>
                </a:solidFill>
                <a:latin typeface="+mn-lt"/>
                <a:ea typeface="+mn-ea"/>
                <a:cs typeface="+mn-cs"/>
              </a:rPr>
              <a:t>© 2026. For information, contact Deloitte Tohmatsu Group.</a:t>
            </a:r>
          </a:p>
        </p:txBody>
      </p:sp>
    </p:spTree>
    <p:extLst>
      <p:ext uri="{BB962C8B-B14F-4D97-AF65-F5344CB8AC3E}">
        <p14:creationId xmlns:p14="http://schemas.microsoft.com/office/powerpoint/2010/main" val="384333506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3FE34F38-94AA-4F62-8832-48A80D3F204E}"/>
              </a:ext>
            </a:extLst>
          </p:cNvPr>
          <p:cNvGraphicFramePr>
            <a:graphicFrameLocks/>
          </p:cNvGraphicFramePr>
          <p:nvPr userDrawn="1">
            <p:custDataLst>
              <p:tags r:id="rId1"/>
            </p:custDataLst>
            <p:extLst>
              <p:ext uri="{D42A27DB-BD31-4B8C-83A1-F6EECF244321}">
                <p14:modId xmlns:p14="http://schemas.microsoft.com/office/powerpoint/2010/main" val="33950152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3FE34F38-94AA-4F62-8832-48A80D3F204E}"/>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a:extLst>
              <a:ext uri="{FF2B5EF4-FFF2-40B4-BE49-F238E27FC236}">
                <a16:creationId xmlns:a16="http://schemas.microsoft.com/office/drawing/2014/main" id="{367F1314-1825-435D-8B63-69D515D2D346}"/>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a:extLst>
              <a:ext uri="{FF2B5EF4-FFF2-40B4-BE49-F238E27FC236}">
                <a16:creationId xmlns:a16="http://schemas.microsoft.com/office/drawing/2014/main" id="{9483C3FE-A231-4B89-B872-32F0B9B83B51}"/>
              </a:ext>
            </a:extLst>
          </p:cNvPr>
          <p:cNvSpPr txBox="1"/>
          <p:nvPr userDrawn="1"/>
        </p:nvSpPr>
        <p:spPr bwMode="gray">
          <a:xfrm>
            <a:off x="10308172" y="6517422"/>
            <a:ext cx="1133324" cy="251544"/>
          </a:xfrm>
          <a:prstGeom prst="rect">
            <a:avLst/>
          </a:prstGeom>
          <a:noFill/>
        </p:spPr>
        <p:txBody>
          <a:bodyPr wrap="none" lIns="0" tIns="0" rIns="0" bIns="0" rtlCol="0">
            <a:spAutoFit/>
          </a:bodyPr>
          <a:lstStyle/>
          <a:p>
            <a:pPr>
              <a:lnSpc>
                <a:spcPts val="951"/>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Tohmatsu Limited</a:t>
            </a:r>
            <a:endParaRPr kumimoji="1" lang="ja-JP" altLang="en-US" sz="800" b="1">
              <a:solidFill>
                <a:prstClr val="black"/>
              </a:solidFill>
              <a:latin typeface="+mn-lt"/>
              <a:cs typeface="+mn-cs"/>
              <a:sym typeface="+mn-lt"/>
            </a:endParaRPr>
          </a:p>
        </p:txBody>
      </p:sp>
      <p:sp>
        <p:nvSpPr>
          <p:cNvPr id="4" name="テキスト プレースホルダー 3">
            <a:extLst>
              <a:ext uri="{FF2B5EF4-FFF2-40B4-BE49-F238E27FC236}">
                <a16:creationId xmlns:a16="http://schemas.microsoft.com/office/drawing/2014/main" id="{524BFF78-91C0-4FA5-B03F-78B1D33C00F5}"/>
              </a:ext>
            </a:extLst>
          </p:cNvPr>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a:extLst>
              <a:ext uri="{FF2B5EF4-FFF2-40B4-BE49-F238E27FC236}">
                <a16:creationId xmlns:a16="http://schemas.microsoft.com/office/drawing/2014/main" id="{9BD445DE-20C1-460B-9740-50459E6F6E63}"/>
              </a:ext>
            </a:extLst>
          </p:cNvPr>
          <p:cNvSpPr txBox="1">
            <a:spLocks noChangeArrowheads="1"/>
          </p:cNvSpPr>
          <p:nvPr userDrawn="1"/>
        </p:nvSpPr>
        <p:spPr bwMode="gray">
          <a:xfrm>
            <a:off x="478800" y="6660000"/>
            <a:ext cx="2487861" cy="123111"/>
          </a:xfrm>
          <a:prstGeom prst="rect">
            <a:avLst/>
          </a:prstGeom>
          <a:noFill/>
          <a:ln w="9525">
            <a:noFill/>
            <a:miter lim="800000"/>
            <a:headEnd/>
            <a:tailEnd/>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2026. For information, contact Deloitte Tohmatsu Group.</a:t>
            </a:r>
          </a:p>
        </p:txBody>
      </p:sp>
      <p:grpSp>
        <p:nvGrpSpPr>
          <p:cNvPr id="8" name="グループ化 7">
            <a:extLst>
              <a:ext uri="{FF2B5EF4-FFF2-40B4-BE49-F238E27FC236}">
                <a16:creationId xmlns:a16="http://schemas.microsoft.com/office/drawing/2014/main" id="{6D3A5278-6D4D-48CD-B33F-E16518FBA520}"/>
              </a:ext>
            </a:extLst>
          </p:cNvPr>
          <p:cNvGrpSpPr/>
          <p:nvPr userDrawn="1"/>
        </p:nvGrpSpPr>
        <p:grpSpPr>
          <a:xfrm>
            <a:off x="10270800" y="4114800"/>
            <a:ext cx="1440000" cy="1894801"/>
            <a:chOff x="8050246" y="4451478"/>
            <a:chExt cx="1440000" cy="1894801"/>
          </a:xfrm>
        </p:grpSpPr>
        <p:pic>
          <p:nvPicPr>
            <p:cNvPr id="9" name="図 8" descr="ロゴ, 会社名&#10;&#10;自動的に生成された説明">
              <a:extLst>
                <a:ext uri="{FF2B5EF4-FFF2-40B4-BE49-F238E27FC236}">
                  <a16:creationId xmlns:a16="http://schemas.microsoft.com/office/drawing/2014/main" id="{EE572D97-F5AE-4209-9B5E-6F62708DD6FB}"/>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bwMode="gray">
            <a:xfrm>
              <a:off x="8050246" y="4451478"/>
              <a:ext cx="1440000" cy="873777"/>
            </a:xfrm>
            <a:prstGeom prst="rect">
              <a:avLst/>
            </a:prstGeom>
          </p:spPr>
        </p:pic>
        <p:pic>
          <p:nvPicPr>
            <p:cNvPr id="10" name="図 9" descr="ロゴ&#10;&#10;自動的に生成された説明">
              <a:extLst>
                <a:ext uri="{FF2B5EF4-FFF2-40B4-BE49-F238E27FC236}">
                  <a16:creationId xmlns:a16="http://schemas.microsoft.com/office/drawing/2014/main" id="{174BAC09-EE91-4451-95F8-BA04B238569C}"/>
                </a:ext>
              </a:extLst>
            </p:cNvPr>
            <p:cNvPicPr>
              <a:picLocks noChangeAspect="1"/>
            </p:cNvPicPr>
            <p:nvPr userDrawn="1"/>
          </p:nvPicPr>
          <p:blipFill>
            <a:blip r:embed="rId7" cstate="print">
              <a:extLst>
                <a:ext uri="{28A0092B-C50C-407E-A947-70E740481C1C}">
                  <a14:useLocalDpi xmlns:a14="http://schemas.microsoft.com/office/drawing/2010/main"/>
                </a:ext>
              </a:extLst>
            </a:blip>
            <a:stretch>
              <a:fillRect/>
            </a:stretch>
          </p:blipFill>
          <p:spPr>
            <a:xfrm>
              <a:off x="8148021" y="5473537"/>
              <a:ext cx="1244450" cy="872742"/>
            </a:xfrm>
            <a:prstGeom prst="rect">
              <a:avLst/>
            </a:prstGeom>
          </p:spPr>
        </p:pic>
      </p:grpSp>
    </p:spTree>
    <p:extLst>
      <p:ext uri="{BB962C8B-B14F-4D97-AF65-F5344CB8AC3E}">
        <p14:creationId xmlns:p14="http://schemas.microsoft.com/office/powerpoint/2010/main" val="119134934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3FE34F38-94AA-4F62-8832-48A80D3F204E}"/>
              </a:ext>
            </a:extLst>
          </p:cNvPr>
          <p:cNvGraphicFramePr>
            <a:graphicFrameLocks/>
          </p:cNvGraphicFramePr>
          <p:nvPr userDrawn="1">
            <p:custDataLst>
              <p:tags r:id="rId1"/>
            </p:custDataLst>
            <p:extLst>
              <p:ext uri="{D42A27DB-BD31-4B8C-83A1-F6EECF244321}">
                <p14:modId xmlns:p14="http://schemas.microsoft.com/office/powerpoint/2010/main" val="312164224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3FE34F38-94AA-4F62-8832-48A80D3F204E}"/>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a:extLst>
              <a:ext uri="{FF2B5EF4-FFF2-40B4-BE49-F238E27FC236}">
                <a16:creationId xmlns:a16="http://schemas.microsoft.com/office/drawing/2014/main" id="{9483C3FE-A231-4B89-B872-32F0B9B83B51}"/>
              </a:ext>
            </a:extLst>
          </p:cNvPr>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1"/>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a:extLst>
              <a:ext uri="{FF2B5EF4-FFF2-40B4-BE49-F238E27FC236}">
                <a16:creationId xmlns:a16="http://schemas.microsoft.com/office/drawing/2014/main" id="{524BFF78-91C0-4FA5-B03F-78B1D33C00F5}"/>
              </a:ext>
            </a:extLst>
          </p:cNvPr>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a:extLst>
              <a:ext uri="{FF2B5EF4-FFF2-40B4-BE49-F238E27FC236}">
                <a16:creationId xmlns:a16="http://schemas.microsoft.com/office/drawing/2014/main" id="{9BD445DE-20C1-460B-9740-50459E6F6E63}"/>
              </a:ext>
            </a:extLst>
          </p:cNvPr>
          <p:cNvSpPr txBox="1">
            <a:spLocks noChangeArrowheads="1"/>
          </p:cNvSpPr>
          <p:nvPr userDrawn="1"/>
        </p:nvSpPr>
        <p:spPr bwMode="gray">
          <a:xfrm>
            <a:off x="478800" y="6660000"/>
            <a:ext cx="2487861" cy="123111"/>
          </a:xfrm>
          <a:prstGeom prst="rect">
            <a:avLst/>
          </a:prstGeom>
          <a:noFill/>
          <a:ln w="9525">
            <a:noFill/>
            <a:miter lim="800000"/>
            <a:headEnd/>
            <a:tailEnd/>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2026. For information, contact Deloitte Tohmatsu Group.</a:t>
            </a:r>
          </a:p>
        </p:txBody>
      </p:sp>
      <p:pic>
        <p:nvPicPr>
          <p:cNvPr id="8" name="図 7">
            <a:extLst>
              <a:ext uri="{FF2B5EF4-FFF2-40B4-BE49-F238E27FC236}">
                <a16:creationId xmlns:a16="http://schemas.microsoft.com/office/drawing/2014/main" id="{501A15D5-7B51-4B9F-8EF0-8D771BACAF70}"/>
              </a:ext>
            </a:extLst>
          </p:cNvPr>
          <p:cNvPicPr>
            <a:picLocks noChangeAspect="1"/>
          </p:cNvPicPr>
          <p:nvPr userDrawn="1"/>
        </p:nvPicPr>
        <p:blipFill rotWithShape="1">
          <a:blip r:embed="rId5">
            <a:extLst>
              <a:ext uri="{28A0092B-C50C-407E-A947-70E740481C1C}">
                <a14:useLocalDpi xmlns:a14="http://schemas.microsoft.com/office/drawing/2010/main" val="0"/>
              </a:ext>
            </a:extLst>
          </a:blip>
          <a:srcRect/>
          <a:stretch/>
        </p:blipFill>
        <p:spPr bwMode="gray">
          <a:xfrm>
            <a:off x="478800" y="431005"/>
            <a:ext cx="3721455" cy="632962"/>
          </a:xfrm>
          <a:prstGeom prst="rect">
            <a:avLst/>
          </a:prstGeom>
          <a:noFill/>
          <a:ln>
            <a:noFill/>
          </a:ln>
        </p:spPr>
      </p:pic>
      <p:grpSp>
        <p:nvGrpSpPr>
          <p:cNvPr id="9" name="グループ化 8">
            <a:extLst>
              <a:ext uri="{FF2B5EF4-FFF2-40B4-BE49-F238E27FC236}">
                <a16:creationId xmlns:a16="http://schemas.microsoft.com/office/drawing/2014/main" id="{1ACB6E8B-BDC4-441B-80D9-3D4F1A7191BA}"/>
              </a:ext>
            </a:extLst>
          </p:cNvPr>
          <p:cNvGrpSpPr/>
          <p:nvPr userDrawn="1"/>
        </p:nvGrpSpPr>
        <p:grpSpPr>
          <a:xfrm>
            <a:off x="10270800" y="4114800"/>
            <a:ext cx="1440000" cy="1894801"/>
            <a:chOff x="8050246" y="4451478"/>
            <a:chExt cx="1440000" cy="1894801"/>
          </a:xfrm>
        </p:grpSpPr>
        <p:pic>
          <p:nvPicPr>
            <p:cNvPr id="10" name="図 9" descr="ロゴ, 会社名&#10;&#10;自動的に生成された説明">
              <a:extLst>
                <a:ext uri="{FF2B5EF4-FFF2-40B4-BE49-F238E27FC236}">
                  <a16:creationId xmlns:a16="http://schemas.microsoft.com/office/drawing/2014/main" id="{58297113-486E-410D-9152-DBAA7813B43E}"/>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bwMode="gray">
            <a:xfrm>
              <a:off x="8050246" y="4451478"/>
              <a:ext cx="1440000" cy="873777"/>
            </a:xfrm>
            <a:prstGeom prst="rect">
              <a:avLst/>
            </a:prstGeom>
          </p:spPr>
        </p:pic>
        <p:pic>
          <p:nvPicPr>
            <p:cNvPr id="11" name="図 10" descr="ロゴ&#10;&#10;自動的に生成された説明">
              <a:extLst>
                <a:ext uri="{FF2B5EF4-FFF2-40B4-BE49-F238E27FC236}">
                  <a16:creationId xmlns:a16="http://schemas.microsoft.com/office/drawing/2014/main" id="{DBB457B8-2E8C-4715-8CE0-9F6911CA7BA4}"/>
                </a:ext>
              </a:extLst>
            </p:cNvPr>
            <p:cNvPicPr>
              <a:picLocks noChangeAspect="1"/>
            </p:cNvPicPr>
            <p:nvPr userDrawn="1"/>
          </p:nvPicPr>
          <p:blipFill>
            <a:blip r:embed="rId7" cstate="print">
              <a:extLst>
                <a:ext uri="{28A0092B-C50C-407E-A947-70E740481C1C}">
                  <a14:useLocalDpi xmlns:a14="http://schemas.microsoft.com/office/drawing/2010/main"/>
                </a:ext>
              </a:extLst>
            </a:blip>
            <a:stretch>
              <a:fillRect/>
            </a:stretch>
          </p:blipFill>
          <p:spPr>
            <a:xfrm>
              <a:off x="8148021" y="5473537"/>
              <a:ext cx="1244450" cy="872742"/>
            </a:xfrm>
            <a:prstGeom prst="rect">
              <a:avLst/>
            </a:prstGeom>
          </p:spPr>
        </p:pic>
      </p:grpSp>
    </p:spTree>
    <p:extLst>
      <p:ext uri="{BB962C8B-B14F-4D97-AF65-F5344CB8AC3E}">
        <p14:creationId xmlns:p14="http://schemas.microsoft.com/office/powerpoint/2010/main" val="108247776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基本版）黒_背表紙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3FE34F38-94AA-4F62-8832-48A80D3F204E}"/>
              </a:ext>
            </a:extLst>
          </p:cNvPr>
          <p:cNvGraphicFramePr>
            <a:graphicFrameLocks/>
          </p:cNvGraphicFramePr>
          <p:nvPr userDrawn="1">
            <p:custDataLst>
              <p:tags r:id="rId1"/>
            </p:custDataLst>
            <p:extLst>
              <p:ext uri="{D42A27DB-BD31-4B8C-83A1-F6EECF244321}">
                <p14:modId xmlns:p14="http://schemas.microsoft.com/office/powerpoint/2010/main" val="273501612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3FE34F38-94AA-4F62-8832-48A80D3F204E}"/>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a:extLst>
              <a:ext uri="{FF2B5EF4-FFF2-40B4-BE49-F238E27FC236}">
                <a16:creationId xmlns:a16="http://schemas.microsoft.com/office/drawing/2014/main" id="{9483C3FE-A231-4B89-B872-32F0B9B83B51}"/>
              </a:ext>
            </a:extLst>
          </p:cNvPr>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1"/>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a:extLst>
              <a:ext uri="{FF2B5EF4-FFF2-40B4-BE49-F238E27FC236}">
                <a16:creationId xmlns:a16="http://schemas.microsoft.com/office/drawing/2014/main" id="{524BFF78-91C0-4FA5-B03F-78B1D33C00F5}"/>
              </a:ext>
            </a:extLst>
          </p:cNvPr>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solidFill>
                  <a:schemeClr val="bg1"/>
                </a:solidFill>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a:extLst>
              <a:ext uri="{FF2B5EF4-FFF2-40B4-BE49-F238E27FC236}">
                <a16:creationId xmlns:a16="http://schemas.microsoft.com/office/drawing/2014/main" id="{9BD445DE-20C1-460B-9740-50459E6F6E63}"/>
              </a:ext>
            </a:extLst>
          </p:cNvPr>
          <p:cNvSpPr txBox="1">
            <a:spLocks noChangeArrowheads="1"/>
          </p:cNvSpPr>
          <p:nvPr userDrawn="1"/>
        </p:nvSpPr>
        <p:spPr bwMode="gray">
          <a:xfrm>
            <a:off x="478800" y="6660000"/>
            <a:ext cx="2487861" cy="123111"/>
          </a:xfrm>
          <a:prstGeom prst="rect">
            <a:avLst/>
          </a:prstGeom>
          <a:noFill/>
          <a:ln w="9525">
            <a:noFill/>
            <a:miter lim="800000"/>
            <a:headEnd/>
            <a:tailEnd/>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2026. For information, contact Deloitte Tohmatsu Group.</a:t>
            </a:r>
          </a:p>
        </p:txBody>
      </p:sp>
      <p:pic>
        <p:nvPicPr>
          <p:cNvPr id="9" name="図 8">
            <a:extLst>
              <a:ext uri="{FF2B5EF4-FFF2-40B4-BE49-F238E27FC236}">
                <a16:creationId xmlns:a16="http://schemas.microsoft.com/office/drawing/2014/main" id="{FE41D69D-2433-4D11-814D-C797F4E5053E}"/>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grpSp>
        <p:nvGrpSpPr>
          <p:cNvPr id="10" name="グループ化 9">
            <a:extLst>
              <a:ext uri="{FF2B5EF4-FFF2-40B4-BE49-F238E27FC236}">
                <a16:creationId xmlns:a16="http://schemas.microsoft.com/office/drawing/2014/main" id="{245A9EC4-0A34-443E-8A5C-E1C41D6E8ECA}"/>
              </a:ext>
            </a:extLst>
          </p:cNvPr>
          <p:cNvGrpSpPr/>
          <p:nvPr userDrawn="1"/>
        </p:nvGrpSpPr>
        <p:grpSpPr>
          <a:xfrm>
            <a:off x="10270800" y="4114800"/>
            <a:ext cx="1440000" cy="1861937"/>
            <a:chOff x="8050925" y="4451478"/>
            <a:chExt cx="1440000" cy="1861937"/>
          </a:xfrm>
        </p:grpSpPr>
        <p:pic>
          <p:nvPicPr>
            <p:cNvPr id="11" name="図 10" descr="ロゴ, 会社名&#10;&#10;自動的に生成された説明">
              <a:extLst>
                <a:ext uri="{FF2B5EF4-FFF2-40B4-BE49-F238E27FC236}">
                  <a16:creationId xmlns:a16="http://schemas.microsoft.com/office/drawing/2014/main" id="{C713905B-35CF-4B24-BCA2-637030354B41}"/>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bwMode="gray">
            <a:xfrm>
              <a:off x="8050925" y="4451478"/>
              <a:ext cx="1440000" cy="873777"/>
            </a:xfrm>
            <a:prstGeom prst="rect">
              <a:avLst/>
            </a:prstGeom>
          </p:spPr>
        </p:pic>
        <p:pic>
          <p:nvPicPr>
            <p:cNvPr id="12" name="図 11">
              <a:extLst>
                <a:ext uri="{FF2B5EF4-FFF2-40B4-BE49-F238E27FC236}">
                  <a16:creationId xmlns:a16="http://schemas.microsoft.com/office/drawing/2014/main" id="{DEA888C4-18A7-4DB2-A911-C4F477C66E70}"/>
                </a:ext>
              </a:extLst>
            </p:cNvPr>
            <p:cNvPicPr>
              <a:picLocks noChangeAspect="1"/>
            </p:cNvPicPr>
            <p:nvPr userDrawn="1"/>
          </p:nvPicPr>
          <p:blipFill>
            <a:blip r:embed="rId7" cstate="print">
              <a:extLst>
                <a:ext uri="{28A0092B-C50C-407E-A947-70E740481C1C}">
                  <a14:useLocalDpi xmlns:a14="http://schemas.microsoft.com/office/drawing/2010/main"/>
                </a:ext>
              </a:extLst>
            </a:blip>
            <a:stretch>
              <a:fillRect/>
            </a:stretch>
          </p:blipFill>
          <p:spPr>
            <a:xfrm>
              <a:off x="8148021" y="5473537"/>
              <a:ext cx="1229139" cy="839878"/>
            </a:xfrm>
            <a:prstGeom prst="rect">
              <a:avLst/>
            </a:prstGeom>
          </p:spPr>
        </p:pic>
      </p:grpSp>
    </p:spTree>
    <p:extLst>
      <p:ext uri="{BB962C8B-B14F-4D97-AF65-F5344CB8AC3E}">
        <p14:creationId xmlns:p14="http://schemas.microsoft.com/office/powerpoint/2010/main" val="153973251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基本版）黒_背表紙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3FE34F38-94AA-4F62-8832-48A80D3F204E}"/>
              </a:ext>
            </a:extLst>
          </p:cNvPr>
          <p:cNvGraphicFramePr>
            <a:graphicFrameLocks/>
          </p:cNvGraphicFramePr>
          <p:nvPr userDrawn="1">
            <p:custDataLst>
              <p:tags r:id="rId1"/>
            </p:custDataLst>
            <p:extLst>
              <p:ext uri="{D42A27DB-BD31-4B8C-83A1-F6EECF244321}">
                <p14:modId xmlns:p14="http://schemas.microsoft.com/office/powerpoint/2010/main" val="107520829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3FE34F38-94AA-4F62-8832-48A80D3F204E}"/>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a:extLst>
              <a:ext uri="{FF2B5EF4-FFF2-40B4-BE49-F238E27FC236}">
                <a16:creationId xmlns:a16="http://schemas.microsoft.com/office/drawing/2014/main" id="{9483C3FE-A231-4B89-B872-32F0B9B83B51}"/>
              </a:ext>
            </a:extLst>
          </p:cNvPr>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1"/>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a:extLst>
              <a:ext uri="{FF2B5EF4-FFF2-40B4-BE49-F238E27FC236}">
                <a16:creationId xmlns:a16="http://schemas.microsoft.com/office/drawing/2014/main" id="{524BFF78-91C0-4FA5-B03F-78B1D33C00F5}"/>
              </a:ext>
            </a:extLst>
          </p:cNvPr>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solidFill>
                  <a:schemeClr val="bg1"/>
                </a:solidFill>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a:extLst>
              <a:ext uri="{FF2B5EF4-FFF2-40B4-BE49-F238E27FC236}">
                <a16:creationId xmlns:a16="http://schemas.microsoft.com/office/drawing/2014/main" id="{9BD445DE-20C1-460B-9740-50459E6F6E63}"/>
              </a:ext>
            </a:extLst>
          </p:cNvPr>
          <p:cNvSpPr txBox="1">
            <a:spLocks noChangeArrowheads="1"/>
          </p:cNvSpPr>
          <p:nvPr userDrawn="1"/>
        </p:nvSpPr>
        <p:spPr bwMode="gray">
          <a:xfrm>
            <a:off x="478800" y="6660000"/>
            <a:ext cx="2487861" cy="123111"/>
          </a:xfrm>
          <a:prstGeom prst="rect">
            <a:avLst/>
          </a:prstGeom>
          <a:noFill/>
          <a:ln w="9525">
            <a:noFill/>
            <a:miter lim="800000"/>
            <a:headEnd/>
            <a:tailEnd/>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2026. For information, contact Deloitte Tohmatsu Group.</a:t>
            </a:r>
          </a:p>
        </p:txBody>
      </p:sp>
      <p:pic>
        <p:nvPicPr>
          <p:cNvPr id="10" name="図 9">
            <a:extLst>
              <a:ext uri="{FF2B5EF4-FFF2-40B4-BE49-F238E27FC236}">
                <a16:creationId xmlns:a16="http://schemas.microsoft.com/office/drawing/2014/main" id="{9C0938ED-B2BE-4693-8FA5-820BAD918B8F}"/>
              </a:ext>
            </a:extLst>
          </p:cNvPr>
          <p:cNvPicPr>
            <a:picLocks noChangeAspect="1"/>
          </p:cNvPicPr>
          <p:nvPr userDrawn="1"/>
        </p:nvPicPr>
        <p:blipFill rotWithShape="1">
          <a:blip r:embed="rId5">
            <a:extLst>
              <a:ext uri="{28A0092B-C50C-407E-A947-70E740481C1C}">
                <a14:useLocalDpi xmlns:a14="http://schemas.microsoft.com/office/drawing/2010/main" val="0"/>
              </a:ext>
            </a:extLst>
          </a:blip>
          <a:stretch/>
        </p:blipFill>
        <p:spPr bwMode="gray">
          <a:xfrm>
            <a:off x="478800" y="431997"/>
            <a:ext cx="3722400" cy="632360"/>
          </a:xfrm>
          <a:prstGeom prst="rect">
            <a:avLst/>
          </a:prstGeom>
        </p:spPr>
      </p:pic>
      <p:grpSp>
        <p:nvGrpSpPr>
          <p:cNvPr id="14" name="グループ化 13">
            <a:extLst>
              <a:ext uri="{FF2B5EF4-FFF2-40B4-BE49-F238E27FC236}">
                <a16:creationId xmlns:a16="http://schemas.microsoft.com/office/drawing/2014/main" id="{A32278A0-B6A6-4196-A48B-DD36F4F398E7}"/>
              </a:ext>
            </a:extLst>
          </p:cNvPr>
          <p:cNvGrpSpPr/>
          <p:nvPr userDrawn="1"/>
        </p:nvGrpSpPr>
        <p:grpSpPr>
          <a:xfrm>
            <a:off x="10270800" y="4114800"/>
            <a:ext cx="1440000" cy="1861937"/>
            <a:chOff x="8050925" y="4451478"/>
            <a:chExt cx="1440000" cy="1861937"/>
          </a:xfrm>
        </p:grpSpPr>
        <p:pic>
          <p:nvPicPr>
            <p:cNvPr id="15" name="図 14" descr="ロゴ, 会社名&#10;&#10;自動的に生成された説明">
              <a:extLst>
                <a:ext uri="{FF2B5EF4-FFF2-40B4-BE49-F238E27FC236}">
                  <a16:creationId xmlns:a16="http://schemas.microsoft.com/office/drawing/2014/main" id="{2395C2A1-39CD-425B-94BE-D67F2CCD8D6D}"/>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bwMode="gray">
            <a:xfrm>
              <a:off x="8050925" y="4451478"/>
              <a:ext cx="1440000" cy="873777"/>
            </a:xfrm>
            <a:prstGeom prst="rect">
              <a:avLst/>
            </a:prstGeom>
          </p:spPr>
        </p:pic>
        <p:pic>
          <p:nvPicPr>
            <p:cNvPr id="16" name="図 15">
              <a:extLst>
                <a:ext uri="{FF2B5EF4-FFF2-40B4-BE49-F238E27FC236}">
                  <a16:creationId xmlns:a16="http://schemas.microsoft.com/office/drawing/2014/main" id="{7CC8C78A-26CC-4239-9442-4410264A93E8}"/>
                </a:ext>
              </a:extLst>
            </p:cNvPr>
            <p:cNvPicPr>
              <a:picLocks noChangeAspect="1"/>
            </p:cNvPicPr>
            <p:nvPr userDrawn="1"/>
          </p:nvPicPr>
          <p:blipFill>
            <a:blip r:embed="rId7" cstate="print">
              <a:extLst>
                <a:ext uri="{28A0092B-C50C-407E-A947-70E740481C1C}">
                  <a14:useLocalDpi xmlns:a14="http://schemas.microsoft.com/office/drawing/2010/main"/>
                </a:ext>
              </a:extLst>
            </a:blip>
            <a:stretch>
              <a:fillRect/>
            </a:stretch>
          </p:blipFill>
          <p:spPr>
            <a:xfrm>
              <a:off x="8148021" y="5473537"/>
              <a:ext cx="1229139" cy="839878"/>
            </a:xfrm>
            <a:prstGeom prst="rect">
              <a:avLst/>
            </a:prstGeom>
          </p:spPr>
        </p:pic>
      </p:grpSp>
    </p:spTree>
    <p:extLst>
      <p:ext uri="{BB962C8B-B14F-4D97-AF65-F5344CB8AC3E}">
        <p14:creationId xmlns:p14="http://schemas.microsoft.com/office/powerpoint/2010/main" val="427568777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03290C-9741-F83F-15FD-B8258A147175}"/>
              </a:ext>
            </a:extLst>
          </p:cNvPr>
          <p:cNvSpPr>
            <a:spLocks noGrp="1"/>
          </p:cNvSpPr>
          <p:nvPr>
            <p:ph type="title"/>
          </p:nvPr>
        </p:nvSpPr>
        <p:spPr/>
        <p:txBody>
          <a:bodyPr/>
          <a:lstStyle/>
          <a:p>
            <a:r>
              <a:rPr kumimoji="1" lang="ja-JP" altLang="en-US"/>
              <a:t>マスター タイトルの書式設定</a:t>
            </a:r>
          </a:p>
        </p:txBody>
      </p:sp>
      <p:sp>
        <p:nvSpPr>
          <p:cNvPr id="3" name="フッター プレースホルダー 2">
            <a:extLst>
              <a:ext uri="{FF2B5EF4-FFF2-40B4-BE49-F238E27FC236}">
                <a16:creationId xmlns:a16="http://schemas.microsoft.com/office/drawing/2014/main" id="{96AD8C58-AEC9-C643-7C2A-EEB47AFED2A2}"/>
              </a:ext>
            </a:extLst>
          </p:cNvPr>
          <p:cNvSpPr>
            <a:spLocks noGrp="1"/>
          </p:cNvSpPr>
          <p:nvPr>
            <p:ph type="ftr" sz="quarter" idx="10"/>
          </p:nvPr>
        </p:nvSpPr>
        <p:spPr/>
        <p:txBody>
          <a:bodyPr/>
          <a:lstStyle/>
          <a:p>
            <a:pPr fontAlgn="auto">
              <a:spcBef>
                <a:spcPts val="0"/>
              </a:spcBef>
              <a:spcAft>
                <a:spcPts val="0"/>
              </a:spcAft>
            </a:pPr>
            <a:endParaRPr kumimoji="1" lang="en-GB" altLang="en-GB"/>
          </a:p>
        </p:txBody>
      </p:sp>
      <p:sp>
        <p:nvSpPr>
          <p:cNvPr id="4" name="スライド番号プレースホルダー 3">
            <a:extLst>
              <a:ext uri="{FF2B5EF4-FFF2-40B4-BE49-F238E27FC236}">
                <a16:creationId xmlns:a16="http://schemas.microsoft.com/office/drawing/2014/main" id="{69EAEBBD-886B-31F9-5308-01B1A3C7201D}"/>
              </a:ext>
            </a:extLst>
          </p:cNvPr>
          <p:cNvSpPr>
            <a:spLocks noGrp="1"/>
          </p:cNvSpPr>
          <p:nvPr>
            <p:ph type="sldNum" sz="quarter" idx="11"/>
          </p:nvPr>
        </p:nvSpPr>
        <p:spPr/>
        <p:txBody>
          <a:bodyPr/>
          <a:lstStyle/>
          <a:p>
            <a:pPr fontAlgn="auto">
              <a:spcBef>
                <a:spcPts val="0"/>
              </a:spcBef>
              <a:spcAft>
                <a:spcPts val="0"/>
              </a:spcAft>
            </a:pPr>
            <a:fld id="{AA5FCFE5-FE56-4EF1-80A8-07776887C2A1}" type="slidenum">
              <a:rPr kumimoji="1" lang="ja-JP" altLang="en-US" smtClean="0"/>
              <a:pPr fontAlgn="auto">
                <a:spcBef>
                  <a:spcPts val="0"/>
                </a:spcBef>
                <a:spcAft>
                  <a:spcPts val="0"/>
                </a:spcAft>
              </a:pPr>
              <a:t>‹#›</a:t>
            </a:fld>
            <a:endParaRPr kumimoji="1" lang="ja-JP" altLang="en-US"/>
          </a:p>
        </p:txBody>
      </p:sp>
      <p:sp>
        <p:nvSpPr>
          <p:cNvPr id="5" name="日付プレースホルダー 4">
            <a:extLst>
              <a:ext uri="{FF2B5EF4-FFF2-40B4-BE49-F238E27FC236}">
                <a16:creationId xmlns:a16="http://schemas.microsoft.com/office/drawing/2014/main" id="{B480E722-07C0-6BE3-5FC1-99CE04E80AB6}"/>
              </a:ext>
            </a:extLst>
          </p:cNvPr>
          <p:cNvSpPr>
            <a:spLocks noGrp="1"/>
          </p:cNvSpPr>
          <p:nvPr>
            <p:ph type="dt" sz="half" idx="12"/>
          </p:nvPr>
        </p:nvSpPr>
        <p:spPr/>
        <p:txBody>
          <a:bodyPr/>
          <a:lstStyle/>
          <a:p>
            <a:pPr algn="ctr"/>
            <a:endParaRPr lang="en-US"/>
          </a:p>
        </p:txBody>
      </p:sp>
    </p:spTree>
    <p:extLst>
      <p:ext uri="{BB962C8B-B14F-4D97-AF65-F5344CB8AC3E}">
        <p14:creationId xmlns:p14="http://schemas.microsoft.com/office/powerpoint/2010/main" val="400783827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obj">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76BC8BF-6A3A-CCD9-795A-5B3D5A0B911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8BB9E84B-517A-6B7B-7B34-BD2C2E27785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4B77A3F-77BB-42EA-F36D-C1B74CADE727}"/>
              </a:ext>
            </a:extLst>
          </p:cNvPr>
          <p:cNvSpPr>
            <a:spLocks noGrp="1"/>
          </p:cNvSpPr>
          <p:nvPr>
            <p:ph type="dt" sz="half" idx="10"/>
          </p:nvPr>
        </p:nvSpPr>
        <p:spPr/>
        <p:txBody>
          <a:bodyPr/>
          <a:lstStyle/>
          <a:p>
            <a:endParaRPr kumimoji="1" lang="ja-JP" altLang="en-US"/>
          </a:p>
        </p:txBody>
      </p:sp>
      <p:sp>
        <p:nvSpPr>
          <p:cNvPr id="5" name="フッター プレースホルダー 4">
            <a:extLst>
              <a:ext uri="{FF2B5EF4-FFF2-40B4-BE49-F238E27FC236}">
                <a16:creationId xmlns:a16="http://schemas.microsoft.com/office/drawing/2014/main" id="{056E2414-BE63-1FB5-A9C1-EA0A1A73F84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2FB8169-85F8-F698-3517-15BC0F564DC0}"/>
              </a:ext>
            </a:extLst>
          </p:cNvPr>
          <p:cNvSpPr>
            <a:spLocks noGrp="1"/>
          </p:cNvSpPr>
          <p:nvPr>
            <p:ph type="sldNum" sz="quarter" idx="12"/>
          </p:nvPr>
        </p:nvSpPr>
        <p:spPr/>
        <p:txBody>
          <a:bodyPr/>
          <a:lstStyle/>
          <a:p>
            <a:fld id="{9F87F2FE-3C3D-4AB2-870D-B4E57AB68CB8}" type="slidenum">
              <a:rPr kumimoji="1" lang="ja-JP" altLang="en-US" smtClean="0"/>
              <a:t>‹#›</a:t>
            </a:fld>
            <a:endParaRPr kumimoji="1" lang="ja-JP" altLang="en-US"/>
          </a:p>
        </p:txBody>
      </p:sp>
    </p:spTree>
    <p:extLst>
      <p:ext uri="{BB962C8B-B14F-4D97-AF65-F5344CB8AC3E}">
        <p14:creationId xmlns:p14="http://schemas.microsoft.com/office/powerpoint/2010/main" val="401840074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userDrawn="1">
  <p:cSld name="（基本版） タイトルのみ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extLst>
              <p:ext uri="{D42A27DB-BD31-4B8C-83A1-F6EECF244321}">
                <p14:modId xmlns:p14="http://schemas.microsoft.com/office/powerpoint/2010/main" val="1030112370"/>
              </p:ext>
            </p:ext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63" imgH="564" progId="TCLayout.ActiveDocument.1">
                  <p:embed/>
                </p:oleObj>
              </mc:Choice>
              <mc:Fallback>
                <p:oleObj name="thinkcellスライド" r:id="rId3" imgW="563" imgH="564"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a:xfrm>
            <a:off x="730800" y="6588000"/>
            <a:ext cx="5184000" cy="169200"/>
          </a:xfrm>
          <a:prstGeom prst="rect">
            <a:avLst/>
          </a:prstGeom>
        </p:spPr>
        <p:txBody>
          <a:bodyPr/>
          <a:lstStyle>
            <a:lvl1pPr>
              <a:defRPr>
                <a:solidFill>
                  <a:schemeClr val="tx1"/>
                </a:solidFill>
              </a:defRPr>
            </a:lvl1pPr>
          </a:lstStyle>
          <a:p>
            <a:endParaRPr lang="en-GB" altLang="en-GB"/>
          </a:p>
        </p:txBody>
      </p:sp>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pPr/>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400" b="1">
                <a:solidFill>
                  <a:schemeClr val="accent1"/>
                </a:solidFill>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a:lstStyle/>
          <a:p>
            <a:r>
              <a:rPr lang="ja-JP" altLang="en-US"/>
              <a:t>キーメッセージを入力（本スライドで一番伝えたいこと＜名詞止め・体言止め不可＞）</a:t>
            </a:r>
            <a:endParaRPr kumimoji="1" lang="ja-JP" altLang="en-US"/>
          </a:p>
        </p:txBody>
      </p:sp>
    </p:spTree>
    <p:extLst>
      <p:ext uri="{BB962C8B-B14F-4D97-AF65-F5344CB8AC3E}">
        <p14:creationId xmlns:p14="http://schemas.microsoft.com/office/powerpoint/2010/main" val="207275352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基本版）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a:extLst>
              <a:ext uri="{FF2B5EF4-FFF2-40B4-BE49-F238E27FC236}">
                <a16:creationId xmlns:a16="http://schemas.microsoft.com/office/drawing/2014/main" id="{8F3F91AC-B9F8-4593-AC14-9A64CBC99950}"/>
              </a:ext>
            </a:extLst>
          </p:cNvPr>
          <p:cNvGraphicFramePr>
            <a:graphicFrameLocks/>
          </p:cNvGraphicFramePr>
          <p:nvPr userDrawn="1">
            <p:custDataLst>
              <p:tags r:id="rId1"/>
            </p:custDataLst>
            <p:extLst>
              <p:ext uri="{D42A27DB-BD31-4B8C-83A1-F6EECF244321}">
                <p14:modId xmlns:p14="http://schemas.microsoft.com/office/powerpoint/2010/main" val="119876662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4" name="オブジェクト 3" hidden="1">
                        <a:extLst>
                          <a:ext uri="{FF2B5EF4-FFF2-40B4-BE49-F238E27FC236}">
                            <a16:creationId xmlns:a16="http://schemas.microsoft.com/office/drawing/2014/main" id="{8F3F91AC-B9F8-4593-AC14-9A64CBC99950}"/>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p:nvPr>
        </p:nvSpPr>
        <p:spPr bwMode="gray">
          <a:xfrm>
            <a:off x="3666000" y="999000"/>
            <a:ext cx="4860000" cy="4860000"/>
          </a:xfrm>
          <a:prstGeom prst="rect">
            <a:avLst/>
          </a:prstGeom>
        </p:spPr>
        <p:txBody>
          <a:bodyPr/>
          <a:lstStyle>
            <a:lvl1pPr>
              <a:defRPr>
                <a:cs typeface="+mn-cs"/>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vert="horz"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cs typeface="+mn-cs"/>
              </a:defRPr>
            </a:lvl1pPr>
            <a:lvl2pPr marL="495283" indent="0" algn="ctr">
              <a:buNone/>
              <a:defRPr sz="2167"/>
            </a:lvl2pPr>
            <a:lvl3pPr marL="990564" indent="0" algn="ctr">
              <a:buNone/>
              <a:defRPr sz="1950"/>
            </a:lvl3pPr>
            <a:lvl4pPr marL="1485846" indent="0" algn="ctr">
              <a:buNone/>
              <a:defRPr sz="1733"/>
            </a:lvl4pPr>
            <a:lvl5pPr marL="1981127" indent="0" algn="ctr">
              <a:buNone/>
              <a:defRPr sz="1733"/>
            </a:lvl5pPr>
            <a:lvl6pPr marL="2476410" indent="0" algn="ctr">
              <a:buNone/>
              <a:defRPr sz="1733"/>
            </a:lvl6pPr>
            <a:lvl7pPr marL="2971692" indent="0" algn="ctr">
              <a:buNone/>
              <a:defRPr sz="1733"/>
            </a:lvl7pPr>
            <a:lvl8pPr marL="3466973" indent="0" algn="ctr">
              <a:buNone/>
              <a:defRPr sz="1733"/>
            </a:lvl8pPr>
            <a:lvl9pPr marL="3962255" indent="0" algn="ctr">
              <a:buNone/>
              <a:defRPr sz="1733"/>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cs typeface="+mn-cs"/>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a:extLst>
              <a:ext uri="{FF2B5EF4-FFF2-40B4-BE49-F238E27FC236}">
                <a16:creationId xmlns:a16="http://schemas.microsoft.com/office/drawing/2014/main" id="{123FC496-31C5-46DB-A99D-560417973E7D}"/>
              </a:ext>
            </a:extLst>
          </p:cNvPr>
          <p:cNvSpPr>
            <a:spLocks noGrp="1"/>
          </p:cNvSpPr>
          <p:nvPr>
            <p:ph type="dt" sz="half" idx="12"/>
          </p:nvPr>
        </p:nvSpPr>
        <p:spPr bwMode="gray">
          <a:xfrm>
            <a:off x="5651167" y="6444000"/>
            <a:ext cx="889666" cy="169277"/>
          </a:xfrm>
          <a:prstGeom prst="rect">
            <a:avLst/>
          </a:prstGeom>
        </p:spPr>
        <p:txBody>
          <a:bodyPr/>
          <a:lstStyle>
            <a:lvl1pPr>
              <a:defRPr>
                <a:cs typeface="+mn-cs"/>
              </a:defRPr>
            </a:lvl1pPr>
          </a:lstStyle>
          <a:p>
            <a:pPr algn="ctr"/>
            <a:endParaRPr lang="en-US"/>
          </a:p>
        </p:txBody>
      </p:sp>
    </p:spTree>
    <p:extLst>
      <p:ext uri="{BB962C8B-B14F-4D97-AF65-F5344CB8AC3E}">
        <p14:creationId xmlns:p14="http://schemas.microsoft.com/office/powerpoint/2010/main" val="2108574794"/>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p:cSld name="（基本版）黒_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a:extLst>
              <a:ext uri="{FF2B5EF4-FFF2-40B4-BE49-F238E27FC236}">
                <a16:creationId xmlns:a16="http://schemas.microsoft.com/office/drawing/2014/main" id="{B84D28BC-667A-4B82-8BF2-52395A1B866F}"/>
              </a:ext>
            </a:extLst>
          </p:cNvPr>
          <p:cNvGraphicFramePr>
            <a:graphicFrameLocks/>
          </p:cNvGraphicFramePr>
          <p:nvPr userDrawn="1">
            <p:custDataLst>
              <p:tags r:id="rId1"/>
            </p:custDataLst>
            <p:extLst>
              <p:ext uri="{D42A27DB-BD31-4B8C-83A1-F6EECF244321}">
                <p14:modId xmlns:p14="http://schemas.microsoft.com/office/powerpoint/2010/main" val="182405059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4" name="オブジェクト 3" hidden="1">
                        <a:extLst>
                          <a:ext uri="{FF2B5EF4-FFF2-40B4-BE49-F238E27FC236}">
                            <a16:creationId xmlns:a16="http://schemas.microsoft.com/office/drawing/2014/main" id="{B84D28BC-667A-4B82-8BF2-52395A1B866F}"/>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p:nvPr>
        </p:nvSpPr>
        <p:spPr bwMode="gray">
          <a:xfrm>
            <a:off x="3666000" y="999000"/>
            <a:ext cx="4860000" cy="4860000"/>
          </a:xfrm>
          <a:prstGeom prst="rect">
            <a:avLst/>
          </a:prstGeom>
        </p:spPr>
        <p:txBody>
          <a:bodyPr/>
          <a:lstStyle>
            <a:lvl1pPr>
              <a:defRPr>
                <a:solidFill>
                  <a:schemeClr val="bg1"/>
                </a:solidFill>
                <a:cs typeface="+mn-cs"/>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vert="horz"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cs typeface="+mn-cs"/>
              </a:defRPr>
            </a:lvl1pPr>
            <a:lvl2pPr marL="495283" indent="0" algn="ctr">
              <a:buNone/>
              <a:defRPr sz="2167"/>
            </a:lvl2pPr>
            <a:lvl3pPr marL="990564" indent="0" algn="ctr">
              <a:buNone/>
              <a:defRPr sz="1950"/>
            </a:lvl3pPr>
            <a:lvl4pPr marL="1485846" indent="0" algn="ctr">
              <a:buNone/>
              <a:defRPr sz="1733"/>
            </a:lvl4pPr>
            <a:lvl5pPr marL="1981127" indent="0" algn="ctr">
              <a:buNone/>
              <a:defRPr sz="1733"/>
            </a:lvl5pPr>
            <a:lvl6pPr marL="2476410" indent="0" algn="ctr">
              <a:buNone/>
              <a:defRPr sz="1733"/>
            </a:lvl6pPr>
            <a:lvl7pPr marL="2971692" indent="0" algn="ctr">
              <a:buNone/>
              <a:defRPr sz="1733"/>
            </a:lvl7pPr>
            <a:lvl8pPr marL="3466973" indent="0" algn="ctr">
              <a:buNone/>
              <a:defRPr sz="1733"/>
            </a:lvl8pPr>
            <a:lvl9pPr marL="3962255" indent="0" algn="ctr">
              <a:buNone/>
              <a:defRPr sz="1733"/>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cs typeface="+mn-cs"/>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a:extLst>
              <a:ext uri="{FF2B5EF4-FFF2-40B4-BE49-F238E27FC236}">
                <a16:creationId xmlns:a16="http://schemas.microsoft.com/office/drawing/2014/main" id="{9E461804-808B-4C49-B40D-446D892A3BF8}"/>
              </a:ext>
            </a:extLst>
          </p:cNvPr>
          <p:cNvSpPr>
            <a:spLocks noGrp="1"/>
          </p:cNvSpPr>
          <p:nvPr>
            <p:ph type="dt" sz="half" idx="12"/>
          </p:nvPr>
        </p:nvSpPr>
        <p:spPr bwMode="gray">
          <a:xfrm>
            <a:off x="5651167" y="6444000"/>
            <a:ext cx="889666" cy="169277"/>
          </a:xfrm>
          <a:prstGeom prst="rect">
            <a:avLst/>
          </a:prstGeom>
        </p:spPr>
        <p:txBody>
          <a:bodyPr/>
          <a:lstStyle>
            <a:lvl1pPr>
              <a:defRPr>
                <a:cs typeface="+mn-cs"/>
              </a:defRPr>
            </a:lvl1pPr>
          </a:lstStyle>
          <a:p>
            <a:pPr algn="ctr"/>
            <a:endParaRPr lang="en-US"/>
          </a:p>
        </p:txBody>
      </p:sp>
    </p:spTree>
    <p:extLst>
      <p:ext uri="{BB962C8B-B14F-4D97-AF65-F5344CB8AC3E}">
        <p14:creationId xmlns:p14="http://schemas.microsoft.com/office/powerpoint/2010/main" val="262816279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p:cSld name="（基本版）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a:extLst>
              <a:ext uri="{FF2B5EF4-FFF2-40B4-BE49-F238E27FC236}">
                <a16:creationId xmlns:a16="http://schemas.microsoft.com/office/drawing/2014/main" id="{D6642530-2487-4EE6-BEA5-E8FB44599D74}"/>
              </a:ext>
            </a:extLst>
          </p:cNvPr>
          <p:cNvGraphicFramePr>
            <a:graphicFrameLocks/>
          </p:cNvGraphicFramePr>
          <p:nvPr userDrawn="1">
            <p:custDataLst>
              <p:tags r:id="rId1"/>
            </p:custDataLst>
            <p:extLst>
              <p:ext uri="{D42A27DB-BD31-4B8C-83A1-F6EECF244321}">
                <p14:modId xmlns:p14="http://schemas.microsoft.com/office/powerpoint/2010/main" val="131270749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3" name="オブジェクト 2" hidden="1">
                        <a:extLst>
                          <a:ext uri="{FF2B5EF4-FFF2-40B4-BE49-F238E27FC236}">
                            <a16:creationId xmlns:a16="http://schemas.microsoft.com/office/drawing/2014/main" id="{D6642530-2487-4EE6-BEA5-E8FB44599D7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480000" y="1483200"/>
            <a:ext cx="5436000" cy="4824000"/>
          </a:xfrm>
          <a:prstGeom prst="rect">
            <a:avLst/>
          </a:prstGeom>
        </p:spPr>
        <p:txBody>
          <a:bodyPr/>
          <a:lstStyle>
            <a:lvl1pPr>
              <a:tabLst>
                <a:tab pos="5448101" algn="r"/>
              </a:tabLst>
              <a:defRPr>
                <a:cs typeface="+mn-cs"/>
              </a:defRPr>
            </a:lvl1pPr>
            <a:lvl2pPr>
              <a:tabLst>
                <a:tab pos="5448101" algn="r"/>
              </a:tabLst>
              <a:defRPr>
                <a:cs typeface="+mn-cs"/>
              </a:defRPr>
            </a:lvl2pPr>
            <a:lvl3pPr>
              <a:tabLst>
                <a:tab pos="5448101" algn="r"/>
              </a:tabLst>
              <a:defRPr>
                <a:cs typeface="+mn-cs"/>
              </a:defRPr>
            </a:lvl3pPr>
            <a:lvl4pPr>
              <a:tabLst>
                <a:tab pos="5448101" algn="r"/>
              </a:tabLst>
              <a:defRPr>
                <a:cs typeface="+mn-cs"/>
              </a:defRPr>
            </a:lvl4pPr>
            <a:lvl5pPr>
              <a:tabLst>
                <a:tab pos="5448101"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83200"/>
            <a:ext cx="5436000" cy="4824000"/>
          </a:xfrm>
          <a:prstGeom prst="rect">
            <a:avLst/>
          </a:prstGeom>
        </p:spPr>
        <p:txBody>
          <a:bodyPr/>
          <a:lstStyle>
            <a:lvl1pPr>
              <a:tabLst>
                <a:tab pos="5448101" algn="r"/>
              </a:tabLst>
              <a:defRPr>
                <a:cs typeface="+mn-cs"/>
              </a:defRPr>
            </a:lvl1pPr>
            <a:lvl2pPr>
              <a:tabLst>
                <a:tab pos="5448101" algn="r"/>
              </a:tabLst>
              <a:defRPr>
                <a:cs typeface="+mn-cs"/>
              </a:defRPr>
            </a:lvl2pPr>
            <a:lvl3pPr>
              <a:tabLst>
                <a:tab pos="5448101" algn="r"/>
              </a:tabLst>
              <a:defRPr>
                <a:cs typeface="+mn-cs"/>
              </a:defRPr>
            </a:lvl3pPr>
            <a:lvl4pPr>
              <a:tabLst>
                <a:tab pos="5448101" algn="r"/>
              </a:tabLst>
              <a:defRPr>
                <a:cs typeface="+mn-cs"/>
              </a:defRPr>
            </a:lvl4pPr>
            <a:lvl5pPr>
              <a:tabLst>
                <a:tab pos="5448101"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vert="horz"/>
          <a:lstStyle>
            <a:lvl1pPr>
              <a:defRPr baseline="0">
                <a:latin typeface="+mj-lt"/>
                <a:ea typeface="+mj-ea"/>
                <a:cs typeface="+mj-cs"/>
              </a:defRPr>
            </a:lvl1pPr>
          </a:lstStyle>
          <a:p>
            <a:r>
              <a:rPr kumimoji="1" lang="ja-JP" altLang="en-US"/>
              <a:t>マスター タイトルの書式設定</a:t>
            </a:r>
          </a:p>
        </p:txBody>
      </p:sp>
    </p:spTree>
    <p:extLst>
      <p:ext uri="{BB962C8B-B14F-4D97-AF65-F5344CB8AC3E}">
        <p14:creationId xmlns:p14="http://schemas.microsoft.com/office/powerpoint/2010/main" val="2504669374"/>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基本版）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3FE34F38-94AA-4F62-8832-48A80D3F204E}"/>
              </a:ext>
            </a:extLst>
          </p:cNvPr>
          <p:cNvGraphicFramePr>
            <a:graphicFrameLocks/>
          </p:cNvGraphicFramePr>
          <p:nvPr userDrawn="1">
            <p:custDataLst>
              <p:tags r:id="rId1"/>
            </p:custDataLst>
            <p:extLst>
              <p:ext uri="{D42A27DB-BD31-4B8C-83A1-F6EECF244321}">
                <p14:modId xmlns:p14="http://schemas.microsoft.com/office/powerpoint/2010/main" val="340549172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3FE34F38-94AA-4F62-8832-48A80D3F204E}"/>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cs typeface="+mn-cs"/>
              </a:defRPr>
            </a:lvl1pPr>
          </a:lstStyle>
          <a:p>
            <a:endParaRPr lang="en-GB" altLang="en-GB"/>
          </a:p>
        </p:txBody>
      </p:sp>
      <p:sp>
        <p:nvSpPr>
          <p:cNvPr id="4" name="スライド番号プレースホルダー 3"/>
          <p:cNvSpPr>
            <a:spLocks noGrp="1"/>
          </p:cNvSpPr>
          <p:nvPr>
            <p:ph type="sldNum" sz="quarter" idx="11"/>
          </p:nvPr>
        </p:nvSpPr>
        <p:spPr bwMode="gray"/>
        <p:txBody>
          <a:bodyPr/>
          <a:lstStyle>
            <a:lvl1pPr>
              <a:defRPr>
                <a:cs typeface="+mn-cs"/>
              </a:defRPr>
            </a:lvl1pPr>
          </a:lstStyle>
          <a:p>
            <a:fld id="{AA5FCFE5-FE56-4EF1-80A8-07776887C2A1}" type="slidenum">
              <a:rPr lang="ja-JP" altLang="en-US" smtClean="0"/>
              <a:pPr/>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cs typeface="+mn-cs"/>
              </a:defRPr>
            </a:lvl1pPr>
          </a:lstStyle>
          <a:p>
            <a:pPr lvl="0"/>
            <a:r>
              <a:rPr kumimoji="1" lang="ja-JP" altLang="en-US"/>
              <a:t>マスター テキストの書式設定</a:t>
            </a:r>
          </a:p>
        </p:txBody>
      </p:sp>
      <p:sp>
        <p:nvSpPr>
          <p:cNvPr id="5" name="Text Box 37">
            <a:extLst>
              <a:ext uri="{FF2B5EF4-FFF2-40B4-BE49-F238E27FC236}">
                <a16:creationId xmlns:a16="http://schemas.microsoft.com/office/drawing/2014/main" id="{385A94CF-8CB1-C466-40C6-FF0115BA7D94}"/>
              </a:ext>
            </a:extLst>
          </p:cNvPr>
          <p:cNvSpPr txBox="1">
            <a:spLocks noChangeArrowheads="1"/>
          </p:cNvSpPr>
          <p:nvPr userDrawn="1"/>
        </p:nvSpPr>
        <p:spPr bwMode="gray">
          <a:xfrm>
            <a:off x="6276000" y="6588000"/>
            <a:ext cx="5436000" cy="169200"/>
          </a:xfrm>
          <a:prstGeom prst="rect">
            <a:avLst/>
          </a:prstGeom>
          <a:noFill/>
          <a:ln w="9525">
            <a:noFill/>
            <a:miter lim="800000"/>
            <a:headEnd/>
            <a:tailEnd/>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2026. For information, contact Deloitte Tohmatsu Group.</a:t>
            </a:r>
          </a:p>
        </p:txBody>
      </p:sp>
    </p:spTree>
    <p:extLst>
      <p:ext uri="{BB962C8B-B14F-4D97-AF65-F5344CB8AC3E}">
        <p14:creationId xmlns:p14="http://schemas.microsoft.com/office/powerpoint/2010/main" val="235140892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基本版）中表紙_16:9">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CBD7C55F-79D3-4D3C-BF22-E2499EF30284}"/>
              </a:ext>
            </a:extLst>
          </p:cNvPr>
          <p:cNvGraphicFramePr>
            <a:graphicFrameLocks/>
          </p:cNvGraphicFramePr>
          <p:nvPr userDrawn="1">
            <p:custDataLst>
              <p:tags r:id="rId1"/>
            </p:custDataLst>
            <p:extLst>
              <p:ext uri="{D42A27DB-BD31-4B8C-83A1-F6EECF244321}">
                <p14:modId xmlns:p14="http://schemas.microsoft.com/office/powerpoint/2010/main" val="274703245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CBD7C55F-79D3-4D3C-BF22-E2499EF3028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cs typeface="+mn-cs"/>
              </a:defRPr>
            </a:lvl1pPr>
          </a:lstStyle>
          <a:p>
            <a:fld id="{AA5FCFE5-FE56-4EF1-80A8-07776887C2A1}" type="slidenum">
              <a:rPr lang="ja-JP" altLang="en-US" smtClean="0"/>
              <a:pPr/>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cs typeface="+mn-cs"/>
              </a:defRPr>
            </a:lvl1pPr>
          </a:lstStyle>
          <a:p>
            <a:endParaRPr lang="en-GB" altLang="en-GB"/>
          </a:p>
        </p:txBody>
      </p:sp>
    </p:spTree>
    <p:extLst>
      <p:ext uri="{BB962C8B-B14F-4D97-AF65-F5344CB8AC3E}">
        <p14:creationId xmlns:p14="http://schemas.microsoft.com/office/powerpoint/2010/main" val="2497792440"/>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基本版）Accessible Green_中表紙_16:9">
    <p:bg>
      <p:bgPr>
        <a:solidFill>
          <a:schemeClr val="accent3"/>
        </a:solidFill>
        <a:effectLst/>
      </p:bgPr>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CBD7C55F-79D3-4D3C-BF22-E2499EF30284}"/>
              </a:ext>
            </a:extLst>
          </p:cNvPr>
          <p:cNvGraphicFramePr>
            <a:graphicFrameLocks/>
          </p:cNvGraphicFramePr>
          <p:nvPr userDrawn="1">
            <p:custDataLst>
              <p:tags r:id="rId1"/>
            </p:custDataLst>
            <p:extLst>
              <p:ext uri="{D42A27DB-BD31-4B8C-83A1-F6EECF244321}">
                <p14:modId xmlns:p14="http://schemas.microsoft.com/office/powerpoint/2010/main" val="106074261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CBD7C55F-79D3-4D3C-BF22-E2499EF3028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bg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bg1"/>
                </a:solidFill>
                <a:cs typeface="+mn-cs"/>
              </a:defRPr>
            </a:lvl1pPr>
          </a:lstStyle>
          <a:p>
            <a:fld id="{AA5FCFE5-FE56-4EF1-80A8-07776887C2A1}" type="slidenum">
              <a:rPr lang="ja-JP" altLang="en-US" smtClean="0"/>
              <a:pPr/>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bg1"/>
                </a:solidFill>
                <a:cs typeface="+mn-cs"/>
              </a:defRPr>
            </a:lvl1pPr>
          </a:lstStyle>
          <a:p>
            <a:endParaRPr lang="en-GB" altLang="en-GB"/>
          </a:p>
        </p:txBody>
      </p:sp>
      <p:sp>
        <p:nvSpPr>
          <p:cNvPr id="3" name="Text Box 37">
            <a:extLst>
              <a:ext uri="{FF2B5EF4-FFF2-40B4-BE49-F238E27FC236}">
                <a16:creationId xmlns:a16="http://schemas.microsoft.com/office/drawing/2014/main" id="{1189BAA9-A2FE-C864-E76C-25CFD4B2F5F2}"/>
              </a:ext>
            </a:extLst>
          </p:cNvPr>
          <p:cNvSpPr txBox="1">
            <a:spLocks noChangeArrowheads="1"/>
          </p:cNvSpPr>
          <p:nvPr userDrawn="1"/>
        </p:nvSpPr>
        <p:spPr bwMode="gray">
          <a:xfrm>
            <a:off x="6276000" y="6588000"/>
            <a:ext cx="5436000" cy="169200"/>
          </a:xfrm>
          <a:prstGeom prst="rect">
            <a:avLst/>
          </a:prstGeom>
          <a:noFill/>
          <a:ln w="9525">
            <a:noFill/>
            <a:miter lim="800000"/>
            <a:headEnd/>
            <a:tailEnd/>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bg1"/>
                </a:solidFill>
                <a:latin typeface="+mn-lt"/>
                <a:ea typeface="+mn-ea"/>
                <a:cs typeface="+mn-cs"/>
              </a:rPr>
              <a:t>© 2026. For information, contact Deloitte Tohmatsu Group.</a:t>
            </a:r>
          </a:p>
        </p:txBody>
      </p:sp>
    </p:spTree>
    <p:extLst>
      <p:ext uri="{BB962C8B-B14F-4D97-AF65-F5344CB8AC3E}">
        <p14:creationId xmlns:p14="http://schemas.microsoft.com/office/powerpoint/2010/main" val="54201066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基本版）Accessible Teal_中表紙_16:9">
    <p:bg>
      <p:bgPr>
        <a:solidFill>
          <a:schemeClr val="accent5"/>
        </a:solidFill>
        <a:effectLst/>
      </p:bgPr>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CBD7C55F-79D3-4D3C-BF22-E2499EF30284}"/>
              </a:ext>
            </a:extLst>
          </p:cNvPr>
          <p:cNvGraphicFramePr>
            <a:graphicFrameLocks/>
          </p:cNvGraphicFramePr>
          <p:nvPr userDrawn="1">
            <p:custDataLst>
              <p:tags r:id="rId1"/>
            </p:custDataLst>
            <p:extLst>
              <p:ext uri="{D42A27DB-BD31-4B8C-83A1-F6EECF244321}">
                <p14:modId xmlns:p14="http://schemas.microsoft.com/office/powerpoint/2010/main" val="274703245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CBD7C55F-79D3-4D3C-BF22-E2499EF3028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bg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bg1"/>
                </a:solidFill>
                <a:cs typeface="+mn-cs"/>
              </a:defRPr>
            </a:lvl1pPr>
          </a:lstStyle>
          <a:p>
            <a:fld id="{AA5FCFE5-FE56-4EF1-80A8-07776887C2A1}" type="slidenum">
              <a:rPr lang="ja-JP" altLang="en-US" smtClean="0"/>
              <a:pPr/>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bg1"/>
                </a:solidFill>
                <a:cs typeface="+mn-cs"/>
              </a:defRPr>
            </a:lvl1pPr>
          </a:lstStyle>
          <a:p>
            <a:endParaRPr lang="en-GB" altLang="en-GB"/>
          </a:p>
        </p:txBody>
      </p:sp>
      <p:sp>
        <p:nvSpPr>
          <p:cNvPr id="3" name="Text Box 37">
            <a:extLst>
              <a:ext uri="{FF2B5EF4-FFF2-40B4-BE49-F238E27FC236}">
                <a16:creationId xmlns:a16="http://schemas.microsoft.com/office/drawing/2014/main" id="{1189BAA9-A2FE-C864-E76C-25CFD4B2F5F2}"/>
              </a:ext>
            </a:extLst>
          </p:cNvPr>
          <p:cNvSpPr txBox="1">
            <a:spLocks noChangeArrowheads="1"/>
          </p:cNvSpPr>
          <p:nvPr userDrawn="1"/>
        </p:nvSpPr>
        <p:spPr bwMode="gray">
          <a:xfrm>
            <a:off x="6276000" y="6588000"/>
            <a:ext cx="5436000" cy="169200"/>
          </a:xfrm>
          <a:prstGeom prst="rect">
            <a:avLst/>
          </a:prstGeom>
          <a:noFill/>
          <a:ln w="9525">
            <a:noFill/>
            <a:miter lim="800000"/>
            <a:headEnd/>
            <a:tailEnd/>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bg1"/>
                </a:solidFill>
                <a:latin typeface="+mn-lt"/>
                <a:ea typeface="+mn-ea"/>
                <a:cs typeface="+mn-cs"/>
              </a:rPr>
              <a:t>© 2026. For information, contact Deloitte Tohmatsu Group.</a:t>
            </a:r>
          </a:p>
        </p:txBody>
      </p:sp>
    </p:spTree>
    <p:extLst>
      <p:ext uri="{BB962C8B-B14F-4D97-AF65-F5344CB8AC3E}">
        <p14:creationId xmlns:p14="http://schemas.microsoft.com/office/powerpoint/2010/main" val="67113303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基本版）Accessible Blue_中表紙_16:9">
    <p:bg>
      <p:bgPr>
        <a:solidFill>
          <a:schemeClr val="accent6"/>
        </a:solidFill>
        <a:effectLst/>
      </p:bgPr>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CBD7C55F-79D3-4D3C-BF22-E2499EF30284}"/>
              </a:ext>
            </a:extLst>
          </p:cNvPr>
          <p:cNvGraphicFramePr>
            <a:graphicFrameLocks/>
          </p:cNvGraphicFramePr>
          <p:nvPr userDrawn="1">
            <p:custDataLst>
              <p:tags r:id="rId1"/>
            </p:custDataLst>
            <p:extLst>
              <p:ext uri="{D42A27DB-BD31-4B8C-83A1-F6EECF244321}">
                <p14:modId xmlns:p14="http://schemas.microsoft.com/office/powerpoint/2010/main" val="274703245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CBD7C55F-79D3-4D3C-BF22-E2499EF3028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bg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bg1"/>
                </a:solidFill>
                <a:cs typeface="+mn-cs"/>
              </a:defRPr>
            </a:lvl1pPr>
          </a:lstStyle>
          <a:p>
            <a:fld id="{AA5FCFE5-FE56-4EF1-80A8-07776887C2A1}" type="slidenum">
              <a:rPr lang="ja-JP" altLang="en-US" smtClean="0"/>
              <a:pPr/>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bg1"/>
                </a:solidFill>
                <a:cs typeface="+mn-cs"/>
              </a:defRPr>
            </a:lvl1pPr>
          </a:lstStyle>
          <a:p>
            <a:endParaRPr lang="en-GB" altLang="en-GB"/>
          </a:p>
        </p:txBody>
      </p:sp>
      <p:sp>
        <p:nvSpPr>
          <p:cNvPr id="3" name="Text Box 37">
            <a:extLst>
              <a:ext uri="{FF2B5EF4-FFF2-40B4-BE49-F238E27FC236}">
                <a16:creationId xmlns:a16="http://schemas.microsoft.com/office/drawing/2014/main" id="{1189BAA9-A2FE-C864-E76C-25CFD4B2F5F2}"/>
              </a:ext>
            </a:extLst>
          </p:cNvPr>
          <p:cNvSpPr txBox="1">
            <a:spLocks noChangeArrowheads="1"/>
          </p:cNvSpPr>
          <p:nvPr userDrawn="1"/>
        </p:nvSpPr>
        <p:spPr bwMode="gray">
          <a:xfrm>
            <a:off x="6276000" y="6588000"/>
            <a:ext cx="5436000" cy="169200"/>
          </a:xfrm>
          <a:prstGeom prst="rect">
            <a:avLst/>
          </a:prstGeom>
          <a:noFill/>
          <a:ln w="9525">
            <a:noFill/>
            <a:miter lim="800000"/>
            <a:headEnd/>
            <a:tailEnd/>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bg1"/>
                </a:solidFill>
                <a:latin typeface="+mn-lt"/>
                <a:ea typeface="+mn-ea"/>
                <a:cs typeface="+mn-cs"/>
              </a:rPr>
              <a:t>© 2026. For information, contact Deloitte Tohmatsu Group.</a:t>
            </a:r>
          </a:p>
        </p:txBody>
      </p:sp>
    </p:spTree>
    <p:extLst>
      <p:ext uri="{BB962C8B-B14F-4D97-AF65-F5344CB8AC3E}">
        <p14:creationId xmlns:p14="http://schemas.microsoft.com/office/powerpoint/2010/main" val="471162407"/>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基本版）タイトルのみ_16:9">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77D81023-2A1D-453A-B6C3-7E7FA34E4217}"/>
              </a:ext>
            </a:extLst>
          </p:cNvPr>
          <p:cNvGraphicFramePr>
            <a:graphicFrameLocks/>
          </p:cNvGraphicFramePr>
          <p:nvPr userDrawn="1">
            <p:custDataLst>
              <p:tags r:id="rId1"/>
            </p:custDataLst>
            <p:extLst>
              <p:ext uri="{D42A27DB-BD31-4B8C-83A1-F6EECF244321}">
                <p14:modId xmlns:p14="http://schemas.microsoft.com/office/powerpoint/2010/main" val="152165882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77D81023-2A1D-453A-B6C3-7E7FA34E42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a:xfrm>
            <a:off x="730800" y="6588000"/>
            <a:ext cx="5184000" cy="169200"/>
          </a:xfrm>
          <a:prstGeom prst="rect">
            <a:avLst/>
          </a:prstGeom>
        </p:spPr>
        <p:txBody>
          <a:bodyPr/>
          <a:lstStyle>
            <a:lvl1pPr>
              <a:defRPr>
                <a:solidFill>
                  <a:schemeClr val="tx1"/>
                </a:solidFill>
                <a:cs typeface="+mn-cs"/>
              </a:defRPr>
            </a:lvl1pPr>
          </a:lstStyle>
          <a:p>
            <a:endParaRPr lang="en-GB" altLang="en-GB"/>
          </a:p>
        </p:txBody>
      </p:sp>
      <p:sp>
        <p:nvSpPr>
          <p:cNvPr id="4" name="スライド番号プレースホルダ 3"/>
          <p:cNvSpPr>
            <a:spLocks noGrp="1"/>
          </p:cNvSpPr>
          <p:nvPr>
            <p:ph type="sldNum" sz="quarter" idx="11"/>
          </p:nvPr>
        </p:nvSpPr>
        <p:spPr bwMode="gray"/>
        <p:txBody>
          <a:bodyPr/>
          <a:lstStyle>
            <a:lvl1pPr>
              <a:defRPr>
                <a:solidFill>
                  <a:schemeClr val="tx1"/>
                </a:solidFill>
                <a:cs typeface="+mn-cs"/>
              </a:defRPr>
            </a:lvl1pPr>
          </a:lstStyle>
          <a:p>
            <a:fld id="{AA5FCFE5-FE56-4EF1-80A8-07776887C2A1}" type="slidenum">
              <a:rPr lang="ja-JP" altLang="en-US" smtClean="0"/>
              <a:pPr/>
              <a:t>‹#›</a:t>
            </a:fld>
            <a:endParaRPr lang="ja-JP" altLang="en-US"/>
          </a:p>
        </p:txBody>
      </p:sp>
      <p:sp>
        <p:nvSpPr>
          <p:cNvPr id="5" name="テキスト プレースホルダー 6">
            <a:extLst>
              <a:ext uri="{FF2B5EF4-FFF2-40B4-BE49-F238E27FC236}">
                <a16:creationId xmlns:a16="http://schemas.microsoft.com/office/drawing/2014/main" id="{497333F6-9AD1-6169-C739-EE0E8EEF79DD}"/>
              </a:ext>
            </a:extLst>
          </p:cNvPr>
          <p:cNvSpPr>
            <a:spLocks noGrp="1"/>
          </p:cNvSpPr>
          <p:nvPr>
            <p:ph type="body" sz="quarter" idx="17" hasCustomPrompt="1"/>
          </p:nvPr>
        </p:nvSpPr>
        <p:spPr>
          <a:xfrm>
            <a:off x="479425" y="6000750"/>
            <a:ext cx="11233150" cy="310272"/>
          </a:xfrm>
        </p:spPr>
        <p:txBody>
          <a:bodyPr anchor="b"/>
          <a:lstStyle>
            <a:lvl1pPr fontAlgn="ctr">
              <a:lnSpc>
                <a:spcPct val="100000"/>
              </a:lnSpc>
              <a:spcBef>
                <a:spcPts val="0"/>
              </a:spcBef>
              <a:defRPr sz="1200"/>
            </a:lvl1pPr>
          </a:lstStyle>
          <a:p>
            <a:pPr lvl="0"/>
            <a:r>
              <a:rPr kumimoji="1" lang="ja-JP" altLang="en-US"/>
              <a:t>出所：</a:t>
            </a:r>
            <a:r>
              <a:rPr kumimoji="1" lang="en-US" altLang="ja-JP"/>
              <a:t>XXX</a:t>
            </a:r>
            <a:br>
              <a:rPr kumimoji="1" lang="en-US" altLang="ja-JP"/>
            </a:br>
            <a:r>
              <a:rPr kumimoji="1" lang="ja-JP" altLang="en-US"/>
              <a:t>脚注：</a:t>
            </a:r>
            <a:r>
              <a:rPr kumimoji="1" lang="en-US" altLang="ja-JP"/>
              <a:t>XXX</a:t>
            </a:r>
            <a:endParaRPr kumimoji="1" lang="ja-JP" altLang="en-US"/>
          </a:p>
        </p:txBody>
      </p:sp>
      <p:sp>
        <p:nvSpPr>
          <p:cNvPr id="9" name="テキスト プレースホルダー 2"/>
          <p:cNvSpPr>
            <a:spLocks noGrp="1"/>
          </p:cNvSpPr>
          <p:nvPr>
            <p:ph type="body" sz="quarter" idx="15" hasCustomPrompt="1"/>
          </p:nvPr>
        </p:nvSpPr>
        <p:spPr bwMode="gray">
          <a:xfrm>
            <a:off x="478799" y="1008000"/>
            <a:ext cx="11232000" cy="468000"/>
          </a:xfrm>
          <a:prstGeom prst="rect">
            <a:avLst/>
          </a:prstGeom>
        </p:spPr>
        <p:txBody>
          <a:bodyPr wrap="none" tIns="0" anchor="ctr">
            <a:noAutofit/>
          </a:bodyPr>
          <a:lstStyle>
            <a:lvl1pPr fontAlgn="ctr">
              <a:lnSpc>
                <a:spcPct val="100000"/>
              </a:lnSpc>
              <a:spcBef>
                <a:spcPts val="0"/>
              </a:spcBef>
              <a:defRPr sz="1800" b="1">
                <a:solidFill>
                  <a:schemeClr val="accent3"/>
                </a:solidFill>
                <a:cs typeface="+mn-cs"/>
              </a:defRPr>
            </a:lvl1pPr>
          </a:lstStyle>
          <a:p>
            <a:pPr lvl="0"/>
            <a:r>
              <a:rPr kumimoji="1" lang="ja-JP" altLang="en-US"/>
              <a:t>スライドタイトル</a:t>
            </a:r>
          </a:p>
        </p:txBody>
      </p:sp>
      <p:sp>
        <p:nvSpPr>
          <p:cNvPr id="6" name="タイトル 5"/>
          <p:cNvSpPr>
            <a:spLocks noGrp="1"/>
          </p:cNvSpPr>
          <p:nvPr>
            <p:ph type="title" hasCustomPrompt="1"/>
          </p:nvPr>
        </p:nvSpPr>
        <p:spPr bwMode="gray">
          <a:xfrm>
            <a:off x="480000" y="108000"/>
            <a:ext cx="11232000" cy="738000"/>
          </a:xfrm>
        </p:spPr>
        <p:txBody>
          <a:bodyPr vert="horz"/>
          <a:lstStyle>
            <a:lvl1pPr>
              <a:defRPr baseline="0">
                <a:latin typeface="+mj-lt"/>
                <a:ea typeface="+mj-ea"/>
                <a:cs typeface="+mj-cs"/>
              </a:defRPr>
            </a:lvl1pPr>
          </a:lstStyle>
          <a:p>
            <a:r>
              <a:rPr lang="ja-JP" altLang="en-US"/>
              <a:t>キーメッセージを入力（本スライドで一番伝えたいこと＜名詞止め・体言止め不可＞）</a:t>
            </a:r>
            <a:endParaRPr kumimoji="1" lang="ja-JP" altLang="en-US"/>
          </a:p>
        </p:txBody>
      </p:sp>
    </p:spTree>
    <p:extLst>
      <p:ext uri="{BB962C8B-B14F-4D97-AF65-F5344CB8AC3E}">
        <p14:creationId xmlns:p14="http://schemas.microsoft.com/office/powerpoint/2010/main" val="594118565"/>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基本版）タイトルのみ_出所・脚注なし_16:9">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77D81023-2A1D-453A-B6C3-7E7FA34E4217}"/>
              </a:ext>
            </a:extLst>
          </p:cNvPr>
          <p:cNvGraphicFramePr>
            <a:graphicFrameLocks/>
          </p:cNvGraphicFramePr>
          <p:nvPr userDrawn="1">
            <p:custDataLst>
              <p:tags r:id="rId1"/>
            </p:custDataLst>
            <p:extLst>
              <p:ext uri="{D42A27DB-BD31-4B8C-83A1-F6EECF244321}">
                <p14:modId xmlns:p14="http://schemas.microsoft.com/office/powerpoint/2010/main" val="152165882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77D81023-2A1D-453A-B6C3-7E7FA34E42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a:xfrm>
            <a:off x="730800" y="6588000"/>
            <a:ext cx="5184000" cy="169200"/>
          </a:xfrm>
          <a:prstGeom prst="rect">
            <a:avLst/>
          </a:prstGeom>
        </p:spPr>
        <p:txBody>
          <a:bodyPr/>
          <a:lstStyle>
            <a:lvl1pPr>
              <a:defRPr>
                <a:solidFill>
                  <a:schemeClr val="tx1"/>
                </a:solidFill>
                <a:cs typeface="+mn-cs"/>
              </a:defRPr>
            </a:lvl1pPr>
          </a:lstStyle>
          <a:p>
            <a:endParaRPr lang="en-GB" altLang="en-GB"/>
          </a:p>
        </p:txBody>
      </p:sp>
      <p:sp>
        <p:nvSpPr>
          <p:cNvPr id="4" name="スライド番号プレースホルダ 3"/>
          <p:cNvSpPr>
            <a:spLocks noGrp="1"/>
          </p:cNvSpPr>
          <p:nvPr>
            <p:ph type="sldNum" sz="quarter" idx="11"/>
          </p:nvPr>
        </p:nvSpPr>
        <p:spPr bwMode="gray"/>
        <p:txBody>
          <a:bodyPr/>
          <a:lstStyle>
            <a:lvl1pPr>
              <a:defRPr>
                <a:solidFill>
                  <a:schemeClr val="tx1"/>
                </a:solidFill>
                <a:cs typeface="+mn-cs"/>
              </a:defRPr>
            </a:lvl1pPr>
          </a:lstStyle>
          <a:p>
            <a:fld id="{AA5FCFE5-FE56-4EF1-80A8-07776887C2A1}" type="slidenum">
              <a:rPr lang="ja-JP" altLang="en-US" smtClean="0"/>
              <a:pPr/>
              <a:t>‹#›</a:t>
            </a:fld>
            <a:endParaRPr lang="ja-JP" altLang="en-US"/>
          </a:p>
        </p:txBody>
      </p:sp>
      <p:sp>
        <p:nvSpPr>
          <p:cNvPr id="9" name="テキスト プレースホルダー 2"/>
          <p:cNvSpPr>
            <a:spLocks noGrp="1"/>
          </p:cNvSpPr>
          <p:nvPr>
            <p:ph type="body" sz="quarter" idx="15" hasCustomPrompt="1"/>
          </p:nvPr>
        </p:nvSpPr>
        <p:spPr bwMode="gray">
          <a:xfrm>
            <a:off x="478799" y="1008000"/>
            <a:ext cx="11232000" cy="468000"/>
          </a:xfrm>
          <a:prstGeom prst="rect">
            <a:avLst/>
          </a:prstGeom>
        </p:spPr>
        <p:txBody>
          <a:bodyPr wrap="none" tIns="0" anchor="ctr">
            <a:noAutofit/>
          </a:bodyPr>
          <a:lstStyle>
            <a:lvl1pPr fontAlgn="ctr">
              <a:lnSpc>
                <a:spcPct val="100000"/>
              </a:lnSpc>
              <a:spcBef>
                <a:spcPts val="0"/>
              </a:spcBef>
              <a:defRPr sz="1800" b="1">
                <a:solidFill>
                  <a:schemeClr val="accent3"/>
                </a:solidFill>
                <a:cs typeface="+mn-cs"/>
              </a:defRPr>
            </a:lvl1pPr>
          </a:lstStyle>
          <a:p>
            <a:pPr lvl="0"/>
            <a:r>
              <a:rPr kumimoji="1" lang="ja-JP" altLang="en-US"/>
              <a:t>スライドタイトル</a:t>
            </a:r>
          </a:p>
        </p:txBody>
      </p:sp>
      <p:sp>
        <p:nvSpPr>
          <p:cNvPr id="6" name="タイトル 5"/>
          <p:cNvSpPr>
            <a:spLocks noGrp="1"/>
          </p:cNvSpPr>
          <p:nvPr>
            <p:ph type="title" hasCustomPrompt="1"/>
          </p:nvPr>
        </p:nvSpPr>
        <p:spPr bwMode="gray">
          <a:xfrm>
            <a:off x="480000" y="108000"/>
            <a:ext cx="11232000" cy="738000"/>
          </a:xfrm>
        </p:spPr>
        <p:txBody>
          <a:bodyPr vert="horz"/>
          <a:lstStyle>
            <a:lvl1pPr>
              <a:defRPr baseline="0">
                <a:latin typeface="+mj-lt"/>
                <a:ea typeface="+mj-ea"/>
                <a:cs typeface="+mj-cs"/>
              </a:defRPr>
            </a:lvl1pPr>
          </a:lstStyle>
          <a:p>
            <a:r>
              <a:rPr lang="ja-JP" altLang="en-US"/>
              <a:t>キーメッセージを入力（本スライドで一番伝えたいこと＜名詞止め・体言止め不可＞）</a:t>
            </a:r>
            <a:endParaRPr kumimoji="1" lang="ja-JP" altLang="en-US"/>
          </a:p>
        </p:txBody>
      </p:sp>
    </p:spTree>
    <p:extLst>
      <p:ext uri="{BB962C8B-B14F-4D97-AF65-F5344CB8AC3E}">
        <p14:creationId xmlns:p14="http://schemas.microsoft.com/office/powerpoint/2010/main" val="1546291"/>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基本版）コンテンツ両サイド_レベル_16:9">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77D81023-2A1D-453A-B6C3-7E7FA34E4217}"/>
              </a:ext>
            </a:extLst>
          </p:cNvPr>
          <p:cNvGraphicFramePr>
            <a:graphicFrameLocks/>
          </p:cNvGraphicFramePr>
          <p:nvPr userDrawn="1">
            <p:custDataLst>
              <p:tags r:id="rId1"/>
            </p:custDataLst>
            <p:extLst>
              <p:ext uri="{D42A27DB-BD31-4B8C-83A1-F6EECF244321}">
                <p14:modId xmlns:p14="http://schemas.microsoft.com/office/powerpoint/2010/main" val="417462263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77D81023-2A1D-453A-B6C3-7E7FA34E42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9"/>
          <p:cNvSpPr>
            <a:spLocks noGrp="1"/>
          </p:cNvSpPr>
          <p:nvPr>
            <p:ph type="sldNum" sz="quarter" idx="11"/>
          </p:nvPr>
        </p:nvSpPr>
        <p:spPr bwMode="gray"/>
        <p:txBody>
          <a:bodyPr/>
          <a:lstStyle>
            <a:lvl1pPr>
              <a:defRPr>
                <a:solidFill>
                  <a:schemeClr val="tx1"/>
                </a:solidFill>
                <a:cs typeface="+mn-cs"/>
              </a:defRPr>
            </a:lvl1pPr>
          </a:lstStyle>
          <a:p>
            <a:fld id="{AA5FCFE5-FE56-4EF1-80A8-07776887C2A1}" type="slidenum">
              <a:rPr lang="ja-JP" altLang="en-US" smtClean="0"/>
              <a:pPr/>
              <a:t>‹#›</a:t>
            </a:fld>
            <a:endParaRPr lang="ja-JP" altLang="en-US"/>
          </a:p>
        </p:txBody>
      </p:sp>
      <p:sp>
        <p:nvSpPr>
          <p:cNvPr id="13" name="コンテンツ プレースホルダー 2">
            <a:extLst>
              <a:ext uri="{FF2B5EF4-FFF2-40B4-BE49-F238E27FC236}">
                <a16:creationId xmlns:a16="http://schemas.microsoft.com/office/drawing/2014/main" id="{6A85E96B-E1AC-4DF5-5614-680F3EA213FD}"/>
              </a:ext>
            </a:extLst>
          </p:cNvPr>
          <p:cNvSpPr>
            <a:spLocks noGrp="1"/>
          </p:cNvSpPr>
          <p:nvPr>
            <p:ph sz="quarter" idx="27"/>
          </p:nvPr>
        </p:nvSpPr>
        <p:spPr>
          <a:xfrm>
            <a:off x="479425" y="1484314"/>
            <a:ext cx="5436001" cy="4823999"/>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14" name="コンテンツ プレースホルダー 2">
            <a:extLst>
              <a:ext uri="{FF2B5EF4-FFF2-40B4-BE49-F238E27FC236}">
                <a16:creationId xmlns:a16="http://schemas.microsoft.com/office/drawing/2014/main" id="{07EF26B2-575F-9ED1-90F8-6FBC9CF4FC3F}"/>
              </a:ext>
            </a:extLst>
          </p:cNvPr>
          <p:cNvSpPr>
            <a:spLocks noGrp="1"/>
          </p:cNvSpPr>
          <p:nvPr>
            <p:ph sz="quarter" idx="28"/>
          </p:nvPr>
        </p:nvSpPr>
        <p:spPr>
          <a:xfrm>
            <a:off x="6276575" y="1484314"/>
            <a:ext cx="5436001" cy="4823999"/>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3" name="フッター プレースホルダ 10"/>
          <p:cNvSpPr>
            <a:spLocks noGrp="1"/>
          </p:cNvSpPr>
          <p:nvPr>
            <p:ph type="ftr" sz="quarter" idx="10"/>
          </p:nvPr>
        </p:nvSpPr>
        <p:spPr bwMode="gray">
          <a:xfrm>
            <a:off x="730800" y="6588000"/>
            <a:ext cx="5184000" cy="169200"/>
          </a:xfrm>
          <a:prstGeom prst="rect">
            <a:avLst/>
          </a:prstGeom>
        </p:spPr>
        <p:txBody>
          <a:bodyPr/>
          <a:lstStyle>
            <a:lvl1pPr>
              <a:defRPr>
                <a:solidFill>
                  <a:schemeClr val="tx1"/>
                </a:solidFill>
                <a:cs typeface="+mn-cs"/>
              </a:defRPr>
            </a:lvl1pPr>
          </a:lstStyle>
          <a:p>
            <a:endParaRPr lang="en-GB" altLang="en-GB"/>
          </a:p>
        </p:txBody>
      </p:sp>
      <p:sp>
        <p:nvSpPr>
          <p:cNvPr id="9" name="テキスト プレースホルダー 2">
            <a:extLst>
              <a:ext uri="{FF2B5EF4-FFF2-40B4-BE49-F238E27FC236}">
                <a16:creationId xmlns:a16="http://schemas.microsoft.com/office/drawing/2014/main" id="{46B5496C-DFB7-93F6-1A89-9771DD29BD1D}"/>
              </a:ext>
            </a:extLst>
          </p:cNvPr>
          <p:cNvSpPr>
            <a:spLocks noGrp="1"/>
          </p:cNvSpPr>
          <p:nvPr>
            <p:ph type="body" sz="quarter" idx="19" hasCustomPrompt="1"/>
          </p:nvPr>
        </p:nvSpPr>
        <p:spPr>
          <a:xfrm>
            <a:off x="479425" y="1008000"/>
            <a:ext cx="5437188" cy="468000"/>
          </a:xfrm>
        </p:spPr>
        <p:txBody>
          <a:bodyPr anchor="ctr"/>
          <a:lstStyle>
            <a:lvl1pPr fontAlgn="ctr">
              <a:lnSpc>
                <a:spcPct val="100000"/>
              </a:lnSpc>
              <a:spcBef>
                <a:spcPts val="0"/>
              </a:spcBef>
              <a:defRPr sz="1800" b="1">
                <a:solidFill>
                  <a:schemeClr val="accent3"/>
                </a:solidFill>
              </a:defRPr>
            </a:lvl1pPr>
          </a:lstStyle>
          <a:p>
            <a:pPr lvl="0"/>
            <a:r>
              <a:rPr kumimoji="1" lang="ja-JP" altLang="en-US"/>
              <a:t>スライドタイトル</a:t>
            </a:r>
          </a:p>
        </p:txBody>
      </p:sp>
      <p:sp>
        <p:nvSpPr>
          <p:cNvPr id="5" name="テキスト プレースホルダー 2">
            <a:extLst>
              <a:ext uri="{FF2B5EF4-FFF2-40B4-BE49-F238E27FC236}">
                <a16:creationId xmlns:a16="http://schemas.microsoft.com/office/drawing/2014/main" id="{BBEF2C36-9683-41F6-673C-68495BDF3110}"/>
              </a:ext>
            </a:extLst>
          </p:cNvPr>
          <p:cNvSpPr>
            <a:spLocks noGrp="1"/>
          </p:cNvSpPr>
          <p:nvPr>
            <p:ph type="body" sz="quarter" idx="24" hasCustomPrompt="1"/>
          </p:nvPr>
        </p:nvSpPr>
        <p:spPr>
          <a:xfrm>
            <a:off x="6275388" y="1008000"/>
            <a:ext cx="5437188" cy="468000"/>
          </a:xfrm>
        </p:spPr>
        <p:txBody>
          <a:bodyPr vert="horz" lIns="0" tIns="0" rIns="0" bIns="0" rtlCol="0" anchor="ctr">
            <a:noAutofit/>
          </a:bodyPr>
          <a:lstStyle>
            <a:lvl1pPr>
              <a:defRPr lang="ja-JP" altLang="en-US" sz="1800" b="1" dirty="0">
                <a:solidFill>
                  <a:schemeClr val="accent3"/>
                </a:solidFill>
              </a:defRPr>
            </a:lvl1pPr>
          </a:lstStyle>
          <a:p>
            <a:pPr lvl="0"/>
            <a:r>
              <a:rPr kumimoji="1" lang="ja-JP" altLang="en-US"/>
              <a:t>スライドタイトル</a:t>
            </a:r>
          </a:p>
        </p:txBody>
      </p:sp>
      <p:sp>
        <p:nvSpPr>
          <p:cNvPr id="6" name="タイトル 5"/>
          <p:cNvSpPr>
            <a:spLocks noGrp="1"/>
          </p:cNvSpPr>
          <p:nvPr>
            <p:ph type="title" hasCustomPrompt="1"/>
          </p:nvPr>
        </p:nvSpPr>
        <p:spPr bwMode="gray">
          <a:xfrm>
            <a:off x="480000" y="108000"/>
            <a:ext cx="11232000" cy="738000"/>
          </a:xfrm>
        </p:spPr>
        <p:txBody>
          <a:bodyPr vert="horz"/>
          <a:lstStyle>
            <a:lvl1pPr>
              <a:defRPr baseline="0">
                <a:latin typeface="+mj-lt"/>
                <a:ea typeface="+mj-ea"/>
                <a:cs typeface="+mj-cs"/>
              </a:defRPr>
            </a:lvl1pPr>
          </a:lstStyle>
          <a:p>
            <a:r>
              <a:rPr lang="ja-JP" altLang="en-US"/>
              <a:t>キーメッセージを入力（本スライドで一番伝えたいこと＜名詞止め・体言止め不可＞）</a:t>
            </a:r>
            <a:endParaRPr kumimoji="1" lang="ja-JP" altLang="en-US"/>
          </a:p>
        </p:txBody>
      </p:sp>
      <p:sp>
        <p:nvSpPr>
          <p:cNvPr id="20" name="テキスト プレースホルダー 6">
            <a:extLst>
              <a:ext uri="{FF2B5EF4-FFF2-40B4-BE49-F238E27FC236}">
                <a16:creationId xmlns:a16="http://schemas.microsoft.com/office/drawing/2014/main" id="{15EC7259-B2A3-5EC1-CEAF-805353B90F9B}"/>
              </a:ext>
            </a:extLst>
          </p:cNvPr>
          <p:cNvSpPr>
            <a:spLocks noGrp="1"/>
          </p:cNvSpPr>
          <p:nvPr>
            <p:ph type="body" sz="quarter" idx="23" hasCustomPrompt="1"/>
          </p:nvPr>
        </p:nvSpPr>
        <p:spPr>
          <a:xfrm>
            <a:off x="479425" y="6001200"/>
            <a:ext cx="11231563" cy="309600"/>
          </a:xfrm>
        </p:spPr>
        <p:txBody>
          <a:bodyPr anchor="b"/>
          <a:lstStyle>
            <a:lvl1pPr fontAlgn="ctr">
              <a:lnSpc>
                <a:spcPct val="100000"/>
              </a:lnSpc>
              <a:spcBef>
                <a:spcPts val="0"/>
              </a:spcBef>
              <a:defRPr sz="1200"/>
            </a:lvl1pPr>
          </a:lstStyle>
          <a:p>
            <a:pPr lvl="0"/>
            <a:r>
              <a:rPr kumimoji="1" lang="ja-JP" altLang="en-US"/>
              <a:t>出所：</a:t>
            </a:r>
            <a:r>
              <a:rPr kumimoji="1" lang="en-US" altLang="ja-JP"/>
              <a:t>XXX</a:t>
            </a:r>
            <a:br>
              <a:rPr kumimoji="1" lang="en-US" altLang="ja-JP"/>
            </a:br>
            <a:r>
              <a:rPr kumimoji="1" lang="ja-JP" altLang="en-US"/>
              <a:t>脚注：</a:t>
            </a:r>
            <a:r>
              <a:rPr kumimoji="1" lang="en-US" altLang="ja-JP"/>
              <a:t>XXX</a:t>
            </a:r>
            <a:endParaRPr kumimoji="1" lang="ja-JP" altLang="en-US"/>
          </a:p>
        </p:txBody>
      </p:sp>
    </p:spTree>
    <p:extLst>
      <p:ext uri="{BB962C8B-B14F-4D97-AF65-F5344CB8AC3E}">
        <p14:creationId xmlns:p14="http://schemas.microsoft.com/office/powerpoint/2010/main" val="428142985"/>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基本版）コンテンツ全面_レベル_16:9">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77D81023-2A1D-453A-B6C3-7E7FA34E4217}"/>
              </a:ext>
            </a:extLst>
          </p:cNvPr>
          <p:cNvGraphicFramePr>
            <a:graphicFrameLocks/>
          </p:cNvGraphicFramePr>
          <p:nvPr userDrawn="1">
            <p:custDataLst>
              <p:tags r:id="rId1"/>
            </p:custDataLst>
            <p:extLst>
              <p:ext uri="{D42A27DB-BD31-4B8C-83A1-F6EECF244321}">
                <p14:modId xmlns:p14="http://schemas.microsoft.com/office/powerpoint/2010/main" val="232190982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77D81023-2A1D-453A-B6C3-7E7FA34E42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5" name="コンテンツ プレースホルダ 2">
            <a:extLst>
              <a:ext uri="{FF2B5EF4-FFF2-40B4-BE49-F238E27FC236}">
                <a16:creationId xmlns:a16="http://schemas.microsoft.com/office/drawing/2014/main" id="{5B75B1AC-23A7-0EC1-A099-E19E2BA92CC3}"/>
              </a:ext>
            </a:extLst>
          </p:cNvPr>
          <p:cNvSpPr>
            <a:spLocks noGrp="1"/>
          </p:cNvSpPr>
          <p:nvPr>
            <p:ph idx="1"/>
          </p:nvPr>
        </p:nvSpPr>
        <p:spPr bwMode="gray">
          <a:xfrm>
            <a:off x="480000" y="1483200"/>
            <a:ext cx="11232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00" indent="-252000">
              <a:lnSpc>
                <a:spcPct val="110000"/>
              </a:lnSpc>
              <a:spcBef>
                <a:spcPts val="600"/>
              </a:spcBef>
              <a:buFont typeface="Wingdings" pitchFamily="2" charset="2"/>
              <a:buChar char="n"/>
              <a:defRPr sz="1600" baseline="0">
                <a:latin typeface="+mn-lt"/>
                <a:ea typeface="+mn-ea"/>
                <a:cs typeface="+mn-cs"/>
              </a:defRPr>
            </a:lvl2pPr>
            <a:lvl3pPr marL="504000" indent="-252000">
              <a:lnSpc>
                <a:spcPct val="110000"/>
              </a:lnSpc>
              <a:spcBef>
                <a:spcPts val="600"/>
              </a:spcBef>
              <a:buFont typeface="Wingdings" pitchFamily="2" charset="2"/>
              <a:buChar char="Ø"/>
              <a:defRPr sz="1600" baseline="0">
                <a:latin typeface="+mn-lt"/>
                <a:ea typeface="+mn-ea"/>
                <a:cs typeface="+mn-cs"/>
              </a:defRPr>
            </a:lvl3pPr>
            <a:lvl4pPr marL="684000" marR="0" indent="-180000" algn="l" defTabSz="989013" rtl="0" eaLnBrk="1" fontAlgn="auto" latinLnBrk="0" hangingPunct="1">
              <a:lnSpc>
                <a:spcPct val="110000"/>
              </a:lnSpc>
              <a:spcBef>
                <a:spcPts val="600"/>
              </a:spcBef>
              <a:spcAft>
                <a:spcPts val="0"/>
              </a:spcAft>
              <a:buClrTx/>
              <a:buSzTx/>
              <a:buFont typeface="Arial" pitchFamily="34" charset="0"/>
              <a:buChar char="•"/>
              <a:tabLst/>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3" name="フッター プレースホルダ 2"/>
          <p:cNvSpPr>
            <a:spLocks noGrp="1"/>
          </p:cNvSpPr>
          <p:nvPr>
            <p:ph type="ftr" sz="quarter" idx="10"/>
          </p:nvPr>
        </p:nvSpPr>
        <p:spPr bwMode="gray">
          <a:xfrm>
            <a:off x="730800" y="6588000"/>
            <a:ext cx="5184000" cy="169200"/>
          </a:xfrm>
          <a:prstGeom prst="rect">
            <a:avLst/>
          </a:prstGeom>
        </p:spPr>
        <p:txBody>
          <a:bodyPr/>
          <a:lstStyle>
            <a:lvl1pPr>
              <a:defRPr>
                <a:solidFill>
                  <a:schemeClr val="tx1"/>
                </a:solidFill>
                <a:cs typeface="+mn-cs"/>
              </a:defRPr>
            </a:lvl1pPr>
          </a:lstStyle>
          <a:p>
            <a:endParaRPr lang="en-GB" altLang="en-GB"/>
          </a:p>
        </p:txBody>
      </p:sp>
      <p:sp>
        <p:nvSpPr>
          <p:cNvPr id="4" name="スライド番号プレースホルダ 3"/>
          <p:cNvSpPr>
            <a:spLocks noGrp="1"/>
          </p:cNvSpPr>
          <p:nvPr>
            <p:ph type="sldNum" sz="quarter" idx="11"/>
          </p:nvPr>
        </p:nvSpPr>
        <p:spPr bwMode="gray"/>
        <p:txBody>
          <a:bodyPr/>
          <a:lstStyle>
            <a:lvl1pPr>
              <a:defRPr>
                <a:solidFill>
                  <a:schemeClr val="tx1"/>
                </a:solidFill>
                <a:cs typeface="+mn-cs"/>
              </a:defRPr>
            </a:lvl1pPr>
          </a:lstStyle>
          <a:p>
            <a:fld id="{AA5FCFE5-FE56-4EF1-80A8-07776887C2A1}" type="slidenum">
              <a:rPr lang="ja-JP" altLang="en-US" smtClean="0"/>
              <a:pPr/>
              <a:t>‹#›</a:t>
            </a:fld>
            <a:endParaRPr lang="ja-JP" altLang="en-US"/>
          </a:p>
        </p:txBody>
      </p:sp>
      <p:sp>
        <p:nvSpPr>
          <p:cNvPr id="8" name="テキスト プレースホルダー 6">
            <a:extLst>
              <a:ext uri="{FF2B5EF4-FFF2-40B4-BE49-F238E27FC236}">
                <a16:creationId xmlns:a16="http://schemas.microsoft.com/office/drawing/2014/main" id="{E4AF888F-393A-D115-D1C7-E8C19773D9A1}"/>
              </a:ext>
            </a:extLst>
          </p:cNvPr>
          <p:cNvSpPr>
            <a:spLocks noGrp="1"/>
          </p:cNvSpPr>
          <p:nvPr>
            <p:ph type="body" sz="quarter" idx="17" hasCustomPrompt="1"/>
          </p:nvPr>
        </p:nvSpPr>
        <p:spPr>
          <a:xfrm>
            <a:off x="479425" y="6000750"/>
            <a:ext cx="11233150" cy="310272"/>
          </a:xfrm>
        </p:spPr>
        <p:txBody>
          <a:bodyPr anchor="b"/>
          <a:lstStyle>
            <a:lvl1pPr fontAlgn="ctr">
              <a:lnSpc>
                <a:spcPct val="100000"/>
              </a:lnSpc>
              <a:spcBef>
                <a:spcPts val="0"/>
              </a:spcBef>
              <a:defRPr sz="1200"/>
            </a:lvl1pPr>
          </a:lstStyle>
          <a:p>
            <a:pPr lvl="0"/>
            <a:r>
              <a:rPr kumimoji="1" lang="ja-JP" altLang="en-US"/>
              <a:t>出所：</a:t>
            </a:r>
            <a:r>
              <a:rPr kumimoji="1" lang="en-US" altLang="ja-JP"/>
              <a:t>XXX</a:t>
            </a:r>
            <a:br>
              <a:rPr kumimoji="1" lang="en-US" altLang="ja-JP"/>
            </a:br>
            <a:r>
              <a:rPr kumimoji="1" lang="ja-JP" altLang="en-US"/>
              <a:t>脚注：</a:t>
            </a:r>
            <a:r>
              <a:rPr kumimoji="1" lang="en-US" altLang="ja-JP"/>
              <a:t>XXX</a:t>
            </a:r>
            <a:endParaRPr kumimoji="1" lang="ja-JP" altLang="en-US"/>
          </a:p>
        </p:txBody>
      </p:sp>
      <p:sp>
        <p:nvSpPr>
          <p:cNvPr id="9" name="テキスト プレースホルダー 2"/>
          <p:cNvSpPr>
            <a:spLocks noGrp="1"/>
          </p:cNvSpPr>
          <p:nvPr>
            <p:ph type="body" sz="quarter" idx="15" hasCustomPrompt="1"/>
          </p:nvPr>
        </p:nvSpPr>
        <p:spPr bwMode="gray">
          <a:xfrm>
            <a:off x="478799" y="1008000"/>
            <a:ext cx="11232000" cy="468000"/>
          </a:xfrm>
          <a:prstGeom prst="rect">
            <a:avLst/>
          </a:prstGeom>
        </p:spPr>
        <p:txBody>
          <a:bodyPr wrap="none" tIns="0" anchor="ctr">
            <a:noAutofit/>
          </a:bodyPr>
          <a:lstStyle>
            <a:lvl1pPr fontAlgn="ctr">
              <a:lnSpc>
                <a:spcPct val="100000"/>
              </a:lnSpc>
              <a:spcBef>
                <a:spcPts val="0"/>
              </a:spcBef>
              <a:defRPr sz="1800" b="1">
                <a:solidFill>
                  <a:schemeClr val="accent3"/>
                </a:solidFill>
                <a:cs typeface="+mn-cs"/>
              </a:defRPr>
            </a:lvl1pPr>
          </a:lstStyle>
          <a:p>
            <a:pPr lvl="0"/>
            <a:r>
              <a:rPr kumimoji="1" lang="ja-JP" altLang="en-US"/>
              <a:t>スライドタイトル</a:t>
            </a:r>
          </a:p>
        </p:txBody>
      </p:sp>
      <p:sp>
        <p:nvSpPr>
          <p:cNvPr id="6" name="タイトル 5"/>
          <p:cNvSpPr>
            <a:spLocks noGrp="1"/>
          </p:cNvSpPr>
          <p:nvPr>
            <p:ph type="title" hasCustomPrompt="1"/>
          </p:nvPr>
        </p:nvSpPr>
        <p:spPr bwMode="gray">
          <a:xfrm>
            <a:off x="480000" y="108000"/>
            <a:ext cx="11232000" cy="738000"/>
          </a:xfrm>
        </p:spPr>
        <p:txBody>
          <a:bodyPr vert="horz"/>
          <a:lstStyle>
            <a:lvl1pPr>
              <a:defRPr baseline="0">
                <a:latin typeface="+mj-lt"/>
                <a:ea typeface="+mj-ea"/>
                <a:cs typeface="+mj-cs"/>
              </a:defRPr>
            </a:lvl1pPr>
          </a:lstStyle>
          <a:p>
            <a:r>
              <a:rPr lang="ja-JP" altLang="en-US"/>
              <a:t>キーメッセージを入力（本スライドで一番伝えたいこと＜名詞止め・体言止め不可＞）</a:t>
            </a:r>
            <a:endParaRPr kumimoji="1" lang="ja-JP" altLang="en-US"/>
          </a:p>
        </p:txBody>
      </p:sp>
    </p:spTree>
    <p:extLst>
      <p:ext uri="{BB962C8B-B14F-4D97-AF65-F5344CB8AC3E}">
        <p14:creationId xmlns:p14="http://schemas.microsoft.com/office/powerpoint/2010/main" val="2762613376"/>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基本版）黒_タイトルのみ_16:9">
    <p:bg>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77D81023-2A1D-453A-B6C3-7E7FA34E4217}"/>
              </a:ext>
            </a:extLst>
          </p:cNvPr>
          <p:cNvGraphicFramePr>
            <a:graphicFrameLocks/>
          </p:cNvGraphicFramePr>
          <p:nvPr userDrawn="1">
            <p:custDataLst>
              <p:tags r:id="rId1"/>
            </p:custDataLst>
            <p:extLst>
              <p:ext uri="{D42A27DB-BD31-4B8C-83A1-F6EECF244321}">
                <p14:modId xmlns:p14="http://schemas.microsoft.com/office/powerpoint/2010/main" val="3116706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77D81023-2A1D-453A-B6C3-7E7FA34E42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a:xfrm>
            <a:off x="730800" y="6588000"/>
            <a:ext cx="5184000" cy="169200"/>
          </a:xfrm>
          <a:prstGeom prst="rect">
            <a:avLst/>
          </a:prstGeom>
        </p:spPr>
        <p:txBody>
          <a:bodyPr/>
          <a:lstStyle>
            <a:lvl1pPr>
              <a:defRPr>
                <a:solidFill>
                  <a:schemeClr val="bg1"/>
                </a:solidFill>
                <a:cs typeface="+mn-cs"/>
              </a:defRPr>
            </a:lvl1pPr>
          </a:lstStyle>
          <a:p>
            <a:endParaRPr lang="en-GB" altLang="en-GB"/>
          </a:p>
        </p:txBody>
      </p:sp>
      <p:sp>
        <p:nvSpPr>
          <p:cNvPr id="4" name="スライド番号プレースホルダ 3"/>
          <p:cNvSpPr>
            <a:spLocks noGrp="1"/>
          </p:cNvSpPr>
          <p:nvPr>
            <p:ph type="sldNum" sz="quarter" idx="11"/>
          </p:nvPr>
        </p:nvSpPr>
        <p:spPr bwMode="gray"/>
        <p:txBody>
          <a:bodyPr/>
          <a:lstStyle>
            <a:lvl1pPr>
              <a:defRPr>
                <a:solidFill>
                  <a:schemeClr val="bg1"/>
                </a:solidFill>
                <a:cs typeface="+mn-cs"/>
              </a:defRPr>
            </a:lvl1pPr>
          </a:lstStyle>
          <a:p>
            <a:fld id="{AA5FCFE5-FE56-4EF1-80A8-07776887C2A1}" type="slidenum">
              <a:rPr lang="ja-JP" altLang="en-US" smtClean="0"/>
              <a:pPr/>
              <a:t>‹#›</a:t>
            </a:fld>
            <a:endParaRPr lang="ja-JP" altLang="en-US"/>
          </a:p>
        </p:txBody>
      </p:sp>
      <p:sp>
        <p:nvSpPr>
          <p:cNvPr id="5" name="テキスト プレースホルダー 6">
            <a:extLst>
              <a:ext uri="{FF2B5EF4-FFF2-40B4-BE49-F238E27FC236}">
                <a16:creationId xmlns:a16="http://schemas.microsoft.com/office/drawing/2014/main" id="{497333F6-9AD1-6169-C739-EE0E8EEF79DD}"/>
              </a:ext>
            </a:extLst>
          </p:cNvPr>
          <p:cNvSpPr>
            <a:spLocks noGrp="1"/>
          </p:cNvSpPr>
          <p:nvPr>
            <p:ph type="body" sz="quarter" idx="17" hasCustomPrompt="1"/>
          </p:nvPr>
        </p:nvSpPr>
        <p:spPr>
          <a:xfrm>
            <a:off x="479425" y="6000750"/>
            <a:ext cx="11233150" cy="310272"/>
          </a:xfrm>
        </p:spPr>
        <p:txBody>
          <a:bodyPr anchor="b"/>
          <a:lstStyle>
            <a:lvl1pPr fontAlgn="ctr">
              <a:lnSpc>
                <a:spcPct val="100000"/>
              </a:lnSpc>
              <a:spcBef>
                <a:spcPts val="0"/>
              </a:spcBef>
              <a:defRPr sz="1200">
                <a:solidFill>
                  <a:schemeClr val="bg1"/>
                </a:solidFill>
              </a:defRPr>
            </a:lvl1pPr>
          </a:lstStyle>
          <a:p>
            <a:pPr lvl="0"/>
            <a:r>
              <a:rPr kumimoji="1" lang="ja-JP" altLang="en-US"/>
              <a:t>出所：</a:t>
            </a:r>
            <a:r>
              <a:rPr kumimoji="1" lang="en-US" altLang="ja-JP"/>
              <a:t>XXX</a:t>
            </a:r>
            <a:br>
              <a:rPr kumimoji="1" lang="en-US" altLang="ja-JP"/>
            </a:br>
            <a:r>
              <a:rPr kumimoji="1" lang="ja-JP" altLang="en-US"/>
              <a:t>脚注：</a:t>
            </a:r>
            <a:r>
              <a:rPr kumimoji="1" lang="en-US" altLang="ja-JP"/>
              <a:t>XXX</a:t>
            </a:r>
            <a:endParaRPr kumimoji="1" lang="ja-JP" altLang="en-US"/>
          </a:p>
        </p:txBody>
      </p:sp>
      <p:sp>
        <p:nvSpPr>
          <p:cNvPr id="9" name="テキスト プレースホルダー 2"/>
          <p:cNvSpPr>
            <a:spLocks noGrp="1"/>
          </p:cNvSpPr>
          <p:nvPr>
            <p:ph type="body" sz="quarter" idx="15" hasCustomPrompt="1"/>
          </p:nvPr>
        </p:nvSpPr>
        <p:spPr bwMode="gray">
          <a:xfrm>
            <a:off x="478799" y="1008000"/>
            <a:ext cx="11232000" cy="468000"/>
          </a:xfrm>
          <a:prstGeom prst="rect">
            <a:avLst/>
          </a:prstGeom>
        </p:spPr>
        <p:txBody>
          <a:bodyPr wrap="none" tIns="0" anchor="ctr">
            <a:noAutofit/>
          </a:bodyPr>
          <a:lstStyle>
            <a:lvl1pPr fontAlgn="ctr">
              <a:lnSpc>
                <a:spcPct val="100000"/>
              </a:lnSpc>
              <a:spcBef>
                <a:spcPts val="0"/>
              </a:spcBef>
              <a:defRPr sz="1800" b="1">
                <a:solidFill>
                  <a:schemeClr val="bg1"/>
                </a:solidFill>
                <a:cs typeface="+mn-cs"/>
              </a:defRPr>
            </a:lvl1pPr>
          </a:lstStyle>
          <a:p>
            <a:pPr lvl="0"/>
            <a:r>
              <a:rPr kumimoji="1" lang="ja-JP" altLang="en-US"/>
              <a:t>スライドタイトル</a:t>
            </a:r>
          </a:p>
        </p:txBody>
      </p:sp>
      <p:sp>
        <p:nvSpPr>
          <p:cNvPr id="6" name="タイトル 5"/>
          <p:cNvSpPr>
            <a:spLocks noGrp="1"/>
          </p:cNvSpPr>
          <p:nvPr>
            <p:ph type="title" hasCustomPrompt="1"/>
          </p:nvPr>
        </p:nvSpPr>
        <p:spPr bwMode="gray">
          <a:xfrm>
            <a:off x="480000" y="108000"/>
            <a:ext cx="11232000" cy="738000"/>
          </a:xfrm>
        </p:spPr>
        <p:txBody>
          <a:bodyPr vert="horz"/>
          <a:lstStyle>
            <a:lvl1pPr>
              <a:defRPr baseline="0">
                <a:solidFill>
                  <a:schemeClr val="bg1"/>
                </a:solidFill>
                <a:latin typeface="+mj-lt"/>
                <a:ea typeface="+mj-ea"/>
                <a:cs typeface="+mj-cs"/>
              </a:defRPr>
            </a:lvl1pPr>
          </a:lstStyle>
          <a:p>
            <a:r>
              <a:rPr lang="ja-JP" altLang="en-US"/>
              <a:t>キーメッセージを入力（本スライドで一番伝えたいこと＜名詞止め・体言止め不可＞）</a:t>
            </a:r>
            <a:endParaRPr kumimoji="1" lang="ja-JP" altLang="en-US"/>
          </a:p>
        </p:txBody>
      </p:sp>
      <p:sp>
        <p:nvSpPr>
          <p:cNvPr id="7" name="Text Box 37">
            <a:extLst>
              <a:ext uri="{FF2B5EF4-FFF2-40B4-BE49-F238E27FC236}">
                <a16:creationId xmlns:a16="http://schemas.microsoft.com/office/drawing/2014/main" id="{7A7FA105-C4A6-DF57-0985-107BF930716D}"/>
              </a:ext>
            </a:extLst>
          </p:cNvPr>
          <p:cNvSpPr txBox="1">
            <a:spLocks noChangeArrowheads="1"/>
          </p:cNvSpPr>
          <p:nvPr userDrawn="1"/>
        </p:nvSpPr>
        <p:spPr bwMode="gray">
          <a:xfrm>
            <a:off x="6276000" y="6588000"/>
            <a:ext cx="5436000" cy="169200"/>
          </a:xfrm>
          <a:prstGeom prst="rect">
            <a:avLst/>
          </a:prstGeom>
          <a:noFill/>
          <a:ln w="9525">
            <a:noFill/>
            <a:miter lim="800000"/>
            <a:headEnd/>
            <a:tailEnd/>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bg1"/>
                </a:solidFill>
                <a:latin typeface="+mn-lt"/>
                <a:ea typeface="+mn-ea"/>
                <a:cs typeface="+mn-cs"/>
              </a:rPr>
              <a:t>© 2026. For information, contact Deloitte Tohmatsu Group.</a:t>
            </a:r>
          </a:p>
        </p:txBody>
      </p:sp>
    </p:spTree>
    <p:extLst>
      <p:ext uri="{BB962C8B-B14F-4D97-AF65-F5344CB8AC3E}">
        <p14:creationId xmlns:p14="http://schemas.microsoft.com/office/powerpoint/2010/main" val="1902308988"/>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基本版）黒_タイトルのみ_出所・脚注なし_16:9">
    <p:bg>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77D81023-2A1D-453A-B6C3-7E7FA34E4217}"/>
              </a:ext>
            </a:extLst>
          </p:cNvPr>
          <p:cNvGraphicFramePr>
            <a:graphicFrameLocks/>
          </p:cNvGraphicFramePr>
          <p:nvPr userDrawn="1">
            <p:custDataLst>
              <p:tags r:id="rId1"/>
            </p:custDataLst>
            <p:extLst>
              <p:ext uri="{D42A27DB-BD31-4B8C-83A1-F6EECF244321}">
                <p14:modId xmlns:p14="http://schemas.microsoft.com/office/powerpoint/2010/main" val="3116706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77D81023-2A1D-453A-B6C3-7E7FA34E42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a:xfrm>
            <a:off x="730800" y="6588000"/>
            <a:ext cx="5184000" cy="169200"/>
          </a:xfrm>
          <a:prstGeom prst="rect">
            <a:avLst/>
          </a:prstGeom>
        </p:spPr>
        <p:txBody>
          <a:bodyPr/>
          <a:lstStyle>
            <a:lvl1pPr>
              <a:defRPr>
                <a:solidFill>
                  <a:schemeClr val="bg1"/>
                </a:solidFill>
                <a:cs typeface="+mn-cs"/>
              </a:defRPr>
            </a:lvl1pPr>
          </a:lstStyle>
          <a:p>
            <a:endParaRPr lang="en-GB" altLang="en-GB"/>
          </a:p>
        </p:txBody>
      </p:sp>
      <p:sp>
        <p:nvSpPr>
          <p:cNvPr id="4" name="スライド番号プレースホルダ 3"/>
          <p:cNvSpPr>
            <a:spLocks noGrp="1"/>
          </p:cNvSpPr>
          <p:nvPr>
            <p:ph type="sldNum" sz="quarter" idx="11"/>
          </p:nvPr>
        </p:nvSpPr>
        <p:spPr bwMode="gray"/>
        <p:txBody>
          <a:bodyPr/>
          <a:lstStyle>
            <a:lvl1pPr>
              <a:defRPr>
                <a:solidFill>
                  <a:schemeClr val="bg1"/>
                </a:solidFill>
                <a:cs typeface="+mn-cs"/>
              </a:defRPr>
            </a:lvl1pPr>
          </a:lstStyle>
          <a:p>
            <a:fld id="{AA5FCFE5-FE56-4EF1-80A8-07776887C2A1}" type="slidenum">
              <a:rPr lang="ja-JP" altLang="en-US" smtClean="0"/>
              <a:pPr/>
              <a:t>‹#›</a:t>
            </a:fld>
            <a:endParaRPr lang="ja-JP" altLang="en-US"/>
          </a:p>
        </p:txBody>
      </p:sp>
      <p:sp>
        <p:nvSpPr>
          <p:cNvPr id="9" name="テキスト プレースホルダー 2"/>
          <p:cNvSpPr>
            <a:spLocks noGrp="1"/>
          </p:cNvSpPr>
          <p:nvPr>
            <p:ph type="body" sz="quarter" idx="15" hasCustomPrompt="1"/>
          </p:nvPr>
        </p:nvSpPr>
        <p:spPr bwMode="gray">
          <a:xfrm>
            <a:off x="478799" y="1008000"/>
            <a:ext cx="11232000" cy="468000"/>
          </a:xfrm>
          <a:prstGeom prst="rect">
            <a:avLst/>
          </a:prstGeom>
        </p:spPr>
        <p:txBody>
          <a:bodyPr wrap="none" tIns="0" anchor="ctr">
            <a:noAutofit/>
          </a:bodyPr>
          <a:lstStyle>
            <a:lvl1pPr fontAlgn="ctr">
              <a:lnSpc>
                <a:spcPct val="100000"/>
              </a:lnSpc>
              <a:spcBef>
                <a:spcPts val="0"/>
              </a:spcBef>
              <a:defRPr sz="1800" b="1">
                <a:solidFill>
                  <a:schemeClr val="bg1"/>
                </a:solidFill>
                <a:cs typeface="+mn-cs"/>
              </a:defRPr>
            </a:lvl1pPr>
          </a:lstStyle>
          <a:p>
            <a:pPr lvl="0"/>
            <a:r>
              <a:rPr kumimoji="1" lang="ja-JP" altLang="en-US"/>
              <a:t>スライドタイトル</a:t>
            </a:r>
          </a:p>
        </p:txBody>
      </p:sp>
      <p:sp>
        <p:nvSpPr>
          <p:cNvPr id="6" name="タイトル 5"/>
          <p:cNvSpPr>
            <a:spLocks noGrp="1"/>
          </p:cNvSpPr>
          <p:nvPr>
            <p:ph type="title" hasCustomPrompt="1"/>
          </p:nvPr>
        </p:nvSpPr>
        <p:spPr bwMode="gray">
          <a:xfrm>
            <a:off x="480000" y="108000"/>
            <a:ext cx="11232000" cy="738000"/>
          </a:xfrm>
        </p:spPr>
        <p:txBody>
          <a:bodyPr vert="horz"/>
          <a:lstStyle>
            <a:lvl1pPr>
              <a:defRPr baseline="0">
                <a:solidFill>
                  <a:schemeClr val="bg1"/>
                </a:solidFill>
                <a:latin typeface="+mj-lt"/>
                <a:ea typeface="+mj-ea"/>
                <a:cs typeface="+mj-cs"/>
              </a:defRPr>
            </a:lvl1pPr>
          </a:lstStyle>
          <a:p>
            <a:r>
              <a:rPr lang="ja-JP" altLang="en-US"/>
              <a:t>キーメッセージを入力（本スライドで一番伝えたいこと＜名詞止め・体言止め不可＞）</a:t>
            </a:r>
            <a:endParaRPr kumimoji="1" lang="ja-JP" altLang="en-US"/>
          </a:p>
        </p:txBody>
      </p:sp>
      <p:sp>
        <p:nvSpPr>
          <p:cNvPr id="5" name="Text Box 37">
            <a:extLst>
              <a:ext uri="{FF2B5EF4-FFF2-40B4-BE49-F238E27FC236}">
                <a16:creationId xmlns:a16="http://schemas.microsoft.com/office/drawing/2014/main" id="{91AFE9C6-AFED-8CEE-9B20-46A57A97A23C}"/>
              </a:ext>
            </a:extLst>
          </p:cNvPr>
          <p:cNvSpPr txBox="1">
            <a:spLocks noChangeArrowheads="1"/>
          </p:cNvSpPr>
          <p:nvPr userDrawn="1"/>
        </p:nvSpPr>
        <p:spPr bwMode="gray">
          <a:xfrm>
            <a:off x="6276000" y="6588000"/>
            <a:ext cx="5436000" cy="169200"/>
          </a:xfrm>
          <a:prstGeom prst="rect">
            <a:avLst/>
          </a:prstGeom>
          <a:noFill/>
          <a:ln w="9525">
            <a:noFill/>
            <a:miter lim="800000"/>
            <a:headEnd/>
            <a:tailEnd/>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bg1"/>
                </a:solidFill>
                <a:latin typeface="+mn-lt"/>
                <a:ea typeface="+mn-ea"/>
                <a:cs typeface="+mn-cs"/>
              </a:rPr>
              <a:t>© 2026. For information, contact Deloitte Tohmatsu Group.</a:t>
            </a:r>
          </a:p>
        </p:txBody>
      </p:sp>
    </p:spTree>
    <p:extLst>
      <p:ext uri="{BB962C8B-B14F-4D97-AF65-F5344CB8AC3E}">
        <p14:creationId xmlns:p14="http://schemas.microsoft.com/office/powerpoint/2010/main" val="1016554313"/>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基本版）黒_コンテンツ両サイド_レベル_16:9">
    <p:bg>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77D81023-2A1D-453A-B6C3-7E7FA34E4217}"/>
              </a:ext>
            </a:extLst>
          </p:cNvPr>
          <p:cNvGraphicFramePr>
            <a:graphicFrameLocks/>
          </p:cNvGraphicFramePr>
          <p:nvPr userDrawn="1">
            <p:custDataLst>
              <p:tags r:id="rId1"/>
            </p:custDataLst>
            <p:extLst>
              <p:ext uri="{D42A27DB-BD31-4B8C-83A1-F6EECF244321}">
                <p14:modId xmlns:p14="http://schemas.microsoft.com/office/powerpoint/2010/main" val="3938993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77D81023-2A1D-453A-B6C3-7E7FA34E42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9"/>
          <p:cNvSpPr>
            <a:spLocks noGrp="1"/>
          </p:cNvSpPr>
          <p:nvPr>
            <p:ph type="sldNum" sz="quarter" idx="11"/>
          </p:nvPr>
        </p:nvSpPr>
        <p:spPr bwMode="gray"/>
        <p:txBody>
          <a:bodyPr/>
          <a:lstStyle>
            <a:lvl1pPr>
              <a:defRPr>
                <a:solidFill>
                  <a:schemeClr val="bg1"/>
                </a:solidFill>
                <a:cs typeface="+mn-cs"/>
              </a:defRPr>
            </a:lvl1pPr>
          </a:lstStyle>
          <a:p>
            <a:fld id="{AA5FCFE5-FE56-4EF1-80A8-07776887C2A1}" type="slidenum">
              <a:rPr lang="ja-JP" altLang="en-US" smtClean="0"/>
              <a:pPr/>
              <a:t>‹#›</a:t>
            </a:fld>
            <a:endParaRPr lang="ja-JP" altLang="en-US"/>
          </a:p>
        </p:txBody>
      </p:sp>
      <p:sp>
        <p:nvSpPr>
          <p:cNvPr id="13" name="コンテンツ プレースホルダー 2">
            <a:extLst>
              <a:ext uri="{FF2B5EF4-FFF2-40B4-BE49-F238E27FC236}">
                <a16:creationId xmlns:a16="http://schemas.microsoft.com/office/drawing/2014/main" id="{6A85E96B-E1AC-4DF5-5614-680F3EA213FD}"/>
              </a:ext>
            </a:extLst>
          </p:cNvPr>
          <p:cNvSpPr>
            <a:spLocks noGrp="1"/>
          </p:cNvSpPr>
          <p:nvPr>
            <p:ph sz="quarter" idx="27"/>
          </p:nvPr>
        </p:nvSpPr>
        <p:spPr>
          <a:xfrm>
            <a:off x="479425" y="1484314"/>
            <a:ext cx="5436001" cy="482399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14" name="コンテンツ プレースホルダー 2">
            <a:extLst>
              <a:ext uri="{FF2B5EF4-FFF2-40B4-BE49-F238E27FC236}">
                <a16:creationId xmlns:a16="http://schemas.microsoft.com/office/drawing/2014/main" id="{07EF26B2-575F-9ED1-90F8-6FBC9CF4FC3F}"/>
              </a:ext>
            </a:extLst>
          </p:cNvPr>
          <p:cNvSpPr>
            <a:spLocks noGrp="1"/>
          </p:cNvSpPr>
          <p:nvPr>
            <p:ph sz="quarter" idx="28"/>
          </p:nvPr>
        </p:nvSpPr>
        <p:spPr>
          <a:xfrm>
            <a:off x="6276575" y="1484314"/>
            <a:ext cx="5436001" cy="4823999"/>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3" name="フッター プレースホルダ 10"/>
          <p:cNvSpPr>
            <a:spLocks noGrp="1"/>
          </p:cNvSpPr>
          <p:nvPr>
            <p:ph type="ftr" sz="quarter" idx="10"/>
          </p:nvPr>
        </p:nvSpPr>
        <p:spPr bwMode="gray">
          <a:xfrm>
            <a:off x="730800" y="6588000"/>
            <a:ext cx="5184000" cy="169200"/>
          </a:xfrm>
          <a:prstGeom prst="rect">
            <a:avLst/>
          </a:prstGeom>
        </p:spPr>
        <p:txBody>
          <a:bodyPr/>
          <a:lstStyle>
            <a:lvl1pPr>
              <a:defRPr>
                <a:solidFill>
                  <a:schemeClr val="bg1"/>
                </a:solidFill>
                <a:cs typeface="+mn-cs"/>
              </a:defRPr>
            </a:lvl1pPr>
          </a:lstStyle>
          <a:p>
            <a:endParaRPr lang="en-GB" altLang="en-GB"/>
          </a:p>
        </p:txBody>
      </p:sp>
      <p:sp>
        <p:nvSpPr>
          <p:cNvPr id="20" name="テキスト プレースホルダー 6">
            <a:extLst>
              <a:ext uri="{FF2B5EF4-FFF2-40B4-BE49-F238E27FC236}">
                <a16:creationId xmlns:a16="http://schemas.microsoft.com/office/drawing/2014/main" id="{15EC7259-B2A3-5EC1-CEAF-805353B90F9B}"/>
              </a:ext>
            </a:extLst>
          </p:cNvPr>
          <p:cNvSpPr>
            <a:spLocks noGrp="1"/>
          </p:cNvSpPr>
          <p:nvPr>
            <p:ph type="body" sz="quarter" idx="23" hasCustomPrompt="1"/>
          </p:nvPr>
        </p:nvSpPr>
        <p:spPr>
          <a:xfrm>
            <a:off x="479425" y="6001200"/>
            <a:ext cx="11231563" cy="309600"/>
          </a:xfrm>
        </p:spPr>
        <p:txBody>
          <a:bodyPr anchor="b"/>
          <a:lstStyle>
            <a:lvl1pPr fontAlgn="ctr">
              <a:lnSpc>
                <a:spcPct val="100000"/>
              </a:lnSpc>
              <a:spcBef>
                <a:spcPts val="0"/>
              </a:spcBef>
              <a:defRPr sz="1200">
                <a:solidFill>
                  <a:schemeClr val="bg1"/>
                </a:solidFill>
              </a:defRPr>
            </a:lvl1pPr>
          </a:lstStyle>
          <a:p>
            <a:pPr lvl="0"/>
            <a:r>
              <a:rPr kumimoji="1" lang="ja-JP" altLang="en-US"/>
              <a:t>出所：</a:t>
            </a:r>
            <a:r>
              <a:rPr kumimoji="1" lang="en-US" altLang="ja-JP"/>
              <a:t>XXX</a:t>
            </a:r>
            <a:br>
              <a:rPr kumimoji="1" lang="en-US" altLang="ja-JP"/>
            </a:br>
            <a:r>
              <a:rPr kumimoji="1" lang="ja-JP" altLang="en-US"/>
              <a:t>脚注：</a:t>
            </a:r>
            <a:r>
              <a:rPr kumimoji="1" lang="en-US" altLang="ja-JP"/>
              <a:t>XXX</a:t>
            </a:r>
            <a:endParaRPr kumimoji="1" lang="ja-JP" altLang="en-US"/>
          </a:p>
        </p:txBody>
      </p:sp>
      <p:sp>
        <p:nvSpPr>
          <p:cNvPr id="9" name="テキスト プレースホルダー 2">
            <a:extLst>
              <a:ext uri="{FF2B5EF4-FFF2-40B4-BE49-F238E27FC236}">
                <a16:creationId xmlns:a16="http://schemas.microsoft.com/office/drawing/2014/main" id="{46B5496C-DFB7-93F6-1A89-9771DD29BD1D}"/>
              </a:ext>
            </a:extLst>
          </p:cNvPr>
          <p:cNvSpPr>
            <a:spLocks noGrp="1"/>
          </p:cNvSpPr>
          <p:nvPr>
            <p:ph type="body" sz="quarter" idx="19" hasCustomPrompt="1"/>
          </p:nvPr>
        </p:nvSpPr>
        <p:spPr>
          <a:xfrm>
            <a:off x="479425" y="1008000"/>
            <a:ext cx="5437188" cy="468000"/>
          </a:xfrm>
        </p:spPr>
        <p:txBody>
          <a:bodyPr anchor="ctr"/>
          <a:lstStyle>
            <a:lvl1pPr fontAlgn="ctr">
              <a:lnSpc>
                <a:spcPct val="100000"/>
              </a:lnSpc>
              <a:spcBef>
                <a:spcPts val="0"/>
              </a:spcBef>
              <a:defRPr sz="1800" b="1">
                <a:solidFill>
                  <a:schemeClr val="bg1"/>
                </a:solidFill>
              </a:defRPr>
            </a:lvl1pPr>
          </a:lstStyle>
          <a:p>
            <a:pPr lvl="0"/>
            <a:r>
              <a:rPr kumimoji="1" lang="ja-JP" altLang="en-US"/>
              <a:t>スライドタイトル</a:t>
            </a:r>
          </a:p>
        </p:txBody>
      </p:sp>
      <p:sp>
        <p:nvSpPr>
          <p:cNvPr id="5" name="テキスト プレースホルダー 2">
            <a:extLst>
              <a:ext uri="{FF2B5EF4-FFF2-40B4-BE49-F238E27FC236}">
                <a16:creationId xmlns:a16="http://schemas.microsoft.com/office/drawing/2014/main" id="{BBEF2C36-9683-41F6-673C-68495BDF3110}"/>
              </a:ext>
            </a:extLst>
          </p:cNvPr>
          <p:cNvSpPr>
            <a:spLocks noGrp="1"/>
          </p:cNvSpPr>
          <p:nvPr>
            <p:ph type="body" sz="quarter" idx="24" hasCustomPrompt="1"/>
          </p:nvPr>
        </p:nvSpPr>
        <p:spPr>
          <a:xfrm>
            <a:off x="6275388" y="1008000"/>
            <a:ext cx="5437188" cy="468000"/>
          </a:xfrm>
        </p:spPr>
        <p:txBody>
          <a:bodyPr vert="horz" lIns="0" tIns="0" rIns="0" bIns="0" rtlCol="0" anchor="ctr">
            <a:noAutofit/>
          </a:bodyPr>
          <a:lstStyle>
            <a:lvl1pPr>
              <a:defRPr lang="ja-JP" altLang="en-US" sz="1800" b="1" dirty="0">
                <a:solidFill>
                  <a:schemeClr val="bg1"/>
                </a:solidFill>
              </a:defRPr>
            </a:lvl1pPr>
          </a:lstStyle>
          <a:p>
            <a:pPr lvl="0"/>
            <a:r>
              <a:rPr kumimoji="1" lang="ja-JP" altLang="en-US"/>
              <a:t>スライドタイトル</a:t>
            </a:r>
          </a:p>
        </p:txBody>
      </p:sp>
      <p:sp>
        <p:nvSpPr>
          <p:cNvPr id="6" name="タイトル 5"/>
          <p:cNvSpPr>
            <a:spLocks noGrp="1"/>
          </p:cNvSpPr>
          <p:nvPr>
            <p:ph type="title" hasCustomPrompt="1"/>
          </p:nvPr>
        </p:nvSpPr>
        <p:spPr bwMode="gray">
          <a:xfrm>
            <a:off x="480000" y="108000"/>
            <a:ext cx="11232000" cy="738000"/>
          </a:xfrm>
        </p:spPr>
        <p:txBody>
          <a:bodyPr vert="horz"/>
          <a:lstStyle>
            <a:lvl1pPr>
              <a:defRPr baseline="0">
                <a:solidFill>
                  <a:schemeClr val="bg1"/>
                </a:solidFill>
                <a:latin typeface="+mj-lt"/>
                <a:ea typeface="+mj-ea"/>
                <a:cs typeface="+mj-cs"/>
              </a:defRPr>
            </a:lvl1pPr>
          </a:lstStyle>
          <a:p>
            <a:r>
              <a:rPr lang="ja-JP" altLang="en-US"/>
              <a:t>キーメッセージを入力（本スライドで一番伝えたいこと＜名詞止め・体言止め不可＞）</a:t>
            </a:r>
            <a:endParaRPr kumimoji="1" lang="ja-JP" altLang="en-US"/>
          </a:p>
        </p:txBody>
      </p:sp>
      <p:sp>
        <p:nvSpPr>
          <p:cNvPr id="7" name="Text Box 37">
            <a:extLst>
              <a:ext uri="{FF2B5EF4-FFF2-40B4-BE49-F238E27FC236}">
                <a16:creationId xmlns:a16="http://schemas.microsoft.com/office/drawing/2014/main" id="{18ADE627-CB4D-1BFB-D115-26ACBCADE3FF}"/>
              </a:ext>
            </a:extLst>
          </p:cNvPr>
          <p:cNvSpPr txBox="1">
            <a:spLocks noChangeArrowheads="1"/>
          </p:cNvSpPr>
          <p:nvPr userDrawn="1"/>
        </p:nvSpPr>
        <p:spPr bwMode="gray">
          <a:xfrm>
            <a:off x="6276000" y="6588000"/>
            <a:ext cx="5436000" cy="169200"/>
          </a:xfrm>
          <a:prstGeom prst="rect">
            <a:avLst/>
          </a:prstGeom>
          <a:noFill/>
          <a:ln w="9525">
            <a:noFill/>
            <a:miter lim="800000"/>
            <a:headEnd/>
            <a:tailEnd/>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bg1"/>
                </a:solidFill>
                <a:latin typeface="+mn-lt"/>
                <a:ea typeface="+mn-ea"/>
                <a:cs typeface="+mn-cs"/>
              </a:rPr>
              <a:t>© 2026. For information, contact Deloitte Tohmatsu Group.</a:t>
            </a:r>
          </a:p>
        </p:txBody>
      </p:sp>
    </p:spTree>
    <p:extLst>
      <p:ext uri="{BB962C8B-B14F-4D97-AF65-F5344CB8AC3E}">
        <p14:creationId xmlns:p14="http://schemas.microsoft.com/office/powerpoint/2010/main" val="313002186"/>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基本版）黒_コンテンツ全面_レベル_16:9">
    <p:bg>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a:extLst>
              <a:ext uri="{FF2B5EF4-FFF2-40B4-BE49-F238E27FC236}">
                <a16:creationId xmlns:a16="http://schemas.microsoft.com/office/drawing/2014/main" id="{77D81023-2A1D-453A-B6C3-7E7FA34E4217}"/>
              </a:ext>
            </a:extLst>
          </p:cNvPr>
          <p:cNvGraphicFramePr>
            <a:graphicFrameLocks/>
          </p:cNvGraphicFramePr>
          <p:nvPr userDrawn="1">
            <p:custDataLst>
              <p:tags r:id="rId1"/>
            </p:custDataLst>
            <p:extLst>
              <p:ext uri="{D42A27DB-BD31-4B8C-83A1-F6EECF244321}">
                <p14:modId xmlns:p14="http://schemas.microsoft.com/office/powerpoint/2010/main" val="426301048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444" imgH="443" progId="TCLayout.ActiveDocument.1">
                  <p:embed/>
                </p:oleObj>
              </mc:Choice>
              <mc:Fallback>
                <p:oleObj name="thinkcellスライド" r:id="rId3" imgW="444" imgH="443" progId="TCLayout.ActiveDocument.1">
                  <p:embed/>
                  <p:pic>
                    <p:nvPicPr>
                      <p:cNvPr id="2" name="オブジェクト 1" hidden="1">
                        <a:extLst>
                          <a:ext uri="{FF2B5EF4-FFF2-40B4-BE49-F238E27FC236}">
                            <a16:creationId xmlns:a16="http://schemas.microsoft.com/office/drawing/2014/main" id="{77D81023-2A1D-453A-B6C3-7E7FA34E421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5" name="コンテンツ プレースホルダ 2">
            <a:extLst>
              <a:ext uri="{FF2B5EF4-FFF2-40B4-BE49-F238E27FC236}">
                <a16:creationId xmlns:a16="http://schemas.microsoft.com/office/drawing/2014/main" id="{5B75B1AC-23A7-0EC1-A099-E19E2BA92CC3}"/>
              </a:ext>
            </a:extLst>
          </p:cNvPr>
          <p:cNvSpPr>
            <a:spLocks noGrp="1"/>
          </p:cNvSpPr>
          <p:nvPr>
            <p:ph idx="1"/>
          </p:nvPr>
        </p:nvSpPr>
        <p:spPr bwMode="gray">
          <a:xfrm>
            <a:off x="480000" y="1483200"/>
            <a:ext cx="11232000" cy="4824000"/>
          </a:xfrm>
          <a:prstGeom prst="rect">
            <a:avLst/>
          </a:prstGeom>
        </p:spPr>
        <p:txBody>
          <a:bodyPr/>
          <a:lstStyle>
            <a:lvl1pPr>
              <a:lnSpc>
                <a:spcPct val="110000"/>
              </a:lnSpc>
              <a:spcBef>
                <a:spcPts val="600"/>
              </a:spcBef>
              <a:buNone/>
              <a:defRPr sz="1600" baseline="0">
                <a:solidFill>
                  <a:schemeClr val="bg1"/>
                </a:solidFill>
                <a:latin typeface="+mn-lt"/>
                <a:ea typeface="+mn-ea"/>
                <a:cs typeface="+mn-cs"/>
              </a:defRPr>
            </a:lvl1pPr>
            <a:lvl2pPr marL="252000" indent="-252000">
              <a:lnSpc>
                <a:spcPct val="110000"/>
              </a:lnSpc>
              <a:spcBef>
                <a:spcPts val="600"/>
              </a:spcBef>
              <a:buFont typeface="Wingdings" pitchFamily="2" charset="2"/>
              <a:buChar char="n"/>
              <a:defRPr sz="1600" baseline="0">
                <a:solidFill>
                  <a:schemeClr val="bg1"/>
                </a:solidFill>
                <a:latin typeface="+mn-lt"/>
                <a:ea typeface="+mn-ea"/>
                <a:cs typeface="+mn-cs"/>
              </a:defRPr>
            </a:lvl2pPr>
            <a:lvl3pPr marL="504000" indent="-252000">
              <a:lnSpc>
                <a:spcPct val="110000"/>
              </a:lnSpc>
              <a:spcBef>
                <a:spcPts val="600"/>
              </a:spcBef>
              <a:buFont typeface="Wingdings" pitchFamily="2" charset="2"/>
              <a:buChar char="Ø"/>
              <a:defRPr sz="1600" baseline="0">
                <a:solidFill>
                  <a:schemeClr val="bg1"/>
                </a:solidFill>
                <a:latin typeface="+mn-lt"/>
                <a:ea typeface="+mn-ea"/>
                <a:cs typeface="+mn-cs"/>
              </a:defRPr>
            </a:lvl3pPr>
            <a:lvl4pPr marL="684000" marR="0" indent="-180000" algn="l" defTabSz="989013" rtl="0" eaLnBrk="1" fontAlgn="auto" latinLnBrk="0" hangingPunct="1">
              <a:lnSpc>
                <a:spcPct val="110000"/>
              </a:lnSpc>
              <a:spcBef>
                <a:spcPts val="600"/>
              </a:spcBef>
              <a:spcAft>
                <a:spcPts val="0"/>
              </a:spcAft>
              <a:buClrTx/>
              <a:buSzTx/>
              <a:buFont typeface="Arial" pitchFamily="34" charset="0"/>
              <a:buChar char="•"/>
              <a:tabLst/>
              <a:defRPr sz="1600" baseline="0">
                <a:solidFill>
                  <a:schemeClr val="bg1"/>
                </a:solidFill>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3" name="フッター プレースホルダ 2"/>
          <p:cNvSpPr>
            <a:spLocks noGrp="1"/>
          </p:cNvSpPr>
          <p:nvPr>
            <p:ph type="ftr" sz="quarter" idx="10"/>
          </p:nvPr>
        </p:nvSpPr>
        <p:spPr bwMode="gray">
          <a:xfrm>
            <a:off x="730800" y="6588000"/>
            <a:ext cx="5184000" cy="169200"/>
          </a:xfrm>
          <a:prstGeom prst="rect">
            <a:avLst/>
          </a:prstGeom>
        </p:spPr>
        <p:txBody>
          <a:bodyPr/>
          <a:lstStyle>
            <a:lvl1pPr>
              <a:defRPr>
                <a:solidFill>
                  <a:schemeClr val="bg1"/>
                </a:solidFill>
                <a:cs typeface="+mn-cs"/>
              </a:defRPr>
            </a:lvl1pPr>
          </a:lstStyle>
          <a:p>
            <a:endParaRPr lang="en-GB" altLang="en-GB"/>
          </a:p>
        </p:txBody>
      </p:sp>
      <p:sp>
        <p:nvSpPr>
          <p:cNvPr id="4" name="スライド番号プレースホルダ 3"/>
          <p:cNvSpPr>
            <a:spLocks noGrp="1"/>
          </p:cNvSpPr>
          <p:nvPr>
            <p:ph type="sldNum" sz="quarter" idx="11"/>
          </p:nvPr>
        </p:nvSpPr>
        <p:spPr bwMode="gray"/>
        <p:txBody>
          <a:bodyPr/>
          <a:lstStyle>
            <a:lvl1pPr>
              <a:defRPr>
                <a:solidFill>
                  <a:schemeClr val="bg1"/>
                </a:solidFill>
                <a:cs typeface="+mn-cs"/>
              </a:defRPr>
            </a:lvl1pPr>
          </a:lstStyle>
          <a:p>
            <a:fld id="{AA5FCFE5-FE56-4EF1-80A8-07776887C2A1}" type="slidenum">
              <a:rPr lang="ja-JP" altLang="en-US" smtClean="0"/>
              <a:pPr/>
              <a:t>‹#›</a:t>
            </a:fld>
            <a:endParaRPr lang="ja-JP" altLang="en-US"/>
          </a:p>
        </p:txBody>
      </p:sp>
      <p:sp>
        <p:nvSpPr>
          <p:cNvPr id="8" name="テキスト プレースホルダー 6">
            <a:extLst>
              <a:ext uri="{FF2B5EF4-FFF2-40B4-BE49-F238E27FC236}">
                <a16:creationId xmlns:a16="http://schemas.microsoft.com/office/drawing/2014/main" id="{E4AF888F-393A-D115-D1C7-E8C19773D9A1}"/>
              </a:ext>
            </a:extLst>
          </p:cNvPr>
          <p:cNvSpPr>
            <a:spLocks noGrp="1"/>
          </p:cNvSpPr>
          <p:nvPr>
            <p:ph type="body" sz="quarter" idx="17" hasCustomPrompt="1"/>
          </p:nvPr>
        </p:nvSpPr>
        <p:spPr>
          <a:xfrm>
            <a:off x="479425" y="6000750"/>
            <a:ext cx="11233150" cy="310272"/>
          </a:xfrm>
        </p:spPr>
        <p:txBody>
          <a:bodyPr anchor="b"/>
          <a:lstStyle>
            <a:lvl1pPr fontAlgn="ctr">
              <a:lnSpc>
                <a:spcPct val="100000"/>
              </a:lnSpc>
              <a:spcBef>
                <a:spcPts val="0"/>
              </a:spcBef>
              <a:defRPr sz="1200">
                <a:solidFill>
                  <a:schemeClr val="bg1"/>
                </a:solidFill>
              </a:defRPr>
            </a:lvl1pPr>
          </a:lstStyle>
          <a:p>
            <a:pPr lvl="0"/>
            <a:r>
              <a:rPr kumimoji="1" lang="ja-JP" altLang="en-US"/>
              <a:t>出所：</a:t>
            </a:r>
            <a:r>
              <a:rPr kumimoji="1" lang="en-US" altLang="ja-JP"/>
              <a:t>XXX</a:t>
            </a:r>
            <a:br>
              <a:rPr kumimoji="1" lang="en-US" altLang="ja-JP"/>
            </a:br>
            <a:r>
              <a:rPr kumimoji="1" lang="ja-JP" altLang="en-US"/>
              <a:t>脚注：</a:t>
            </a:r>
            <a:r>
              <a:rPr kumimoji="1" lang="en-US" altLang="ja-JP"/>
              <a:t>XXX</a:t>
            </a:r>
            <a:endParaRPr kumimoji="1" lang="ja-JP" altLang="en-US"/>
          </a:p>
        </p:txBody>
      </p:sp>
      <p:sp>
        <p:nvSpPr>
          <p:cNvPr id="9" name="テキスト プレースホルダー 2"/>
          <p:cNvSpPr>
            <a:spLocks noGrp="1"/>
          </p:cNvSpPr>
          <p:nvPr>
            <p:ph type="body" sz="quarter" idx="15" hasCustomPrompt="1"/>
          </p:nvPr>
        </p:nvSpPr>
        <p:spPr bwMode="gray">
          <a:xfrm>
            <a:off x="478799" y="1008000"/>
            <a:ext cx="11232000" cy="468000"/>
          </a:xfrm>
          <a:prstGeom prst="rect">
            <a:avLst/>
          </a:prstGeom>
        </p:spPr>
        <p:txBody>
          <a:bodyPr wrap="none" tIns="0" anchor="ctr">
            <a:noAutofit/>
          </a:bodyPr>
          <a:lstStyle>
            <a:lvl1pPr fontAlgn="ctr">
              <a:lnSpc>
                <a:spcPct val="100000"/>
              </a:lnSpc>
              <a:spcBef>
                <a:spcPts val="0"/>
              </a:spcBef>
              <a:defRPr sz="1800" b="1">
                <a:solidFill>
                  <a:schemeClr val="bg1"/>
                </a:solidFill>
                <a:cs typeface="+mn-cs"/>
              </a:defRPr>
            </a:lvl1pPr>
          </a:lstStyle>
          <a:p>
            <a:pPr lvl="0"/>
            <a:r>
              <a:rPr kumimoji="1" lang="ja-JP" altLang="en-US"/>
              <a:t>スライドタイトル</a:t>
            </a:r>
          </a:p>
        </p:txBody>
      </p:sp>
      <p:sp>
        <p:nvSpPr>
          <p:cNvPr id="6" name="タイトル 5"/>
          <p:cNvSpPr>
            <a:spLocks noGrp="1"/>
          </p:cNvSpPr>
          <p:nvPr>
            <p:ph type="title" hasCustomPrompt="1"/>
          </p:nvPr>
        </p:nvSpPr>
        <p:spPr bwMode="gray">
          <a:xfrm>
            <a:off x="480000" y="108000"/>
            <a:ext cx="11232000" cy="738000"/>
          </a:xfrm>
        </p:spPr>
        <p:txBody>
          <a:bodyPr vert="horz"/>
          <a:lstStyle>
            <a:lvl1pPr>
              <a:defRPr baseline="0">
                <a:solidFill>
                  <a:schemeClr val="bg1"/>
                </a:solidFill>
                <a:latin typeface="+mj-lt"/>
                <a:ea typeface="+mj-ea"/>
                <a:cs typeface="+mj-cs"/>
              </a:defRPr>
            </a:lvl1pPr>
          </a:lstStyle>
          <a:p>
            <a:r>
              <a:rPr lang="ja-JP" altLang="en-US"/>
              <a:t>キーメッセージを入力（本スライドで一番伝えたいこと＜名詞止め・体言止め不可＞）</a:t>
            </a:r>
            <a:endParaRPr kumimoji="1" lang="ja-JP" altLang="en-US"/>
          </a:p>
        </p:txBody>
      </p:sp>
      <p:sp>
        <p:nvSpPr>
          <p:cNvPr id="7" name="Text Box 37">
            <a:extLst>
              <a:ext uri="{FF2B5EF4-FFF2-40B4-BE49-F238E27FC236}">
                <a16:creationId xmlns:a16="http://schemas.microsoft.com/office/drawing/2014/main" id="{3F55A360-EB78-06C3-3E59-DD1D2B495269}"/>
              </a:ext>
            </a:extLst>
          </p:cNvPr>
          <p:cNvSpPr txBox="1">
            <a:spLocks noChangeArrowheads="1"/>
          </p:cNvSpPr>
          <p:nvPr userDrawn="1"/>
        </p:nvSpPr>
        <p:spPr bwMode="gray">
          <a:xfrm>
            <a:off x="6276000" y="6588000"/>
            <a:ext cx="5436000" cy="169200"/>
          </a:xfrm>
          <a:prstGeom prst="rect">
            <a:avLst/>
          </a:prstGeom>
          <a:noFill/>
          <a:ln w="9525">
            <a:noFill/>
            <a:miter lim="800000"/>
            <a:headEnd/>
            <a:tailEnd/>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bg1"/>
                </a:solidFill>
                <a:latin typeface="+mn-lt"/>
                <a:ea typeface="+mn-ea"/>
                <a:cs typeface="+mn-cs"/>
              </a:rPr>
              <a:t>© 2026. For information, contact Deloitte Tohmatsu Group.</a:t>
            </a:r>
          </a:p>
        </p:txBody>
      </p:sp>
    </p:spTree>
    <p:extLst>
      <p:ext uri="{BB962C8B-B14F-4D97-AF65-F5344CB8AC3E}">
        <p14:creationId xmlns:p14="http://schemas.microsoft.com/office/powerpoint/2010/main" val="560645182"/>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03290C-9741-F83F-15FD-B8258A147175}"/>
              </a:ext>
            </a:extLst>
          </p:cNvPr>
          <p:cNvSpPr>
            <a:spLocks noGrp="1"/>
          </p:cNvSpPr>
          <p:nvPr>
            <p:ph type="title"/>
          </p:nvPr>
        </p:nvSpPr>
        <p:spPr/>
        <p:txBody>
          <a:bodyPr/>
          <a:lstStyle/>
          <a:p>
            <a:r>
              <a:rPr kumimoji="1" lang="ja-JP" altLang="en-US"/>
              <a:t>マスター タイトルの書式設定</a:t>
            </a:r>
          </a:p>
        </p:txBody>
      </p:sp>
      <p:sp>
        <p:nvSpPr>
          <p:cNvPr id="3" name="フッター プレースホルダー 2">
            <a:extLst>
              <a:ext uri="{FF2B5EF4-FFF2-40B4-BE49-F238E27FC236}">
                <a16:creationId xmlns:a16="http://schemas.microsoft.com/office/drawing/2014/main" id="{96AD8C58-AEC9-C643-7C2A-EEB47AFED2A2}"/>
              </a:ext>
            </a:extLst>
          </p:cNvPr>
          <p:cNvSpPr>
            <a:spLocks noGrp="1"/>
          </p:cNvSpPr>
          <p:nvPr>
            <p:ph type="ftr" sz="quarter" idx="10"/>
          </p:nvPr>
        </p:nvSpPr>
        <p:spPr>
          <a:xfrm>
            <a:off x="730800" y="6588000"/>
            <a:ext cx="5184000" cy="169200"/>
          </a:xfrm>
          <a:prstGeom prst="rect">
            <a:avLst/>
          </a:prstGeom>
        </p:spPr>
        <p:txBody>
          <a:bodyPr/>
          <a:lstStyle/>
          <a:p>
            <a:pPr fontAlgn="auto">
              <a:spcBef>
                <a:spcPts val="0"/>
              </a:spcBef>
              <a:spcAft>
                <a:spcPts val="0"/>
              </a:spcAft>
            </a:pPr>
            <a:endParaRPr kumimoji="1" lang="en-GB" altLang="en-GB"/>
          </a:p>
        </p:txBody>
      </p:sp>
      <p:sp>
        <p:nvSpPr>
          <p:cNvPr id="4" name="スライド番号プレースホルダー 3">
            <a:extLst>
              <a:ext uri="{FF2B5EF4-FFF2-40B4-BE49-F238E27FC236}">
                <a16:creationId xmlns:a16="http://schemas.microsoft.com/office/drawing/2014/main" id="{69EAEBBD-886B-31F9-5308-01B1A3C7201D}"/>
              </a:ext>
            </a:extLst>
          </p:cNvPr>
          <p:cNvSpPr>
            <a:spLocks noGrp="1"/>
          </p:cNvSpPr>
          <p:nvPr>
            <p:ph type="sldNum" sz="quarter" idx="11"/>
          </p:nvPr>
        </p:nvSpPr>
        <p:spPr/>
        <p:txBody>
          <a:bodyPr/>
          <a:lstStyle/>
          <a:p>
            <a:pPr fontAlgn="auto">
              <a:spcBef>
                <a:spcPts val="0"/>
              </a:spcBef>
              <a:spcAft>
                <a:spcPts val="0"/>
              </a:spcAft>
            </a:pPr>
            <a:fld id="{AA5FCFE5-FE56-4EF1-80A8-07776887C2A1}" type="slidenum">
              <a:rPr kumimoji="1" lang="ja-JP" altLang="en-US" smtClean="0"/>
              <a:pPr fontAlgn="auto">
                <a:spcBef>
                  <a:spcPts val="0"/>
                </a:spcBef>
                <a:spcAft>
                  <a:spcPts val="0"/>
                </a:spcAft>
              </a:pPr>
              <a:t>‹#›</a:t>
            </a:fld>
            <a:endParaRPr kumimoji="1" lang="ja-JP" altLang="en-US"/>
          </a:p>
        </p:txBody>
      </p:sp>
      <p:sp>
        <p:nvSpPr>
          <p:cNvPr id="5" name="日付プレースホルダー 4">
            <a:extLst>
              <a:ext uri="{FF2B5EF4-FFF2-40B4-BE49-F238E27FC236}">
                <a16:creationId xmlns:a16="http://schemas.microsoft.com/office/drawing/2014/main" id="{B480E722-07C0-6BE3-5FC1-99CE04E80AB6}"/>
              </a:ext>
            </a:extLst>
          </p:cNvPr>
          <p:cNvSpPr>
            <a:spLocks noGrp="1"/>
          </p:cNvSpPr>
          <p:nvPr>
            <p:ph type="dt" sz="half" idx="12"/>
          </p:nvPr>
        </p:nvSpPr>
        <p:spPr>
          <a:xfrm>
            <a:off x="5651167" y="6444000"/>
            <a:ext cx="889666" cy="169277"/>
          </a:xfrm>
          <a:prstGeom prst="rect">
            <a:avLst/>
          </a:prstGeom>
        </p:spPr>
        <p:txBody>
          <a:bodyPr/>
          <a:lstStyle/>
          <a:p>
            <a:pPr algn="ctr"/>
            <a:endParaRPr lang="en-US"/>
          </a:p>
        </p:txBody>
      </p:sp>
    </p:spTree>
    <p:extLst>
      <p:ext uri="{BB962C8B-B14F-4D97-AF65-F5344CB8AC3E}">
        <p14:creationId xmlns:p14="http://schemas.microsoft.com/office/powerpoint/2010/main" val="1811814036"/>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obj">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76BC8BF-6A3A-CCD9-795A-5B3D5A0B911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8BB9E84B-517A-6B7B-7B34-BD2C2E27785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4B77A3F-77BB-42EA-F36D-C1B74CADE727}"/>
              </a:ext>
            </a:extLst>
          </p:cNvPr>
          <p:cNvSpPr>
            <a:spLocks noGrp="1"/>
          </p:cNvSpPr>
          <p:nvPr>
            <p:ph type="dt" sz="half" idx="10"/>
          </p:nvPr>
        </p:nvSpPr>
        <p:spPr>
          <a:xfrm>
            <a:off x="5651167" y="6444000"/>
            <a:ext cx="889666" cy="169277"/>
          </a:xfrm>
          <a:prstGeom prst="rect">
            <a:avLst/>
          </a:prstGeom>
        </p:spPr>
        <p:txBody>
          <a:bodyPr/>
          <a:lstStyle/>
          <a:p>
            <a:endParaRPr kumimoji="1" lang="ja-JP" altLang="en-US"/>
          </a:p>
        </p:txBody>
      </p:sp>
      <p:sp>
        <p:nvSpPr>
          <p:cNvPr id="5" name="フッター プレースホルダー 4">
            <a:extLst>
              <a:ext uri="{FF2B5EF4-FFF2-40B4-BE49-F238E27FC236}">
                <a16:creationId xmlns:a16="http://schemas.microsoft.com/office/drawing/2014/main" id="{056E2414-BE63-1FB5-A9C1-EA0A1A73F84D}"/>
              </a:ext>
            </a:extLst>
          </p:cNvPr>
          <p:cNvSpPr>
            <a:spLocks noGrp="1"/>
          </p:cNvSpPr>
          <p:nvPr>
            <p:ph type="ftr" sz="quarter" idx="11"/>
          </p:nvPr>
        </p:nvSpPr>
        <p:spPr>
          <a:xfrm>
            <a:off x="730800" y="6588000"/>
            <a:ext cx="5184000" cy="169200"/>
          </a:xfrm>
          <a:prstGeom prst="rect">
            <a:avLst/>
          </a:prstGeom>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2FB8169-85F8-F698-3517-15BC0F564DC0}"/>
              </a:ext>
            </a:extLst>
          </p:cNvPr>
          <p:cNvSpPr>
            <a:spLocks noGrp="1"/>
          </p:cNvSpPr>
          <p:nvPr>
            <p:ph type="sldNum" sz="quarter" idx="12"/>
          </p:nvPr>
        </p:nvSpPr>
        <p:spPr/>
        <p:txBody>
          <a:bodyPr/>
          <a:lstStyle/>
          <a:p>
            <a:fld id="{9F87F2FE-3C3D-4AB2-870D-B4E57AB68CB8}" type="slidenum">
              <a:rPr kumimoji="1" lang="ja-JP" altLang="en-US" smtClean="0"/>
              <a:t>‹#›</a:t>
            </a:fld>
            <a:endParaRPr kumimoji="1" lang="ja-JP" altLang="en-US"/>
          </a:p>
        </p:txBody>
      </p:sp>
    </p:spTree>
    <p:extLst>
      <p:ext uri="{BB962C8B-B14F-4D97-AF65-F5344CB8AC3E}">
        <p14:creationId xmlns:p14="http://schemas.microsoft.com/office/powerpoint/2010/main" val="885352975"/>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cSld name="1_（基本版） タイトルのみ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p:custDataLst>
              <p:tags r:id="rId1"/>
            </p:custDataLst>
            <p:extLst>
              <p:ext uri="{D42A27DB-BD31-4B8C-83A1-F6EECF244321}">
                <p14:modId xmlns:p14="http://schemas.microsoft.com/office/powerpoint/2010/main" val="3914871738"/>
              </p:ext>
            </p:extLst>
          </p:nvPr>
        </p:nvGraphicFramePr>
        <p:xfrm>
          <a:off x="1955" y="1589"/>
          <a:ext cx="1953" cy="1587"/>
        </p:xfrm>
        <a:graphic>
          <a:graphicData uri="http://schemas.openxmlformats.org/presentationml/2006/ole">
            <mc:AlternateContent xmlns:mc="http://schemas.openxmlformats.org/markup-compatibility/2006">
              <mc:Choice xmlns:v="urn:schemas-microsoft-com:vml" Requires="v">
                <p:oleObj name="thinkcellスライド" r:id="rId4" imgW="444" imgH="443" progId="TCLayout.ActiveDocument.1">
                  <p:embed/>
                </p:oleObj>
              </mc:Choice>
              <mc:Fallback>
                <p:oleObj name="thinkcellスライド" r:id="rId4" imgW="444" imgH="443" progId="TCLayout.ActiveDocument.1">
                  <p:embed/>
                  <p:pic>
                    <p:nvPicPr>
                      <p:cNvPr id="2" name="オブジェクト 1" hidden="1"/>
                      <p:cNvPicPr/>
                      <p:nvPr/>
                    </p:nvPicPr>
                    <p:blipFill>
                      <a:blip r:embed="rId5"/>
                      <a:stretch>
                        <a:fillRect/>
                      </a:stretch>
                    </p:blipFill>
                    <p:spPr>
                      <a:xfrm>
                        <a:off x="1955" y="1589"/>
                        <a:ext cx="1953" cy="1587"/>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a:xfrm>
            <a:off x="730800" y="6588000"/>
            <a:ext cx="5184000" cy="169200"/>
          </a:xfrm>
          <a:prstGeom prst="rect">
            <a:avLst/>
          </a:prstGeom>
        </p:spPr>
        <p:txBody>
          <a:bodyPr/>
          <a:lstStyle>
            <a:lvl1pPr>
              <a:defRPr>
                <a:solidFill>
                  <a:schemeClr val="tx1"/>
                </a:solidFill>
              </a:defRPr>
            </a:lvl1pPr>
          </a:lstStyle>
          <a:p>
            <a:pPr>
              <a:defRPr/>
            </a:pPr>
            <a:endParaRPr lang="en-GB" altLang="en-GB">
              <a:solidFill>
                <a:prstClr val="black"/>
              </a:solidFill>
              <a:latin typeface="Arial"/>
              <a:ea typeface="ＭＳ Ｐゴシック"/>
              <a:cs typeface="Arial" pitchFamily="34" charset="0"/>
            </a:endParaRPr>
          </a:p>
        </p:txBody>
      </p:sp>
      <p:sp>
        <p:nvSpPr>
          <p:cNvPr id="4" name="スライド番号プレースホルダ 3"/>
          <p:cNvSpPr>
            <a:spLocks noGrp="1"/>
          </p:cNvSpPr>
          <p:nvPr>
            <p:ph type="sldNum" sz="quarter" idx="11"/>
          </p:nvPr>
        </p:nvSpPr>
        <p:spPr bwMode="gray">
          <a:xfrm>
            <a:off x="11458554" y="6588000"/>
            <a:ext cx="221538" cy="169200"/>
          </a:xfrm>
        </p:spPr>
        <p:txBody>
          <a:bodyPr/>
          <a:lstStyle>
            <a:lvl1pPr>
              <a:defRPr>
                <a:solidFill>
                  <a:schemeClr val="tx1"/>
                </a:solidFill>
              </a:defRPr>
            </a:lvl1pPr>
          </a:lstStyle>
          <a:p>
            <a:pPr>
              <a:defRPr/>
            </a:pPr>
            <a:fld id="{AA5FCFE5-FE56-4EF1-80A8-07776887C2A1}" type="slidenum">
              <a:rPr lang="ja-JP" altLang="en-US" sz="1200" smtClean="0">
                <a:solidFill>
                  <a:prstClr val="black"/>
                </a:solidFill>
                <a:latin typeface="Arial"/>
                <a:ea typeface="ＭＳ Ｐゴシック"/>
                <a:cs typeface="Arial" pitchFamily="34" charset="0"/>
              </a:rPr>
              <a:pPr>
                <a:defRPr/>
              </a:pPr>
              <a:t>‹#›</a:t>
            </a:fld>
            <a:endParaRPr lang="ja-JP" altLang="en-US" sz="1200">
              <a:solidFill>
                <a:prstClr val="black"/>
              </a:solidFill>
              <a:latin typeface="Arial"/>
              <a:ea typeface="ＭＳ Ｐゴシック"/>
              <a:cs typeface="Arial" pitchFamily="34" charset="0"/>
            </a:endParaRPr>
          </a:p>
        </p:txBody>
      </p:sp>
      <p:sp>
        <p:nvSpPr>
          <p:cNvPr id="9" name="テキスト プレースホルダー 2"/>
          <p:cNvSpPr>
            <a:spLocks noGrp="1"/>
          </p:cNvSpPr>
          <p:nvPr>
            <p:ph type="body" sz="quarter" idx="15" hasCustomPrompt="1"/>
          </p:nvPr>
        </p:nvSpPr>
        <p:spPr bwMode="gray">
          <a:xfrm>
            <a:off x="513230" y="136800"/>
            <a:ext cx="11166862" cy="432000"/>
          </a:xfrm>
          <a:prstGeom prst="rect">
            <a:avLst/>
          </a:prstGeom>
        </p:spPr>
        <p:txBody>
          <a:bodyPr wrap="none" lIns="0" tIns="0" anchor="ctr">
            <a:noAutofit/>
          </a:bodyPr>
          <a:lstStyle>
            <a:lvl1pPr>
              <a:lnSpc>
                <a:spcPct val="100000"/>
              </a:lnSpc>
              <a:spcBef>
                <a:spcPts val="0"/>
              </a:spcBef>
              <a:defRPr sz="2000" b="1">
                <a:solidFill>
                  <a:schemeClr val="tx1"/>
                </a:solidFill>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513231" y="678671"/>
            <a:ext cx="11165538" cy="360000"/>
          </a:xfrm>
        </p:spPr>
        <p:txBody>
          <a:bodyPr vert="horz" lIns="0" tIns="0" anchor="t"/>
          <a:lstStyle>
            <a:lvl1pPr>
              <a:defRPr sz="1800" b="0"/>
            </a:lvl1pPr>
          </a:lstStyle>
          <a:p>
            <a:r>
              <a:rPr lang="ja-JP" altLang="en-US"/>
              <a:t>キーメッセージを入力（本スライドで一番伝えたいこと＜名詞止め・体言止め不可＞）</a:t>
            </a:r>
            <a:endParaRPr kumimoji="1" lang="ja-JP" altLang="en-US"/>
          </a:p>
        </p:txBody>
      </p:sp>
      <p:cxnSp>
        <p:nvCxnSpPr>
          <p:cNvPr id="7" name="直線コネクタ 6"/>
          <p:cNvCxnSpPr/>
          <p:nvPr/>
        </p:nvCxnSpPr>
        <p:spPr>
          <a:xfrm>
            <a:off x="513231" y="608882"/>
            <a:ext cx="11165538" cy="0"/>
          </a:xfrm>
          <a:prstGeom prst="line">
            <a:avLst/>
          </a:prstGeom>
          <a:ln w="28575">
            <a:solidFill>
              <a:schemeClr val="tx2"/>
            </a:solidFill>
          </a:ln>
        </p:spPr>
        <p:style>
          <a:lnRef idx="1">
            <a:schemeClr val="accent1"/>
          </a:lnRef>
          <a:fillRef idx="0">
            <a:schemeClr val="accent1"/>
          </a:fillRef>
          <a:effectRef idx="0">
            <a:schemeClr val="accent1"/>
          </a:effectRef>
          <a:fontRef idx="minor">
            <a:schemeClr val="tx1"/>
          </a:fontRef>
        </p:style>
      </p:cxnSp>
      <p:graphicFrame>
        <p:nvGraphicFramePr>
          <p:cNvPr id="5" name="オブジェクト 4" hidden="1">
            <a:extLst>
              <a:ext uri="{FF2B5EF4-FFF2-40B4-BE49-F238E27FC236}">
                <a16:creationId xmlns:a16="http://schemas.microsoft.com/office/drawing/2014/main" id="{D9526583-8C8E-82A1-8852-F993675C587E}"/>
              </a:ext>
            </a:extLst>
          </p:cNvPr>
          <p:cNvGraphicFramePr>
            <a:graphicFrameLocks noChangeAspect="1"/>
          </p:cNvGraphicFramePr>
          <p:nvPr userDrawn="1">
            <p:custDataLst>
              <p:tags r:id="rId2"/>
            </p:custDataLst>
            <p:extLst>
              <p:ext uri="{D42A27DB-BD31-4B8C-83A1-F6EECF244321}">
                <p14:modId xmlns:p14="http://schemas.microsoft.com/office/powerpoint/2010/main" val="2603898332"/>
              </p:ext>
            </p:extLst>
          </p:nvPr>
        </p:nvGraphicFramePr>
        <p:xfrm>
          <a:off x="1955" y="1589"/>
          <a:ext cx="1953" cy="1587"/>
        </p:xfrm>
        <a:graphic>
          <a:graphicData uri="http://schemas.openxmlformats.org/presentationml/2006/ole">
            <mc:AlternateContent xmlns:mc="http://schemas.openxmlformats.org/markup-compatibility/2006">
              <mc:Choice xmlns:v="urn:schemas-microsoft-com:vml" Requires="v">
                <p:oleObj name="think-cell スライド" r:id="rId6" imgW="444" imgH="443" progId="TCLayout.ActiveDocument.1">
                  <p:embed/>
                </p:oleObj>
              </mc:Choice>
              <mc:Fallback>
                <p:oleObj name="think-cell スライド" r:id="rId6" imgW="444" imgH="443" progId="TCLayout.ActiveDocument.1">
                  <p:embed/>
                  <p:pic>
                    <p:nvPicPr>
                      <p:cNvPr id="5" name="オブジェクト 4" hidden="1">
                        <a:extLst>
                          <a:ext uri="{FF2B5EF4-FFF2-40B4-BE49-F238E27FC236}">
                            <a16:creationId xmlns:a16="http://schemas.microsoft.com/office/drawing/2014/main" id="{D9526583-8C8E-82A1-8852-F993675C587E}"/>
                          </a:ext>
                        </a:extLst>
                      </p:cNvPr>
                      <p:cNvPicPr/>
                      <p:nvPr/>
                    </p:nvPicPr>
                    <p:blipFill>
                      <a:blip r:embed="rId5"/>
                      <a:stretch>
                        <a:fillRect/>
                      </a:stretch>
                    </p:blipFill>
                    <p:spPr>
                      <a:xfrm>
                        <a:off x="1955" y="1589"/>
                        <a:ext cx="1953" cy="1587"/>
                      </a:xfrm>
                      <a:prstGeom prst="rect">
                        <a:avLst/>
                      </a:prstGeom>
                    </p:spPr>
                  </p:pic>
                </p:oleObj>
              </mc:Fallback>
            </mc:AlternateContent>
          </a:graphicData>
        </a:graphic>
      </p:graphicFrame>
      <p:cxnSp>
        <p:nvCxnSpPr>
          <p:cNvPr id="8" name="直線コネクタ 7">
            <a:extLst>
              <a:ext uri="{FF2B5EF4-FFF2-40B4-BE49-F238E27FC236}">
                <a16:creationId xmlns:a16="http://schemas.microsoft.com/office/drawing/2014/main" id="{F5C7EB6A-BE1A-6B26-F25B-752C370BEDF4}"/>
              </a:ext>
            </a:extLst>
          </p:cNvPr>
          <p:cNvCxnSpPr/>
          <p:nvPr userDrawn="1"/>
        </p:nvCxnSpPr>
        <p:spPr>
          <a:xfrm>
            <a:off x="513231" y="608882"/>
            <a:ext cx="11165538" cy="0"/>
          </a:xfrm>
          <a:prstGeom prst="line">
            <a:avLst/>
          </a:prstGeom>
          <a:ln w="28575">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3127013"/>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userDrawn="1">
  <p:cSld name="（基本版） タイトルのみ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extLst>
              <p:ext uri="{D42A27DB-BD31-4B8C-83A1-F6EECF244321}">
                <p14:modId xmlns:p14="http://schemas.microsoft.com/office/powerpoint/2010/main" val="1030112370"/>
              </p:ext>
            </p:ext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63" imgH="564" progId="TCLayout.ActiveDocument.1">
                  <p:embed/>
                </p:oleObj>
              </mc:Choice>
              <mc:Fallback>
                <p:oleObj name="thinkcellスライド" r:id="rId3" imgW="563" imgH="564"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a:xfrm>
            <a:off x="730800" y="6588000"/>
            <a:ext cx="5184000" cy="169200"/>
          </a:xfrm>
          <a:prstGeom prst="rect">
            <a:avLst/>
          </a:prstGeom>
        </p:spPr>
        <p:txBody>
          <a:bodyPr/>
          <a:lstStyle>
            <a:lvl1pPr>
              <a:defRPr>
                <a:solidFill>
                  <a:schemeClr val="tx1"/>
                </a:solidFill>
              </a:defRPr>
            </a:lvl1pPr>
          </a:lstStyle>
          <a:p>
            <a:endParaRPr lang="en-GB" altLang="en-GB"/>
          </a:p>
        </p:txBody>
      </p:sp>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pPr/>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400" b="1">
                <a:solidFill>
                  <a:schemeClr val="accent1"/>
                </a:solidFill>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a:lstStyle/>
          <a:p>
            <a:r>
              <a:rPr lang="ja-JP" altLang="en-US"/>
              <a:t>キーメッセージを入力（本スライドで一番伝えたいこと＜名詞止め・体言止め不可＞）</a:t>
            </a:r>
            <a:endParaRPr kumimoji="1" lang="ja-JP" altLang="en-US"/>
          </a:p>
        </p:txBody>
      </p:sp>
    </p:spTree>
    <p:extLst>
      <p:ext uri="{BB962C8B-B14F-4D97-AF65-F5344CB8AC3E}">
        <p14:creationId xmlns:p14="http://schemas.microsoft.com/office/powerpoint/2010/main" val="5227231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 Id="rId24" Type="http://schemas.openxmlformats.org/officeDocument/2006/relationships/tags" Target="../tags/tag2.xml"/><Relationship Id="rId25" Type="http://schemas.openxmlformats.org/officeDocument/2006/relationships/oleObject" Target="../embeddings/oleObject1.bin"/><Relationship Id="rId26"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theme" Target="../theme/theme2.xml"/><Relationship Id="rId8" Type="http://schemas.openxmlformats.org/officeDocument/2006/relationships/tags" Target="../tags/tag25.xml"/><Relationship Id="rId9" Type="http://schemas.openxmlformats.org/officeDocument/2006/relationships/oleObject" Target="../embeddings/oleObject23.bin"/><Relationship Id="rId10"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5" Type="http://schemas.openxmlformats.org/officeDocument/2006/relationships/slideLayout" Target="../slideLayouts/slideLayout33.xml"/><Relationship Id="rId6" Type="http://schemas.openxmlformats.org/officeDocument/2006/relationships/slideLayout" Target="../slideLayouts/slideLayout34.xml"/><Relationship Id="rId7" Type="http://schemas.openxmlformats.org/officeDocument/2006/relationships/slideLayout" Target="../slideLayouts/slideLayout35.xml"/><Relationship Id="rId8" Type="http://schemas.openxmlformats.org/officeDocument/2006/relationships/slideLayout" Target="../slideLayouts/slideLayout36.xml"/><Relationship Id="rId9" Type="http://schemas.openxmlformats.org/officeDocument/2006/relationships/slideLayout" Target="../slideLayouts/slideLayout37.xml"/><Relationship Id="rId10" Type="http://schemas.openxmlformats.org/officeDocument/2006/relationships/slideLayout" Target="../slideLayouts/slideLayout38.xml"/><Relationship Id="rId11" Type="http://schemas.openxmlformats.org/officeDocument/2006/relationships/slideLayout" Target="../slideLayouts/slideLayout39.xml"/><Relationship Id="rId12" Type="http://schemas.openxmlformats.org/officeDocument/2006/relationships/slideLayout" Target="../slideLayouts/slideLayout40.xml"/><Relationship Id="rId13" Type="http://schemas.openxmlformats.org/officeDocument/2006/relationships/slideLayout" Target="../slideLayouts/slideLayout41.xml"/><Relationship Id="rId14" Type="http://schemas.openxmlformats.org/officeDocument/2006/relationships/slideLayout" Target="../slideLayouts/slideLayout42.xml"/><Relationship Id="rId15" Type="http://schemas.openxmlformats.org/officeDocument/2006/relationships/slideLayout" Target="../slideLayouts/slideLayout43.xml"/><Relationship Id="rId16" Type="http://schemas.openxmlformats.org/officeDocument/2006/relationships/slideLayout" Target="../slideLayouts/slideLayout44.xml"/><Relationship Id="rId17" Type="http://schemas.openxmlformats.org/officeDocument/2006/relationships/slideLayout" Target="../slideLayouts/slideLayout45.xml"/><Relationship Id="rId18" Type="http://schemas.openxmlformats.org/officeDocument/2006/relationships/slideLayout" Target="../slideLayouts/slideLayout46.xml"/><Relationship Id="rId19" Type="http://schemas.openxmlformats.org/officeDocument/2006/relationships/slideLayout" Target="../slideLayouts/slideLayout47.xml"/><Relationship Id="rId20" Type="http://schemas.openxmlformats.org/officeDocument/2006/relationships/slideLayout" Target="../slideLayouts/slideLayout48.xml"/><Relationship Id="rId21" Type="http://schemas.openxmlformats.org/officeDocument/2006/relationships/slideLayout" Target="../slideLayouts/slideLayout49.xml"/><Relationship Id="rId22" Type="http://schemas.openxmlformats.org/officeDocument/2006/relationships/slideLayout" Target="../slideLayouts/slideLayout50.xml"/><Relationship Id="rId23" Type="http://schemas.openxmlformats.org/officeDocument/2006/relationships/slideLayout" Target="../slideLayouts/slideLayout51.xml"/><Relationship Id="rId24" Type="http://schemas.openxmlformats.org/officeDocument/2006/relationships/slideLayout" Target="../slideLayouts/slideLayout52.xml"/><Relationship Id="rId25" Type="http://schemas.openxmlformats.org/officeDocument/2006/relationships/slideLayout" Target="../slideLayouts/slideLayout53.xml"/><Relationship Id="rId26" Type="http://schemas.openxmlformats.org/officeDocument/2006/relationships/theme" Target="../theme/theme3.xml"/><Relationship Id="rId27" Type="http://schemas.openxmlformats.org/officeDocument/2006/relationships/tags" Target="../tags/tag32.xml"/><Relationship Id="rId28" Type="http://schemas.openxmlformats.org/officeDocument/2006/relationships/oleObject" Target="../embeddings/oleObject28.bin"/><Relationship Id="rId29" Type="http://schemas.openxmlformats.org/officeDocument/2006/relationships/image" Target="../media/image1.emf"/></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4.xml"/><Relationship Id="rId2" Type="http://schemas.openxmlformats.org/officeDocument/2006/relationships/slideLayout" Target="../slideLayouts/slideLayout55.xml"/><Relationship Id="rId3" Type="http://schemas.openxmlformats.org/officeDocument/2006/relationships/slideLayout" Target="../slideLayouts/slideLayout56.xml"/><Relationship Id="rId4" Type="http://schemas.openxmlformats.org/officeDocument/2006/relationships/slideLayout" Target="../slideLayouts/slideLayout57.xml"/><Relationship Id="rId5" Type="http://schemas.openxmlformats.org/officeDocument/2006/relationships/slideLayout" Target="../slideLayouts/slideLayout58.xml"/><Relationship Id="rId6" Type="http://schemas.openxmlformats.org/officeDocument/2006/relationships/slideLayout" Target="../slideLayouts/slideLayout59.xml"/><Relationship Id="rId7" Type="http://schemas.openxmlformats.org/officeDocument/2006/relationships/slideLayout" Target="../slideLayouts/slideLayout60.xml"/><Relationship Id="rId8" Type="http://schemas.openxmlformats.org/officeDocument/2006/relationships/slideLayout" Target="../slideLayouts/slideLayout61.xml"/><Relationship Id="rId9" Type="http://schemas.openxmlformats.org/officeDocument/2006/relationships/slideLayout" Target="../slideLayouts/slideLayout62.xml"/><Relationship Id="rId10" Type="http://schemas.openxmlformats.org/officeDocument/2006/relationships/slideLayout" Target="../slideLayouts/slideLayout63.xml"/><Relationship Id="rId11" Type="http://schemas.openxmlformats.org/officeDocument/2006/relationships/slideLayout" Target="../slideLayouts/slideLayout64.xml"/><Relationship Id="rId12" Type="http://schemas.openxmlformats.org/officeDocument/2006/relationships/slideLayout" Target="../slideLayouts/slideLayout65.xml"/><Relationship Id="rId13" Type="http://schemas.openxmlformats.org/officeDocument/2006/relationships/slideLayout" Target="../slideLayouts/slideLayout66.xml"/><Relationship Id="rId14" Type="http://schemas.openxmlformats.org/officeDocument/2006/relationships/slideLayout" Target="../slideLayouts/slideLayout67.xml"/><Relationship Id="rId15" Type="http://schemas.openxmlformats.org/officeDocument/2006/relationships/slideLayout" Target="../slideLayouts/slideLayout68.xml"/><Relationship Id="rId16" Type="http://schemas.openxmlformats.org/officeDocument/2006/relationships/slideLayout" Target="../slideLayouts/slideLayout69.xml"/><Relationship Id="rId17" Type="http://schemas.openxmlformats.org/officeDocument/2006/relationships/slideLayout" Target="../slideLayouts/slideLayout70.xml"/><Relationship Id="rId18" Type="http://schemas.openxmlformats.org/officeDocument/2006/relationships/slideLayout" Target="../slideLayouts/slideLayout71.xml"/><Relationship Id="rId19" Type="http://schemas.openxmlformats.org/officeDocument/2006/relationships/slideLayout" Target="../slideLayouts/slideLayout72.xml"/><Relationship Id="rId20" Type="http://schemas.openxmlformats.org/officeDocument/2006/relationships/slideLayout" Target="../slideLayouts/slideLayout73.xml"/><Relationship Id="rId21" Type="http://schemas.openxmlformats.org/officeDocument/2006/relationships/theme" Target="../theme/theme4.xml"/><Relationship Id="rId22" Type="http://schemas.openxmlformats.org/officeDocument/2006/relationships/tags" Target="../tags/tag56.xml"/><Relationship Id="rId23" Type="http://schemas.openxmlformats.org/officeDocument/2006/relationships/oleObject" Target="../embeddings/oleObject28.bin"/><Relationship Id="rId24"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a:extLst>
              <a:ext uri="{FF2B5EF4-FFF2-40B4-BE49-F238E27FC236}">
                <a16:creationId xmlns:a16="http://schemas.microsoft.com/office/drawing/2014/main" id="{886ACD3C-B1FD-4D8B-B85B-1B25921C344F}"/>
              </a:ext>
            </a:extLst>
          </p:cNvPr>
          <p:cNvGraphicFramePr>
            <a:graphicFrameLocks/>
          </p:cNvGraphicFramePr>
          <p:nvPr userDrawn="1">
            <p:custDataLst>
              <p:tags r:id="rId24"/>
            </p:custDataLst>
            <p:extLst>
              <p:ext uri="{D42A27DB-BD31-4B8C-83A1-F6EECF244321}">
                <p14:modId xmlns:p14="http://schemas.microsoft.com/office/powerpoint/2010/main" val="309265685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5" imgW="444" imgH="443" progId="TCLayout.ActiveDocument.1">
                  <p:embed/>
                </p:oleObj>
              </mc:Choice>
              <mc:Fallback>
                <p:oleObj name="thinkcellスライド" r:id="rId25" imgW="444" imgH="443" progId="TCLayout.ActiveDocument.1">
                  <p:embed/>
                  <p:pic>
                    <p:nvPicPr>
                      <p:cNvPr id="4" name="オブジェクト 3" hidden="1">
                        <a:extLst>
                          <a:ext uri="{FF2B5EF4-FFF2-40B4-BE49-F238E27FC236}">
                            <a16:creationId xmlns:a16="http://schemas.microsoft.com/office/drawing/2014/main" id="{886ACD3C-B1FD-4D8B-B85B-1B25921C344F}"/>
                          </a:ext>
                        </a:extLst>
                      </p:cNvPr>
                      <p:cNvPicPr/>
                      <p:nvPr/>
                    </p:nvPicPr>
                    <p:blipFill>
                      <a:blip r:embed="rId26"/>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kumimoji="1" lang="en-US" altLang="ja-JP"/>
              <a:t>DT Template 16:9</a:t>
            </a:r>
            <a:endParaRPr kumimoji="1"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pPr fontAlgn="auto">
                <a:spcBef>
                  <a:spcPts val="0"/>
                </a:spcBef>
                <a:spcAft>
                  <a:spcPts val="0"/>
                </a:spcAft>
              </a:pPr>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headEnd/>
            <a:tailEnd/>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2025. For information, contact Deloitte Tohmatsu Group.</a:t>
            </a:r>
          </a:p>
        </p:txBody>
      </p:sp>
      <p:sp>
        <p:nvSpPr>
          <p:cNvPr id="3" name="テキスト プレースホルダー 2"/>
          <p:cNvSpPr>
            <a:spLocks noGrp="1"/>
          </p:cNvSpPr>
          <p:nvPr>
            <p:ph type="body" idx="1"/>
          </p:nvPr>
        </p:nvSpPr>
        <p:spPr bwMode="gray">
          <a:xfrm>
            <a:off x="480000" y="14832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a:extLst>
              <a:ext uri="{FF2B5EF4-FFF2-40B4-BE49-F238E27FC236}">
                <a16:creationId xmlns:a16="http://schemas.microsoft.com/office/drawing/2014/main" id="{E0E64AB6-CEBE-4B69-BA95-262258503BE9}"/>
              </a:ext>
            </a:extLst>
          </p:cNvPr>
          <p:cNvSpPr>
            <a:spLocks noGrp="1"/>
          </p:cNvSpPr>
          <p:nvPr>
            <p:ph type="dt" sz="half" idx="2"/>
          </p:nvPr>
        </p:nvSpPr>
        <p:spPr bwMode="gray">
          <a:xfrm>
            <a:off x="5615099" y="6444000"/>
            <a:ext cx="961802" cy="169277"/>
          </a:xfrm>
          <a:prstGeom prst="rect">
            <a:avLst/>
          </a:prstGeom>
        </p:spPr>
        <p:txBody>
          <a:bodyPr vert="horz" wrap="none" lIns="0" tIns="0" rIns="0" bIns="0" rtlCol="0" anchor="t" anchorCtr="0">
            <a:spAutoFit/>
          </a:bodyPr>
          <a:lstStyle>
            <a:lvl1pPr>
              <a:defRPr kumimoji="1" lang="en-US" altLang="ja-JP" sz="1100" smtClean="0">
                <a:solidFill>
                  <a:schemeClr val="tx2"/>
                </a:solidFill>
                <a:latin typeface="+mn-lt"/>
                <a:ea typeface="+mn-ea"/>
                <a:cs typeface="+mn-cs"/>
              </a:defRPr>
            </a:lvl1pPr>
          </a:lstStyle>
          <a:p>
            <a:pPr algn="ctr"/>
            <a:r>
              <a:rPr lang="en-US"/>
              <a:t>&lt; Confidential &gt;</a:t>
            </a:r>
          </a:p>
        </p:txBody>
      </p:sp>
    </p:spTree>
    <p:extLst>
      <p:ext uri="{BB962C8B-B14F-4D97-AF65-F5344CB8AC3E}">
        <p14:creationId xmlns:p14="http://schemas.microsoft.com/office/powerpoint/2010/main" val="1977651121"/>
      </p:ext>
    </p:extLst>
  </p:cSld>
  <p:clrMap bg1="lt1" tx1="dk1" bg2="lt2" tx2="dk2" accent1="accent1" accent2="accent2" accent3="accent3" accent4="accent4" accent5="accent5" accent6="accent6" hlink="hlink" folHlink="folHlink"/>
  <p:sldLayoutIdLst>
    <p:sldLayoutId id="2147483935" r:id="rId1"/>
    <p:sldLayoutId id="2147483944" r:id="rId2"/>
    <p:sldLayoutId id="2147483946" r:id="rId3"/>
    <p:sldLayoutId id="2147483947" r:id="rId4"/>
    <p:sldLayoutId id="2147483911" r:id="rId5"/>
    <p:sldLayoutId id="2147483912" r:id="rId6"/>
    <p:sldLayoutId id="2147483934" r:id="rId7"/>
    <p:sldLayoutId id="2147483983" r:id="rId8"/>
    <p:sldLayoutId id="2147483984" r:id="rId9"/>
    <p:sldLayoutId id="2147483985" r:id="rId10"/>
    <p:sldLayoutId id="2147483959" r:id="rId11"/>
    <p:sldLayoutId id="2147483969" r:id="rId12"/>
    <p:sldLayoutId id="2147483960" r:id="rId13"/>
    <p:sldLayoutId id="2147483961" r:id="rId14"/>
    <p:sldLayoutId id="2147483976" r:id="rId15"/>
    <p:sldLayoutId id="2147483977" r:id="rId16"/>
    <p:sldLayoutId id="2147483978" r:id="rId17"/>
    <p:sldLayoutId id="2147483979" r:id="rId18"/>
    <p:sldLayoutId id="2147483952" r:id="rId19"/>
    <p:sldLayoutId id="2147483957" r:id="rId20"/>
    <p:sldLayoutId id="2147483956" r:id="rId21"/>
    <p:sldLayoutId id="2147483958" r:id="rId22"/>
  </p:sldLayoutIdLst>
  <p:hf hdr="0"/>
  <p:txStyles>
    <p:titleStyle>
      <a:lvl1pPr algn="l" defTabSz="990564"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564" rtl="0" eaLnBrk="1" fontAlgn="auto" latinLnBrk="0" hangingPunct="1">
        <a:lnSpc>
          <a:spcPct val="110000"/>
        </a:lnSpc>
        <a:spcBef>
          <a:spcPts val="600"/>
        </a:spcBef>
        <a:spcAft>
          <a:spcPts val="0"/>
        </a:spcAft>
        <a:buClrTx/>
        <a:buSzPct val="100000"/>
        <a:buFont typeface="Arial" panose="020B0604020202020204" pitchFamily="34" charset="0"/>
        <a:buNone/>
        <a:tabLst/>
        <a:defRPr kumimoji="1" sz="1600" b="0" kern="1200">
          <a:solidFill>
            <a:schemeClr val="tx1"/>
          </a:solidFill>
          <a:latin typeface="+mn-lt"/>
          <a:ea typeface="+mn-ea"/>
          <a:cs typeface="+mn-cs"/>
        </a:defRPr>
      </a:lvl1pPr>
      <a:lvl2pPr marL="252000" marR="0" indent="-252000" algn="l" defTabSz="990564" rtl="0" eaLnBrk="1" fontAlgn="auto" latinLnBrk="0" hangingPunct="1">
        <a:lnSpc>
          <a:spcPct val="110000"/>
        </a:lnSpc>
        <a:spcBef>
          <a:spcPts val="600"/>
        </a:spcBef>
        <a:spcAft>
          <a:spcPts val="0"/>
        </a:spcAft>
        <a:buClrTx/>
        <a:buSzPct val="100000"/>
        <a:buFont typeface="Wingdings" panose="05000000000000000000" pitchFamily="2" charset="2"/>
        <a:buChar char="n"/>
        <a:tabLst/>
        <a:defRPr kumimoji="1" lang="en-US" sz="1600" b="0" kern="1200" dirty="0" smtClean="0">
          <a:solidFill>
            <a:schemeClr val="tx1"/>
          </a:solidFill>
          <a:latin typeface="+mn-lt"/>
          <a:ea typeface="+mn-ea"/>
          <a:cs typeface="+mn-cs"/>
        </a:defRPr>
      </a:lvl2pPr>
      <a:lvl3pPr marL="504000" marR="0" indent="-252000" algn="l" defTabSz="990564" rtl="0" eaLnBrk="1" fontAlgn="auto" latinLnBrk="0" hangingPunct="1">
        <a:lnSpc>
          <a:spcPct val="110000"/>
        </a:lnSpc>
        <a:spcBef>
          <a:spcPts val="600"/>
        </a:spcBef>
        <a:spcAft>
          <a:spcPts val="0"/>
        </a:spcAft>
        <a:buClrTx/>
        <a:buSzPct val="100000"/>
        <a:buFont typeface="Wingdings" panose="05000000000000000000" pitchFamily="2" charset="2"/>
        <a:buChar char="Ø"/>
        <a:tabLst/>
        <a:defRPr kumimoji="1" lang="en-US" sz="1600" b="0" kern="1200" dirty="0" smtClean="0">
          <a:solidFill>
            <a:schemeClr val="tx1"/>
          </a:solidFill>
          <a:latin typeface="+mn-lt"/>
          <a:ea typeface="+mn-ea"/>
          <a:cs typeface="+mn-cs"/>
        </a:defRPr>
      </a:lvl3pPr>
      <a:lvl4pPr marL="684000" marR="0" indent="-180000" algn="l" defTabSz="990564" rtl="0" eaLnBrk="1" fontAlgn="auto" latinLnBrk="0" hangingPunct="1">
        <a:lnSpc>
          <a:spcPct val="110000"/>
        </a:lnSpc>
        <a:spcBef>
          <a:spcPts val="600"/>
        </a:spcBef>
        <a:spcAft>
          <a:spcPts val="0"/>
        </a:spcAft>
        <a:buClrTx/>
        <a:buSzPct val="100000"/>
        <a:buFont typeface="Arial" panose="020B0604020202020204" pitchFamily="34" charset="0"/>
        <a:buChar char="•"/>
        <a:tabLst/>
        <a:defRPr kumimoji="1" lang="en-US" sz="1600" b="0" kern="1200" baseline="0" dirty="0" smtClean="0">
          <a:solidFill>
            <a:schemeClr val="tx1"/>
          </a:solidFill>
          <a:latin typeface="+mn-lt"/>
          <a:ea typeface="+mn-ea"/>
          <a:cs typeface="+mn-cs"/>
        </a:defRPr>
      </a:lvl4pPr>
      <a:lvl5pPr marL="936000" indent="-252000" algn="l" defTabSz="865024" rtl="0" eaLnBrk="1" latinLnBrk="0" hangingPunct="1">
        <a:lnSpc>
          <a:spcPct val="110000"/>
        </a:lnSpc>
        <a:spcBef>
          <a:spcPts val="600"/>
        </a:spcBef>
        <a:spcAft>
          <a:spcPts val="0"/>
        </a:spcAft>
        <a:buClrTx/>
        <a:buSzPct val="100000"/>
        <a:buFont typeface="Verdana" panose="020B0604030504040204" pitchFamily="34" charset="0"/>
        <a:buChar char="−"/>
        <a:tabLst/>
        <a:defRPr kumimoji="1" lang="en-US" sz="1600" kern="1200" baseline="0" dirty="0" smtClean="0">
          <a:solidFill>
            <a:schemeClr val="tx1"/>
          </a:solidFill>
          <a:latin typeface="+mn-lt"/>
          <a:ea typeface="+mn-ea"/>
          <a:cs typeface="+mn-cs"/>
        </a:defRPr>
      </a:lvl5pPr>
      <a:lvl6pPr marL="1188000" indent="-252000" algn="l" defTabSz="990564"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179" indent="-191093" algn="l" defTabSz="990564" rtl="0" eaLnBrk="1" latinLnBrk="0" hangingPunct="1">
        <a:spcBef>
          <a:spcPts val="0"/>
        </a:spcBef>
        <a:spcAft>
          <a:spcPts val="1083"/>
        </a:spcAft>
        <a:buFont typeface="Verdana" panose="020B0604030504040204" pitchFamily="34" charset="0"/>
        <a:buChar char="−"/>
        <a:defRPr kumimoji="1" sz="1300" kern="1200">
          <a:solidFill>
            <a:schemeClr val="tx1"/>
          </a:solidFill>
          <a:latin typeface="+mn-lt"/>
          <a:ea typeface="+mn-ea"/>
          <a:cs typeface="+mn-cs"/>
        </a:defRPr>
      </a:lvl7pPr>
      <a:lvl8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8pPr>
      <a:lvl9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564" rtl="0" eaLnBrk="1" latinLnBrk="0" hangingPunct="1">
        <a:defRPr kumimoji="1" sz="1950" kern="1200">
          <a:solidFill>
            <a:schemeClr val="tx1"/>
          </a:solidFill>
          <a:latin typeface="+mn-lt"/>
          <a:ea typeface="+mn-ea"/>
          <a:cs typeface="+mn-cs"/>
        </a:defRPr>
      </a:lvl1pPr>
      <a:lvl2pPr marL="495283" algn="l" defTabSz="990564" rtl="0" eaLnBrk="1" latinLnBrk="0" hangingPunct="1">
        <a:defRPr kumimoji="1" sz="1950" kern="1200">
          <a:solidFill>
            <a:schemeClr val="tx1"/>
          </a:solidFill>
          <a:latin typeface="+mn-lt"/>
          <a:ea typeface="+mn-ea"/>
          <a:cs typeface="+mn-cs"/>
        </a:defRPr>
      </a:lvl2pPr>
      <a:lvl3pPr marL="990564" algn="l" defTabSz="990564" rtl="0" eaLnBrk="1" latinLnBrk="0" hangingPunct="1">
        <a:defRPr kumimoji="1" sz="1950" kern="1200">
          <a:solidFill>
            <a:schemeClr val="tx1"/>
          </a:solidFill>
          <a:latin typeface="+mn-lt"/>
          <a:ea typeface="+mn-ea"/>
          <a:cs typeface="+mn-cs"/>
        </a:defRPr>
      </a:lvl3pPr>
      <a:lvl4pPr marL="1485846" algn="l" defTabSz="990564" rtl="0" eaLnBrk="1" latinLnBrk="0" hangingPunct="1">
        <a:defRPr kumimoji="1" sz="1950" kern="1200">
          <a:solidFill>
            <a:schemeClr val="tx1"/>
          </a:solidFill>
          <a:latin typeface="+mn-lt"/>
          <a:ea typeface="+mn-ea"/>
          <a:cs typeface="+mn-cs"/>
        </a:defRPr>
      </a:lvl4pPr>
      <a:lvl5pPr marL="1981127" algn="l" defTabSz="990564" rtl="0" eaLnBrk="1" latinLnBrk="0" hangingPunct="1">
        <a:defRPr kumimoji="1" sz="1950" kern="1200">
          <a:solidFill>
            <a:schemeClr val="tx1"/>
          </a:solidFill>
          <a:latin typeface="+mn-lt"/>
          <a:ea typeface="+mn-ea"/>
          <a:cs typeface="+mn-cs"/>
        </a:defRPr>
      </a:lvl5pPr>
      <a:lvl6pPr marL="2476410" algn="l" defTabSz="990564" rtl="0" eaLnBrk="1" latinLnBrk="0" hangingPunct="1">
        <a:defRPr kumimoji="1" sz="1950" kern="1200">
          <a:solidFill>
            <a:schemeClr val="tx1"/>
          </a:solidFill>
          <a:latin typeface="+mn-lt"/>
          <a:ea typeface="+mn-ea"/>
          <a:cs typeface="+mn-cs"/>
        </a:defRPr>
      </a:lvl6pPr>
      <a:lvl7pPr marL="2971692" algn="l" defTabSz="990564" rtl="0" eaLnBrk="1" latinLnBrk="0" hangingPunct="1">
        <a:defRPr kumimoji="1" sz="1950" kern="1200">
          <a:solidFill>
            <a:schemeClr val="tx1"/>
          </a:solidFill>
          <a:latin typeface="+mn-lt"/>
          <a:ea typeface="+mn-ea"/>
          <a:cs typeface="+mn-cs"/>
        </a:defRPr>
      </a:lvl7pPr>
      <a:lvl8pPr marL="3466973" algn="l" defTabSz="990564" rtl="0" eaLnBrk="1" latinLnBrk="0" hangingPunct="1">
        <a:defRPr kumimoji="1" sz="1950" kern="1200">
          <a:solidFill>
            <a:schemeClr val="tx1"/>
          </a:solidFill>
          <a:latin typeface="+mn-lt"/>
          <a:ea typeface="+mn-ea"/>
          <a:cs typeface="+mn-cs"/>
        </a:defRPr>
      </a:lvl8pPr>
      <a:lvl9pPr marL="3962255" algn="l" defTabSz="990564" rtl="0" eaLnBrk="1" latinLnBrk="0" hangingPunct="1">
        <a:defRPr kumimoji="1" sz="1950" kern="1200">
          <a:solidFill>
            <a:schemeClr val="tx1"/>
          </a:solidFill>
          <a:latin typeface="+mn-lt"/>
          <a:ea typeface="+mn-ea"/>
          <a:cs typeface="+mn-cs"/>
        </a:defRPr>
      </a:lvl9pPr>
    </p:otherStyle>
  </p:txStyles>
  <p:extLst>
    <p:ext uri="{27BBF7A9-308A-43DC-89C8-2F10F3537804}">
      <p15:sldGuideLst xmlns:p15="http://schemas.microsoft.com/office/powerpoint/2012/main">
        <p15:guide id="0" pos="3840" userDrawn="1">
          <p15:clr>
            <a:srgbClr val="A4A3A4"/>
          </p15:clr>
        </p15:guide>
        <p15:guide id="1" orient="horz" pos="96" userDrawn="1">
          <p15:clr>
            <a:srgbClr val="A4A3A4"/>
          </p15:clr>
        </p15:guide>
        <p15:guide id="2" pos="3727" userDrawn="1">
          <p15:clr>
            <a:srgbClr val="A4A3A4"/>
          </p15:clr>
        </p15:guide>
        <p15:guide id="3" pos="3953" userDrawn="1">
          <p15:clr>
            <a:srgbClr val="A4A3A4"/>
          </p15:clr>
        </p15:guide>
        <p15:guide id="4" pos="7378" userDrawn="1">
          <p15:clr>
            <a:srgbClr val="A4A3A4"/>
          </p15:clr>
        </p15:guide>
        <p15:guide id="5" pos="302" userDrawn="1">
          <p15:clr>
            <a:srgbClr val="A4A3A4"/>
          </p15:clr>
        </p15:guide>
        <p15:guide id="6" orient="horz" pos="527" userDrawn="1">
          <p15:clr>
            <a:srgbClr val="A4A3A4"/>
          </p15:clr>
        </p15:guide>
        <p15:guide id="8" orient="horz" pos="935" userDrawn="1">
          <p15:clr>
            <a:srgbClr val="A4A3A4"/>
          </p15:clr>
        </p15:guide>
        <p15:guide id="9" orient="horz" pos="3974" userDrawn="1">
          <p15:clr>
            <a:srgbClr val="A4A3A4"/>
          </p15:clr>
        </p15:guide>
        <p15:guide id="10" orient="horz" pos="4156" userDrawn="1">
          <p15:clr>
            <a:srgbClr val="A4A3A4"/>
          </p15:clr>
        </p15:guide>
        <p15:guide id="11" orient="horz" pos="4269" userDrawn="1">
          <p15:clr>
            <a:srgbClr val="A4A3A4"/>
          </p15:clr>
        </p15:guide>
        <p15:guide id="12" orient="horz" pos="640" userDrawn="1">
          <p15:clr>
            <a:srgbClr val="A4A3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a:extLst>
              <a:ext uri="{FF2B5EF4-FFF2-40B4-BE49-F238E27FC236}">
                <a16:creationId xmlns:a16="http://schemas.microsoft.com/office/drawing/2014/main" id="{88710619-D609-4ABA-8EC3-1DBA3A476E15}"/>
              </a:ext>
            </a:extLst>
          </p:cNvPr>
          <p:cNvGraphicFramePr>
            <a:graphicFrameLocks noChangeAspect="1"/>
          </p:cNvGraphicFramePr>
          <p:nvPr userDrawn="1">
            <p:custDataLst>
              <p:tags r:id="rId8"/>
            </p:custDataLst>
            <p:extLst>
              <p:ext uri="{D42A27DB-BD31-4B8C-83A1-F6EECF244321}">
                <p14:modId xmlns:p14="http://schemas.microsoft.com/office/powerpoint/2010/main" val="169708599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9" imgW="444" imgH="443" progId="TCLayout.ActiveDocument.1">
                  <p:embed/>
                </p:oleObj>
              </mc:Choice>
              <mc:Fallback>
                <p:oleObj name="thinkcellスライド" r:id="rId9" imgW="444" imgH="443" progId="TCLayout.ActiveDocument.1">
                  <p:embed/>
                  <p:pic>
                    <p:nvPicPr>
                      <p:cNvPr id="4" name="オブジェクト 3" hidden="1">
                        <a:extLst>
                          <a:ext uri="{FF2B5EF4-FFF2-40B4-BE49-F238E27FC236}">
                            <a16:creationId xmlns:a16="http://schemas.microsoft.com/office/drawing/2014/main" id="{88710619-D609-4ABA-8EC3-1DBA3A476E15}"/>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52400"/>
            <a:ext cx="11232000" cy="647700"/>
          </a:xfrm>
          <a:prstGeom prst="rect">
            <a:avLst/>
          </a:prstGeom>
        </p:spPr>
        <p:txBody>
          <a:bodyPr vert="horz" lIns="0" tIns="0" rIns="0" bIns="0" rtlCol="0" anchor="b" anchorCtr="0">
            <a:noAutofit/>
          </a:bodyPr>
          <a:lstStyle/>
          <a:p>
            <a:r>
              <a:rPr kumimoji="1" lang="ja-JP" altLang="en-US"/>
              <a:t>スライドタイトル</a:t>
            </a:r>
            <a:r>
              <a:rPr lang="ja-JP" altLang="en-US" noProof="0"/>
              <a:t>（入力が必要）</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kumimoji="1" lang="en-GB" altLang="en-GB"/>
              <a:t>DT Template 16:9</a:t>
            </a:r>
          </a:p>
        </p:txBody>
      </p:sp>
      <p:sp>
        <p:nvSpPr>
          <p:cNvPr id="9" name="スライド番号プレースホルダ 9"/>
          <p:cNvSpPr>
            <a:spLocks noGrp="1"/>
          </p:cNvSpPr>
          <p:nvPr>
            <p:ph type="sldNum" sz="quarter" idx="4"/>
          </p:nvPr>
        </p:nvSpPr>
        <p:spPr bwMode="gray">
          <a:xfrm>
            <a:off x="4788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pPr fontAlgn="auto">
                <a:spcBef>
                  <a:spcPts val="0"/>
                </a:spcBef>
                <a:spcAft>
                  <a:spcPts val="0"/>
                </a:spcAft>
              </a:pPr>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headEnd/>
            <a:tailEnd/>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2025. For information, contact Deloitte Tohmatsu Group.</a:t>
            </a:r>
          </a:p>
        </p:txBody>
      </p:sp>
      <p:sp>
        <p:nvSpPr>
          <p:cNvPr id="3" name="テキスト プレースホルダー 2"/>
          <p:cNvSpPr>
            <a:spLocks noGrp="1"/>
          </p:cNvSpPr>
          <p:nvPr>
            <p:ph type="body" idx="1"/>
          </p:nvPr>
        </p:nvSpPr>
        <p:spPr bwMode="gray">
          <a:xfrm>
            <a:off x="480000" y="1484725"/>
            <a:ext cx="11232000" cy="4824000"/>
          </a:xfrm>
          <a:prstGeom prst="rect">
            <a:avLst/>
          </a:prstGeom>
        </p:spPr>
        <p:txBody>
          <a:bodyPr vert="horz" lIns="0" tIns="0" rIns="0" bIns="0" rtlCol="0">
            <a:norm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Tree>
    <p:extLst>
      <p:ext uri="{BB962C8B-B14F-4D97-AF65-F5344CB8AC3E}">
        <p14:creationId xmlns:p14="http://schemas.microsoft.com/office/powerpoint/2010/main" val="253086590"/>
      </p:ext>
    </p:extLst>
  </p:cSld>
  <p:clrMap bg1="lt1" tx1="dk1" bg2="lt2" tx2="dk2" accent1="accent1" accent2="accent2" accent3="accent3" accent4="accent4" accent5="accent5" accent6="accent6" hlink="hlink" folHlink="folHlink"/>
  <p:sldLayoutIdLst>
    <p:sldLayoutId id="2147483950" r:id="rId1"/>
    <p:sldLayoutId id="2147483975" r:id="rId2"/>
    <p:sldLayoutId id="2147483970" r:id="rId3"/>
    <p:sldLayoutId id="2147483980" r:id="rId4"/>
    <p:sldLayoutId id="2147483981" r:id="rId5"/>
    <p:sldLayoutId id="2147483982" r:id="rId6"/>
  </p:sldLayoutIdLst>
  <p:hf hdr="0"/>
  <p:txStyles>
    <p:titleStyle>
      <a:lvl1pPr algn="l" defTabSz="990564" rtl="0" eaLnBrk="1" latinLnBrk="0" hangingPunct="1">
        <a:spcBef>
          <a:spcPct val="0"/>
        </a:spcBef>
        <a:buNone/>
        <a:defRPr kumimoji="1" sz="2400" b="1" kern="1200" baseline="0">
          <a:solidFill>
            <a:schemeClr val="tx1"/>
          </a:solidFill>
          <a:latin typeface="+mj-lt"/>
          <a:ea typeface="+mj-ea"/>
          <a:cs typeface="+mj-cs"/>
        </a:defRPr>
      </a:lvl1pPr>
    </p:titleStyle>
    <p:bodyStyle>
      <a:lvl1pPr marL="0" indent="0" algn="l" defTabSz="990564" rtl="0" eaLnBrk="1" latinLnBrk="0" hangingPunct="1">
        <a:lnSpc>
          <a:spcPct val="100000"/>
        </a:lnSpc>
        <a:spcBef>
          <a:spcPts val="600"/>
        </a:spcBef>
        <a:spcAft>
          <a:spcPts val="0"/>
        </a:spcAft>
        <a:buSzPct val="100000"/>
        <a:buFont typeface="Arial" panose="020B0604020202020204" pitchFamily="34" charset="0"/>
        <a:buNone/>
        <a:defRPr kumimoji="1" sz="1600" b="0" kern="1200" baseline="0">
          <a:solidFill>
            <a:schemeClr val="tx1"/>
          </a:solidFill>
          <a:latin typeface="+mn-lt"/>
          <a:ea typeface="+mn-ea"/>
          <a:cs typeface="+mn-cs"/>
        </a:defRPr>
      </a:lvl1pPr>
      <a:lvl2pPr marL="252000" indent="-252000" algn="l" defTabSz="990564" rtl="0" eaLnBrk="1" latinLnBrk="0" hangingPunct="1">
        <a:lnSpc>
          <a:spcPct val="100000"/>
        </a:lnSpc>
        <a:spcBef>
          <a:spcPts val="600"/>
        </a:spcBef>
        <a:spcAft>
          <a:spcPts val="0"/>
        </a:spcAft>
        <a:buClrTx/>
        <a:buSzPct val="100000"/>
        <a:buFont typeface="Wingdings" panose="05000000000000000000" pitchFamily="2" charset="2"/>
        <a:buChar char="n"/>
        <a:defRPr kumimoji="1" lang="en-US" sz="1600" b="0" kern="1200" baseline="0" dirty="0" smtClean="0">
          <a:solidFill>
            <a:schemeClr val="tx1"/>
          </a:solidFill>
          <a:latin typeface="+mn-lt"/>
          <a:ea typeface="+mn-ea"/>
          <a:cs typeface="+mn-cs"/>
        </a:defRPr>
      </a:lvl2pPr>
      <a:lvl3pPr marL="504000" indent="-252000" algn="l" defTabSz="990564" rtl="0" eaLnBrk="1" latinLnBrk="0" hangingPunct="1">
        <a:lnSpc>
          <a:spcPct val="100000"/>
        </a:lnSpc>
        <a:spcBef>
          <a:spcPts val="600"/>
        </a:spcBef>
        <a:spcAft>
          <a:spcPts val="0"/>
        </a:spcAft>
        <a:buClrTx/>
        <a:buSzPct val="100000"/>
        <a:buFont typeface="Wingdings" panose="05000000000000000000" pitchFamily="2" charset="2"/>
        <a:buChar char="Ø"/>
        <a:defRPr kumimoji="1" lang="en-US" sz="1600" b="0" kern="1200" baseline="0" dirty="0" smtClean="0">
          <a:solidFill>
            <a:schemeClr val="tx1"/>
          </a:solidFill>
          <a:latin typeface="+mn-lt"/>
          <a:ea typeface="+mn-ea"/>
          <a:cs typeface="+mn-cs"/>
        </a:defRPr>
      </a:lvl3pPr>
      <a:lvl4pPr marL="684000" indent="-180000" algn="l" defTabSz="990564" rtl="0" eaLnBrk="1" latinLnBrk="0" hangingPunct="1">
        <a:lnSpc>
          <a:spcPct val="10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6000" indent="-252000" algn="l" defTabSz="865024" rtl="0" eaLnBrk="1" latinLnBrk="0" hangingPunct="1">
        <a:lnSpc>
          <a:spcPct val="110000"/>
        </a:lnSpc>
        <a:spcBef>
          <a:spcPts val="600"/>
        </a:spcBef>
        <a:spcAft>
          <a:spcPts val="0"/>
        </a:spcAft>
        <a:buClrTx/>
        <a:buSzPct val="100000"/>
        <a:buFont typeface="Verdana" panose="020B0604030504040204" pitchFamily="34" charset="0"/>
        <a:buChar char="−"/>
        <a:tabLst/>
        <a:defRPr kumimoji="1" lang="en-US" sz="1600" kern="1200" baseline="0" dirty="0" smtClean="0">
          <a:solidFill>
            <a:schemeClr val="tx1"/>
          </a:solidFill>
          <a:latin typeface="+mn-lt"/>
          <a:ea typeface="+mn-ea"/>
          <a:cs typeface="+mn-cs"/>
        </a:defRPr>
      </a:lvl5pPr>
      <a:lvl6pPr marL="1188000" indent="-252000" algn="l" defTabSz="990564"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179" indent="-191093" algn="l" defTabSz="990564" rtl="0" eaLnBrk="1" latinLnBrk="0" hangingPunct="1">
        <a:spcBef>
          <a:spcPts val="0"/>
        </a:spcBef>
        <a:spcAft>
          <a:spcPts val="1083"/>
        </a:spcAft>
        <a:buFont typeface="Verdana" panose="020B0604030504040204" pitchFamily="34" charset="0"/>
        <a:buChar char="−"/>
        <a:defRPr kumimoji="1" sz="1300" kern="1200">
          <a:solidFill>
            <a:schemeClr val="tx1"/>
          </a:solidFill>
          <a:latin typeface="+mn-lt"/>
          <a:ea typeface="+mn-ea"/>
          <a:cs typeface="+mn-cs"/>
        </a:defRPr>
      </a:lvl7pPr>
      <a:lvl8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8pPr>
      <a:lvl9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564" rtl="0" eaLnBrk="1" latinLnBrk="0" hangingPunct="1">
        <a:defRPr kumimoji="1" sz="1950" kern="1200">
          <a:solidFill>
            <a:schemeClr val="tx1"/>
          </a:solidFill>
          <a:latin typeface="+mn-lt"/>
          <a:ea typeface="+mn-ea"/>
          <a:cs typeface="+mn-cs"/>
        </a:defRPr>
      </a:lvl1pPr>
      <a:lvl2pPr marL="495283" algn="l" defTabSz="990564" rtl="0" eaLnBrk="1" latinLnBrk="0" hangingPunct="1">
        <a:defRPr kumimoji="1" sz="1950" kern="1200">
          <a:solidFill>
            <a:schemeClr val="tx1"/>
          </a:solidFill>
          <a:latin typeface="+mn-lt"/>
          <a:ea typeface="+mn-ea"/>
          <a:cs typeface="+mn-cs"/>
        </a:defRPr>
      </a:lvl2pPr>
      <a:lvl3pPr marL="990564" algn="l" defTabSz="990564" rtl="0" eaLnBrk="1" latinLnBrk="0" hangingPunct="1">
        <a:defRPr kumimoji="1" sz="1950" kern="1200">
          <a:solidFill>
            <a:schemeClr val="tx1"/>
          </a:solidFill>
          <a:latin typeface="+mn-lt"/>
          <a:ea typeface="+mn-ea"/>
          <a:cs typeface="+mn-cs"/>
        </a:defRPr>
      </a:lvl3pPr>
      <a:lvl4pPr marL="1485846" algn="l" defTabSz="990564" rtl="0" eaLnBrk="1" latinLnBrk="0" hangingPunct="1">
        <a:defRPr kumimoji="1" sz="1950" kern="1200">
          <a:solidFill>
            <a:schemeClr val="tx1"/>
          </a:solidFill>
          <a:latin typeface="+mn-lt"/>
          <a:ea typeface="+mn-ea"/>
          <a:cs typeface="+mn-cs"/>
        </a:defRPr>
      </a:lvl4pPr>
      <a:lvl5pPr marL="1981127" algn="l" defTabSz="990564" rtl="0" eaLnBrk="1" latinLnBrk="0" hangingPunct="1">
        <a:defRPr kumimoji="1" sz="1950" kern="1200">
          <a:solidFill>
            <a:schemeClr val="tx1"/>
          </a:solidFill>
          <a:latin typeface="+mn-lt"/>
          <a:ea typeface="+mn-ea"/>
          <a:cs typeface="+mn-cs"/>
        </a:defRPr>
      </a:lvl5pPr>
      <a:lvl6pPr marL="2476410" algn="l" defTabSz="990564" rtl="0" eaLnBrk="1" latinLnBrk="0" hangingPunct="1">
        <a:defRPr kumimoji="1" sz="1950" kern="1200">
          <a:solidFill>
            <a:schemeClr val="tx1"/>
          </a:solidFill>
          <a:latin typeface="+mn-lt"/>
          <a:ea typeface="+mn-ea"/>
          <a:cs typeface="+mn-cs"/>
        </a:defRPr>
      </a:lvl6pPr>
      <a:lvl7pPr marL="2971692" algn="l" defTabSz="990564" rtl="0" eaLnBrk="1" latinLnBrk="0" hangingPunct="1">
        <a:defRPr kumimoji="1" sz="1950" kern="1200">
          <a:solidFill>
            <a:schemeClr val="tx1"/>
          </a:solidFill>
          <a:latin typeface="+mn-lt"/>
          <a:ea typeface="+mn-ea"/>
          <a:cs typeface="+mn-cs"/>
        </a:defRPr>
      </a:lvl7pPr>
      <a:lvl8pPr marL="3466973" algn="l" defTabSz="990564" rtl="0" eaLnBrk="1" latinLnBrk="0" hangingPunct="1">
        <a:defRPr kumimoji="1" sz="1950" kern="1200">
          <a:solidFill>
            <a:schemeClr val="tx1"/>
          </a:solidFill>
          <a:latin typeface="+mn-lt"/>
          <a:ea typeface="+mn-ea"/>
          <a:cs typeface="+mn-cs"/>
        </a:defRPr>
      </a:lvl8pPr>
      <a:lvl9pPr marL="3962255" algn="l" defTabSz="990564" rtl="0" eaLnBrk="1" latinLnBrk="0" hangingPunct="1">
        <a:defRPr kumimoji="1" sz="19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A4A3A4"/>
          </p15:clr>
        </p15:guide>
        <p15:guide id="2" orient="horz" pos="96" userDrawn="1">
          <p15:clr>
            <a:srgbClr val="A4A3A4"/>
          </p15:clr>
        </p15:guide>
        <p15:guide id="3" pos="3727" userDrawn="1">
          <p15:clr>
            <a:srgbClr val="A4A3A4"/>
          </p15:clr>
        </p15:guide>
        <p15:guide id="4" pos="3953" userDrawn="1">
          <p15:clr>
            <a:srgbClr val="A4A3A4"/>
          </p15:clr>
        </p15:guide>
        <p15:guide id="5" pos="7378" userDrawn="1">
          <p15:clr>
            <a:srgbClr val="A4A3A4"/>
          </p15:clr>
        </p15:guide>
        <p15:guide id="6" pos="302" userDrawn="1">
          <p15:clr>
            <a:srgbClr val="A4A3A4"/>
          </p15:clr>
        </p15:guide>
        <p15:guide id="7" orient="horz" pos="504" userDrawn="1">
          <p15:clr>
            <a:srgbClr val="A4A3A4"/>
          </p15:clr>
        </p15:guide>
        <p15:guide id="8" orient="horz" pos="527" userDrawn="1">
          <p15:clr>
            <a:srgbClr val="A4A3A4"/>
          </p15:clr>
        </p15:guide>
        <p15:guide id="9" orient="horz" pos="935" userDrawn="1">
          <p15:clr>
            <a:srgbClr val="A4A3A4"/>
          </p15:clr>
        </p15:guide>
        <p15:guide id="10" orient="horz" pos="3974" userDrawn="1">
          <p15:clr>
            <a:srgbClr val="A4A3A4"/>
          </p15:clr>
        </p15:guide>
        <p15:guide id="11" orient="horz" pos="4156" userDrawn="1">
          <p15:clr>
            <a:srgbClr val="A4A3A4"/>
          </p15:clr>
        </p15:guide>
        <p15:guide id="12" orient="horz" pos="4269" userDrawn="1">
          <p15:clr>
            <a:srgbClr val="A4A3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a:extLst>
              <a:ext uri="{FF2B5EF4-FFF2-40B4-BE49-F238E27FC236}">
                <a16:creationId xmlns:a16="http://schemas.microsoft.com/office/drawing/2014/main" id="{886ACD3C-B1FD-4D8B-B85B-1B25921C344F}"/>
              </a:ext>
            </a:extLst>
          </p:cNvPr>
          <p:cNvGraphicFramePr>
            <a:graphicFrameLocks/>
          </p:cNvGraphicFramePr>
          <p:nvPr userDrawn="1">
            <p:custDataLst>
              <p:tags r:id="rId27"/>
            </p:custDataLst>
            <p:extLst>
              <p:ext uri="{D42A27DB-BD31-4B8C-83A1-F6EECF244321}">
                <p14:modId xmlns:p14="http://schemas.microsoft.com/office/powerpoint/2010/main" val="71423771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8" imgW="444" imgH="443" progId="TCLayout.ActiveDocument.1">
                  <p:embed/>
                </p:oleObj>
              </mc:Choice>
              <mc:Fallback>
                <p:oleObj name="thinkcellスライド" r:id="rId28" imgW="444" imgH="443" progId="TCLayout.ActiveDocument.1">
                  <p:embed/>
                  <p:pic>
                    <p:nvPicPr>
                      <p:cNvPr id="4" name="オブジェクト 3" hidden="1">
                        <a:extLst>
                          <a:ext uri="{FF2B5EF4-FFF2-40B4-BE49-F238E27FC236}">
                            <a16:creationId xmlns:a16="http://schemas.microsoft.com/office/drawing/2014/main" id="{886ACD3C-B1FD-4D8B-B85B-1B25921C344F}"/>
                          </a:ext>
                        </a:extLst>
                      </p:cNvPr>
                      <p:cNvPicPr/>
                      <p:nvPr/>
                    </p:nvPicPr>
                    <p:blipFill>
                      <a:blip r:embed="rId29"/>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endParaRPr kumimoji="1"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pPr fontAlgn="auto">
                <a:spcBef>
                  <a:spcPts val="0"/>
                </a:spcBef>
                <a:spcAft>
                  <a:spcPts val="0"/>
                </a:spcAft>
              </a:pPr>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headEnd/>
            <a:tailEnd/>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2026. For information, contact Deloitte Tohmatsu Group.</a:t>
            </a:r>
          </a:p>
        </p:txBody>
      </p:sp>
      <p:sp>
        <p:nvSpPr>
          <p:cNvPr id="3" name="テキスト プレースホルダー 2"/>
          <p:cNvSpPr>
            <a:spLocks noGrp="1"/>
          </p:cNvSpPr>
          <p:nvPr>
            <p:ph type="body" idx="1"/>
          </p:nvPr>
        </p:nvSpPr>
        <p:spPr bwMode="gray">
          <a:xfrm>
            <a:off x="480000" y="14832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a:extLst>
              <a:ext uri="{FF2B5EF4-FFF2-40B4-BE49-F238E27FC236}">
                <a16:creationId xmlns:a16="http://schemas.microsoft.com/office/drawing/2014/main" id="{E0E64AB6-CEBE-4B69-BA95-262258503BE9}"/>
              </a:ext>
            </a:extLst>
          </p:cNvPr>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endParaRPr lang="en-US"/>
          </a:p>
        </p:txBody>
      </p:sp>
    </p:spTree>
    <p:extLst>
      <p:ext uri="{BB962C8B-B14F-4D97-AF65-F5344CB8AC3E}">
        <p14:creationId xmlns:p14="http://schemas.microsoft.com/office/powerpoint/2010/main" val="2354391317"/>
      </p:ext>
    </p:extLst>
  </p:cSld>
  <p:clrMap bg1="lt1" tx1="dk1" bg2="lt2" tx2="dk2" accent1="accent1" accent2="accent2" accent3="accent3" accent4="accent4" accent5="accent5" accent6="accent6" hlink="hlink" folHlink="folHlink"/>
  <p:sldLayoutIdLst>
    <p:sldLayoutId id="2147483987" r:id="rId1"/>
    <p:sldLayoutId id="2147483988" r:id="rId2"/>
    <p:sldLayoutId id="2147483989" r:id="rId3"/>
    <p:sldLayoutId id="2147483990" r:id="rId4"/>
    <p:sldLayoutId id="2147483991" r:id="rId5"/>
    <p:sldLayoutId id="2147483992" r:id="rId6"/>
    <p:sldLayoutId id="2147483993" r:id="rId7"/>
    <p:sldLayoutId id="2147483994" r:id="rId8"/>
    <p:sldLayoutId id="2147483995" r:id="rId9"/>
    <p:sldLayoutId id="2147483996" r:id="rId10"/>
    <p:sldLayoutId id="2147483997" r:id="rId11"/>
    <p:sldLayoutId id="2147483998" r:id="rId12"/>
    <p:sldLayoutId id="2147483999" r:id="rId13"/>
    <p:sldLayoutId id="2147484000" r:id="rId14"/>
    <p:sldLayoutId id="2147484001" r:id="rId15"/>
    <p:sldLayoutId id="2147484002" r:id="rId16"/>
    <p:sldLayoutId id="2147484003" r:id="rId17"/>
    <p:sldLayoutId id="2147484004" r:id="rId18"/>
    <p:sldLayoutId id="2147484005" r:id="rId19"/>
    <p:sldLayoutId id="2147484006" r:id="rId20"/>
    <p:sldLayoutId id="2147484007" r:id="rId21"/>
    <p:sldLayoutId id="2147484008" r:id="rId22"/>
    <p:sldLayoutId id="2147484009" r:id="rId23"/>
    <p:sldLayoutId id="2147484011" r:id="rId24"/>
    <p:sldLayoutId id="2147484033" r:id="rId25"/>
  </p:sldLayoutIdLst>
  <p:hf hdr="0" ftr="0" dt="0"/>
  <p:txStyles>
    <p:titleStyle>
      <a:lvl1pPr algn="l" defTabSz="990564"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564" rtl="0" eaLnBrk="1" fontAlgn="auto" latinLnBrk="0" hangingPunct="1">
        <a:lnSpc>
          <a:spcPct val="110000"/>
        </a:lnSpc>
        <a:spcBef>
          <a:spcPts val="600"/>
        </a:spcBef>
        <a:spcAft>
          <a:spcPts val="0"/>
        </a:spcAft>
        <a:buClrTx/>
        <a:buSzPct val="100000"/>
        <a:buFont typeface="Arial" panose="020B0604020202020204" pitchFamily="34" charset="0"/>
        <a:buNone/>
        <a:tabLst/>
        <a:defRPr kumimoji="1" sz="1600" b="0" kern="1200">
          <a:solidFill>
            <a:schemeClr val="tx1"/>
          </a:solidFill>
          <a:latin typeface="+mn-lt"/>
          <a:ea typeface="+mn-ea"/>
          <a:cs typeface="+mn-cs"/>
        </a:defRPr>
      </a:lvl1pPr>
      <a:lvl2pPr marL="252000" marR="0" indent="-252000" algn="l" defTabSz="990564" rtl="0" eaLnBrk="1" fontAlgn="auto" latinLnBrk="0" hangingPunct="1">
        <a:lnSpc>
          <a:spcPct val="110000"/>
        </a:lnSpc>
        <a:spcBef>
          <a:spcPts val="600"/>
        </a:spcBef>
        <a:spcAft>
          <a:spcPts val="0"/>
        </a:spcAft>
        <a:buClrTx/>
        <a:buSzPct val="100000"/>
        <a:buFont typeface="Wingdings" panose="05000000000000000000" pitchFamily="2" charset="2"/>
        <a:buChar char="n"/>
        <a:tabLst/>
        <a:defRPr kumimoji="1" lang="en-US" sz="1600" b="0" kern="1200" dirty="0" smtClean="0">
          <a:solidFill>
            <a:schemeClr val="tx1"/>
          </a:solidFill>
          <a:latin typeface="+mn-lt"/>
          <a:ea typeface="+mn-ea"/>
          <a:cs typeface="+mn-cs"/>
        </a:defRPr>
      </a:lvl2pPr>
      <a:lvl3pPr marL="504000" marR="0" indent="-252000" algn="l" defTabSz="990564" rtl="0" eaLnBrk="1" fontAlgn="auto" latinLnBrk="0" hangingPunct="1">
        <a:lnSpc>
          <a:spcPct val="110000"/>
        </a:lnSpc>
        <a:spcBef>
          <a:spcPts val="600"/>
        </a:spcBef>
        <a:spcAft>
          <a:spcPts val="0"/>
        </a:spcAft>
        <a:buClrTx/>
        <a:buSzPct val="100000"/>
        <a:buFont typeface="Wingdings" panose="05000000000000000000" pitchFamily="2" charset="2"/>
        <a:buChar char="Ø"/>
        <a:tabLst/>
        <a:defRPr kumimoji="1" lang="en-US" sz="1600" b="0" kern="1200" dirty="0" smtClean="0">
          <a:solidFill>
            <a:schemeClr val="tx1"/>
          </a:solidFill>
          <a:latin typeface="+mn-lt"/>
          <a:ea typeface="+mn-ea"/>
          <a:cs typeface="+mn-cs"/>
        </a:defRPr>
      </a:lvl3pPr>
      <a:lvl4pPr marL="684000" marR="0" indent="-180000" algn="l" defTabSz="990564" rtl="0" eaLnBrk="1" fontAlgn="auto" latinLnBrk="0" hangingPunct="1">
        <a:lnSpc>
          <a:spcPct val="110000"/>
        </a:lnSpc>
        <a:spcBef>
          <a:spcPts val="600"/>
        </a:spcBef>
        <a:spcAft>
          <a:spcPts val="0"/>
        </a:spcAft>
        <a:buClrTx/>
        <a:buSzPct val="100000"/>
        <a:buFont typeface="Arial" panose="020B0604020202020204" pitchFamily="34" charset="0"/>
        <a:buChar char="•"/>
        <a:tabLst/>
        <a:defRPr kumimoji="1" lang="en-US" sz="1600" b="0" kern="1200" baseline="0" dirty="0" smtClean="0">
          <a:solidFill>
            <a:schemeClr val="tx1"/>
          </a:solidFill>
          <a:latin typeface="+mn-lt"/>
          <a:ea typeface="+mn-ea"/>
          <a:cs typeface="+mn-cs"/>
        </a:defRPr>
      </a:lvl4pPr>
      <a:lvl5pPr marL="936000" indent="-252000" algn="l" defTabSz="865024" rtl="0" eaLnBrk="1" latinLnBrk="0" hangingPunct="1">
        <a:lnSpc>
          <a:spcPct val="110000"/>
        </a:lnSpc>
        <a:spcBef>
          <a:spcPts val="600"/>
        </a:spcBef>
        <a:spcAft>
          <a:spcPts val="0"/>
        </a:spcAft>
        <a:buClrTx/>
        <a:buSzPct val="100000"/>
        <a:buFont typeface="Verdana" panose="020B0604030504040204" pitchFamily="34" charset="0"/>
        <a:buChar char="−"/>
        <a:tabLst/>
        <a:defRPr kumimoji="1" lang="en-US" sz="1600" kern="1200" baseline="0" dirty="0" smtClean="0">
          <a:solidFill>
            <a:schemeClr val="tx1"/>
          </a:solidFill>
          <a:latin typeface="+mn-lt"/>
          <a:ea typeface="+mn-ea"/>
          <a:cs typeface="+mn-cs"/>
        </a:defRPr>
      </a:lvl5pPr>
      <a:lvl6pPr marL="1188000" indent="-252000" algn="l" defTabSz="990564"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179" indent="-191093" algn="l" defTabSz="990564" rtl="0" eaLnBrk="1" latinLnBrk="0" hangingPunct="1">
        <a:spcBef>
          <a:spcPts val="0"/>
        </a:spcBef>
        <a:spcAft>
          <a:spcPts val="1083"/>
        </a:spcAft>
        <a:buFont typeface="Verdana" panose="020B0604030504040204" pitchFamily="34" charset="0"/>
        <a:buChar char="−"/>
        <a:defRPr kumimoji="1" sz="1300" kern="1200">
          <a:solidFill>
            <a:schemeClr val="tx1"/>
          </a:solidFill>
          <a:latin typeface="+mn-lt"/>
          <a:ea typeface="+mn-ea"/>
          <a:cs typeface="+mn-cs"/>
        </a:defRPr>
      </a:lvl7pPr>
      <a:lvl8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8pPr>
      <a:lvl9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564" rtl="0" eaLnBrk="1" latinLnBrk="0" hangingPunct="1">
        <a:defRPr kumimoji="1" sz="1950" kern="1200">
          <a:solidFill>
            <a:schemeClr val="tx1"/>
          </a:solidFill>
          <a:latin typeface="+mn-lt"/>
          <a:ea typeface="+mn-ea"/>
          <a:cs typeface="+mn-cs"/>
        </a:defRPr>
      </a:lvl1pPr>
      <a:lvl2pPr marL="495283" algn="l" defTabSz="990564" rtl="0" eaLnBrk="1" latinLnBrk="0" hangingPunct="1">
        <a:defRPr kumimoji="1" sz="1950" kern="1200">
          <a:solidFill>
            <a:schemeClr val="tx1"/>
          </a:solidFill>
          <a:latin typeface="+mn-lt"/>
          <a:ea typeface="+mn-ea"/>
          <a:cs typeface="+mn-cs"/>
        </a:defRPr>
      </a:lvl2pPr>
      <a:lvl3pPr marL="990564" algn="l" defTabSz="990564" rtl="0" eaLnBrk="1" latinLnBrk="0" hangingPunct="1">
        <a:defRPr kumimoji="1" sz="1950" kern="1200">
          <a:solidFill>
            <a:schemeClr val="tx1"/>
          </a:solidFill>
          <a:latin typeface="+mn-lt"/>
          <a:ea typeface="+mn-ea"/>
          <a:cs typeface="+mn-cs"/>
        </a:defRPr>
      </a:lvl3pPr>
      <a:lvl4pPr marL="1485846" algn="l" defTabSz="990564" rtl="0" eaLnBrk="1" latinLnBrk="0" hangingPunct="1">
        <a:defRPr kumimoji="1" sz="1950" kern="1200">
          <a:solidFill>
            <a:schemeClr val="tx1"/>
          </a:solidFill>
          <a:latin typeface="+mn-lt"/>
          <a:ea typeface="+mn-ea"/>
          <a:cs typeface="+mn-cs"/>
        </a:defRPr>
      </a:lvl4pPr>
      <a:lvl5pPr marL="1981127" algn="l" defTabSz="990564" rtl="0" eaLnBrk="1" latinLnBrk="0" hangingPunct="1">
        <a:defRPr kumimoji="1" sz="1950" kern="1200">
          <a:solidFill>
            <a:schemeClr val="tx1"/>
          </a:solidFill>
          <a:latin typeface="+mn-lt"/>
          <a:ea typeface="+mn-ea"/>
          <a:cs typeface="+mn-cs"/>
        </a:defRPr>
      </a:lvl5pPr>
      <a:lvl6pPr marL="2476410" algn="l" defTabSz="990564" rtl="0" eaLnBrk="1" latinLnBrk="0" hangingPunct="1">
        <a:defRPr kumimoji="1" sz="1950" kern="1200">
          <a:solidFill>
            <a:schemeClr val="tx1"/>
          </a:solidFill>
          <a:latin typeface="+mn-lt"/>
          <a:ea typeface="+mn-ea"/>
          <a:cs typeface="+mn-cs"/>
        </a:defRPr>
      </a:lvl6pPr>
      <a:lvl7pPr marL="2971692" algn="l" defTabSz="990564" rtl="0" eaLnBrk="1" latinLnBrk="0" hangingPunct="1">
        <a:defRPr kumimoji="1" sz="1950" kern="1200">
          <a:solidFill>
            <a:schemeClr val="tx1"/>
          </a:solidFill>
          <a:latin typeface="+mn-lt"/>
          <a:ea typeface="+mn-ea"/>
          <a:cs typeface="+mn-cs"/>
        </a:defRPr>
      </a:lvl7pPr>
      <a:lvl8pPr marL="3466973" algn="l" defTabSz="990564" rtl="0" eaLnBrk="1" latinLnBrk="0" hangingPunct="1">
        <a:defRPr kumimoji="1" sz="1950" kern="1200">
          <a:solidFill>
            <a:schemeClr val="tx1"/>
          </a:solidFill>
          <a:latin typeface="+mn-lt"/>
          <a:ea typeface="+mn-ea"/>
          <a:cs typeface="+mn-cs"/>
        </a:defRPr>
      </a:lvl8pPr>
      <a:lvl9pPr marL="3962255" algn="l" defTabSz="990564" rtl="0" eaLnBrk="1" latinLnBrk="0" hangingPunct="1">
        <a:defRPr kumimoji="1" sz="1950" kern="1200">
          <a:solidFill>
            <a:schemeClr val="tx1"/>
          </a:solidFill>
          <a:latin typeface="+mn-lt"/>
          <a:ea typeface="+mn-ea"/>
          <a:cs typeface="+mn-cs"/>
        </a:defRPr>
      </a:lvl9pPr>
    </p:otherStyle>
  </p:txStyles>
  <p:extLst>
    <p:ext uri="{27BBF7A9-308A-43DC-89C8-2F10F3537804}">
      <p15:sldGuideLst xmlns:p15="http://schemas.microsoft.com/office/powerpoint/2012/main">
        <p15:guide id="0" pos="3840">
          <p15:clr>
            <a:srgbClr val="A4A3A4"/>
          </p15:clr>
        </p15:guide>
        <p15:guide id="1" orient="horz" pos="96">
          <p15:clr>
            <a:srgbClr val="A4A3A4"/>
          </p15:clr>
        </p15:guide>
        <p15:guide id="2" pos="3727">
          <p15:clr>
            <a:srgbClr val="A4A3A4"/>
          </p15:clr>
        </p15:guide>
        <p15:guide id="3" pos="3953">
          <p15:clr>
            <a:srgbClr val="A4A3A4"/>
          </p15:clr>
        </p15:guide>
        <p15:guide id="4" pos="7378">
          <p15:clr>
            <a:srgbClr val="A4A3A4"/>
          </p15:clr>
        </p15:guide>
        <p15:guide id="5" pos="302">
          <p15:clr>
            <a:srgbClr val="A4A3A4"/>
          </p15:clr>
        </p15:guide>
        <p15:guide id="6" orient="horz" pos="527">
          <p15:clr>
            <a:srgbClr val="A4A3A4"/>
          </p15:clr>
        </p15:guide>
        <p15:guide id="8" orient="horz" pos="935">
          <p15:clr>
            <a:srgbClr val="A4A3A4"/>
          </p15:clr>
        </p15:guide>
        <p15:guide id="9" orient="horz" pos="3974">
          <p15:clr>
            <a:srgbClr val="A4A3A4"/>
          </p15:clr>
        </p15:guide>
        <p15:guide id="10" orient="horz" pos="4156">
          <p15:clr>
            <a:srgbClr val="A4A3A4"/>
          </p15:clr>
        </p15:guide>
        <p15:guide id="11" orient="horz" pos="4269">
          <p15:clr>
            <a:srgbClr val="A4A3A4"/>
          </p15:clr>
        </p15:guide>
        <p15:guide id="12" orient="horz" pos="640">
          <p15:clr>
            <a:srgbClr val="A4A3A4"/>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a:extLst>
              <a:ext uri="{FF2B5EF4-FFF2-40B4-BE49-F238E27FC236}">
                <a16:creationId xmlns:a16="http://schemas.microsoft.com/office/drawing/2014/main" id="{886ACD3C-B1FD-4D8B-B85B-1B25921C344F}"/>
              </a:ext>
            </a:extLst>
          </p:cNvPr>
          <p:cNvGraphicFramePr>
            <a:graphicFrameLocks/>
          </p:cNvGraphicFramePr>
          <p:nvPr userDrawn="1">
            <p:custDataLst>
              <p:tags r:id="rId22"/>
            </p:custDataLst>
            <p:extLst>
              <p:ext uri="{D42A27DB-BD31-4B8C-83A1-F6EECF244321}">
                <p14:modId xmlns:p14="http://schemas.microsoft.com/office/powerpoint/2010/main" val="71423771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3" imgW="444" imgH="443" progId="TCLayout.ActiveDocument.1">
                  <p:embed/>
                </p:oleObj>
              </mc:Choice>
              <mc:Fallback>
                <p:oleObj name="thinkcellスライド" r:id="rId23" imgW="444" imgH="443" progId="TCLayout.ActiveDocument.1">
                  <p:embed/>
                  <p:pic>
                    <p:nvPicPr>
                      <p:cNvPr id="4" name="オブジェクト 3" hidden="1">
                        <a:extLst>
                          <a:ext uri="{FF2B5EF4-FFF2-40B4-BE49-F238E27FC236}">
                            <a16:creationId xmlns:a16="http://schemas.microsoft.com/office/drawing/2014/main" id="{886ACD3C-B1FD-4D8B-B85B-1B25921C344F}"/>
                          </a:ext>
                        </a:extLst>
                      </p:cNvPr>
                      <p:cNvPicPr/>
                      <p:nvPr/>
                    </p:nvPicPr>
                    <p:blipFill>
                      <a:blip r:embed="rId24"/>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pPr fontAlgn="auto">
                <a:spcBef>
                  <a:spcPts val="0"/>
                </a:spcBef>
                <a:spcAft>
                  <a:spcPts val="0"/>
                </a:spcAft>
              </a:pPr>
              <a:t>‹#›</a:t>
            </a:fld>
            <a:endParaRPr kumimoji="1" lang="ja-JP" altLang="en-US"/>
          </a:p>
        </p:txBody>
      </p:sp>
      <p:sp>
        <p:nvSpPr>
          <p:cNvPr id="3" name="テキスト プレースホルダー 2"/>
          <p:cNvSpPr>
            <a:spLocks noGrp="1"/>
          </p:cNvSpPr>
          <p:nvPr>
            <p:ph type="body" idx="1"/>
          </p:nvPr>
        </p:nvSpPr>
        <p:spPr bwMode="gray">
          <a:xfrm>
            <a:off x="480000" y="14832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Tree>
    <p:extLst>
      <p:ext uri="{BB962C8B-B14F-4D97-AF65-F5344CB8AC3E}">
        <p14:creationId xmlns:p14="http://schemas.microsoft.com/office/powerpoint/2010/main" val="631573618"/>
      </p:ext>
    </p:extLst>
  </p:cSld>
  <p:clrMap bg1="lt1" tx1="dk1" bg2="lt2" tx2="dk2" accent1="accent1" accent2="accent2" accent3="accent3" accent4="accent4" accent5="accent5" accent6="accent6" hlink="hlink" folHlink="folHlink"/>
  <p:sldLayoutIdLst>
    <p:sldLayoutId id="2147484013" r:id="rId1"/>
    <p:sldLayoutId id="2147484014" r:id="rId2"/>
    <p:sldLayoutId id="2147484015" r:id="rId3"/>
    <p:sldLayoutId id="2147484016" r:id="rId4"/>
    <p:sldLayoutId id="2147484017" r:id="rId5"/>
    <p:sldLayoutId id="2147484018" r:id="rId6"/>
    <p:sldLayoutId id="2147484019" r:id="rId7"/>
    <p:sldLayoutId id="2147484020" r:id="rId8"/>
    <p:sldLayoutId id="2147484021" r:id="rId9"/>
    <p:sldLayoutId id="2147484022" r:id="rId10"/>
    <p:sldLayoutId id="2147484023" r:id="rId11"/>
    <p:sldLayoutId id="2147484024" r:id="rId12"/>
    <p:sldLayoutId id="2147484025" r:id="rId13"/>
    <p:sldLayoutId id="2147484026" r:id="rId14"/>
    <p:sldLayoutId id="2147484027" r:id="rId15"/>
    <p:sldLayoutId id="2147484028" r:id="rId16"/>
    <p:sldLayoutId id="2147484029" r:id="rId17"/>
    <p:sldLayoutId id="2147484030" r:id="rId18"/>
    <p:sldLayoutId id="2147484031" r:id="rId19"/>
    <p:sldLayoutId id="2147484032" r:id="rId20"/>
  </p:sldLayoutIdLst>
  <p:hf hdr="0" ftr="0" dt="0"/>
  <p:txStyles>
    <p:titleStyle>
      <a:lvl1pPr algn="l" defTabSz="990564"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564" rtl="0" eaLnBrk="1" fontAlgn="auto" latinLnBrk="0" hangingPunct="1">
        <a:lnSpc>
          <a:spcPct val="110000"/>
        </a:lnSpc>
        <a:spcBef>
          <a:spcPts val="600"/>
        </a:spcBef>
        <a:spcAft>
          <a:spcPts val="0"/>
        </a:spcAft>
        <a:buClrTx/>
        <a:buSzPct val="100000"/>
        <a:buFont typeface="Arial" panose="020B0604020202020204" pitchFamily="34" charset="0"/>
        <a:buNone/>
        <a:tabLst/>
        <a:defRPr kumimoji="1" sz="1600" b="0" kern="1200">
          <a:solidFill>
            <a:schemeClr val="tx1"/>
          </a:solidFill>
          <a:latin typeface="+mn-lt"/>
          <a:ea typeface="+mn-ea"/>
          <a:cs typeface="+mn-cs"/>
        </a:defRPr>
      </a:lvl1pPr>
      <a:lvl2pPr marL="252000" marR="0" indent="-252000" algn="l" defTabSz="990564" rtl="0" eaLnBrk="1" fontAlgn="auto" latinLnBrk="0" hangingPunct="1">
        <a:lnSpc>
          <a:spcPct val="110000"/>
        </a:lnSpc>
        <a:spcBef>
          <a:spcPts val="600"/>
        </a:spcBef>
        <a:spcAft>
          <a:spcPts val="0"/>
        </a:spcAft>
        <a:buClrTx/>
        <a:buSzPct val="100000"/>
        <a:buFont typeface="Wingdings" panose="05000000000000000000" pitchFamily="2" charset="2"/>
        <a:buChar char="n"/>
        <a:tabLst/>
        <a:defRPr kumimoji="1" lang="en-US" sz="1600" b="0" kern="1200" dirty="0" smtClean="0">
          <a:solidFill>
            <a:schemeClr val="tx1"/>
          </a:solidFill>
          <a:latin typeface="+mn-lt"/>
          <a:ea typeface="+mn-ea"/>
          <a:cs typeface="+mn-cs"/>
        </a:defRPr>
      </a:lvl2pPr>
      <a:lvl3pPr marL="504000" marR="0" indent="-252000" algn="l" defTabSz="990564" rtl="0" eaLnBrk="1" fontAlgn="auto" latinLnBrk="0" hangingPunct="1">
        <a:lnSpc>
          <a:spcPct val="110000"/>
        </a:lnSpc>
        <a:spcBef>
          <a:spcPts val="600"/>
        </a:spcBef>
        <a:spcAft>
          <a:spcPts val="0"/>
        </a:spcAft>
        <a:buClrTx/>
        <a:buSzPct val="100000"/>
        <a:buFont typeface="Wingdings" panose="05000000000000000000" pitchFamily="2" charset="2"/>
        <a:buChar char="Ø"/>
        <a:tabLst/>
        <a:defRPr kumimoji="1" lang="en-US" sz="1600" b="0" kern="1200" dirty="0" smtClean="0">
          <a:solidFill>
            <a:schemeClr val="tx1"/>
          </a:solidFill>
          <a:latin typeface="+mn-lt"/>
          <a:ea typeface="+mn-ea"/>
          <a:cs typeface="+mn-cs"/>
        </a:defRPr>
      </a:lvl3pPr>
      <a:lvl4pPr marL="684000" marR="0" indent="-180000" algn="l" defTabSz="990564" rtl="0" eaLnBrk="1" fontAlgn="auto" latinLnBrk="0" hangingPunct="1">
        <a:lnSpc>
          <a:spcPct val="110000"/>
        </a:lnSpc>
        <a:spcBef>
          <a:spcPts val="600"/>
        </a:spcBef>
        <a:spcAft>
          <a:spcPts val="0"/>
        </a:spcAft>
        <a:buClrTx/>
        <a:buSzPct val="100000"/>
        <a:buFont typeface="Arial" panose="020B0604020202020204" pitchFamily="34" charset="0"/>
        <a:buChar char="•"/>
        <a:tabLst/>
        <a:defRPr kumimoji="1" lang="en-US" sz="1600" b="0" kern="1200" baseline="0" dirty="0" smtClean="0">
          <a:solidFill>
            <a:schemeClr val="tx1"/>
          </a:solidFill>
          <a:latin typeface="+mn-lt"/>
          <a:ea typeface="+mn-ea"/>
          <a:cs typeface="+mn-cs"/>
        </a:defRPr>
      </a:lvl4pPr>
      <a:lvl5pPr marL="936000" indent="-252000" algn="l" defTabSz="865024" rtl="0" eaLnBrk="1" latinLnBrk="0" hangingPunct="1">
        <a:lnSpc>
          <a:spcPct val="110000"/>
        </a:lnSpc>
        <a:spcBef>
          <a:spcPts val="600"/>
        </a:spcBef>
        <a:spcAft>
          <a:spcPts val="0"/>
        </a:spcAft>
        <a:buClrTx/>
        <a:buSzPct val="100000"/>
        <a:buFont typeface="Verdana" panose="020B0604030504040204" pitchFamily="34" charset="0"/>
        <a:buChar char="−"/>
        <a:tabLst/>
        <a:defRPr kumimoji="1" lang="en-US" sz="1600" kern="1200" baseline="0" dirty="0" smtClean="0">
          <a:solidFill>
            <a:schemeClr val="tx1"/>
          </a:solidFill>
          <a:latin typeface="+mn-lt"/>
          <a:ea typeface="+mn-ea"/>
          <a:cs typeface="+mn-cs"/>
        </a:defRPr>
      </a:lvl5pPr>
      <a:lvl6pPr marL="1188000" indent="-252000" algn="l" defTabSz="990564"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179" indent="-191093" algn="l" defTabSz="990564" rtl="0" eaLnBrk="1" latinLnBrk="0" hangingPunct="1">
        <a:spcBef>
          <a:spcPts val="0"/>
        </a:spcBef>
        <a:spcAft>
          <a:spcPts val="1083"/>
        </a:spcAft>
        <a:buFont typeface="Verdana" panose="020B0604030504040204" pitchFamily="34" charset="0"/>
        <a:buChar char="−"/>
        <a:defRPr kumimoji="1" sz="1300" kern="1200">
          <a:solidFill>
            <a:schemeClr val="tx1"/>
          </a:solidFill>
          <a:latin typeface="+mn-lt"/>
          <a:ea typeface="+mn-ea"/>
          <a:cs typeface="+mn-cs"/>
        </a:defRPr>
      </a:lvl7pPr>
      <a:lvl8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8pPr>
      <a:lvl9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564" rtl="0" eaLnBrk="1" latinLnBrk="0" hangingPunct="1">
        <a:defRPr kumimoji="1" sz="1950" kern="1200">
          <a:solidFill>
            <a:schemeClr val="tx1"/>
          </a:solidFill>
          <a:latin typeface="+mn-lt"/>
          <a:ea typeface="+mn-ea"/>
          <a:cs typeface="+mn-cs"/>
        </a:defRPr>
      </a:lvl1pPr>
      <a:lvl2pPr marL="495283" algn="l" defTabSz="990564" rtl="0" eaLnBrk="1" latinLnBrk="0" hangingPunct="1">
        <a:defRPr kumimoji="1" sz="1950" kern="1200">
          <a:solidFill>
            <a:schemeClr val="tx1"/>
          </a:solidFill>
          <a:latin typeface="+mn-lt"/>
          <a:ea typeface="+mn-ea"/>
          <a:cs typeface="+mn-cs"/>
        </a:defRPr>
      </a:lvl2pPr>
      <a:lvl3pPr marL="990564" algn="l" defTabSz="990564" rtl="0" eaLnBrk="1" latinLnBrk="0" hangingPunct="1">
        <a:defRPr kumimoji="1" sz="1950" kern="1200">
          <a:solidFill>
            <a:schemeClr val="tx1"/>
          </a:solidFill>
          <a:latin typeface="+mn-lt"/>
          <a:ea typeface="+mn-ea"/>
          <a:cs typeface="+mn-cs"/>
        </a:defRPr>
      </a:lvl3pPr>
      <a:lvl4pPr marL="1485846" algn="l" defTabSz="990564" rtl="0" eaLnBrk="1" latinLnBrk="0" hangingPunct="1">
        <a:defRPr kumimoji="1" sz="1950" kern="1200">
          <a:solidFill>
            <a:schemeClr val="tx1"/>
          </a:solidFill>
          <a:latin typeface="+mn-lt"/>
          <a:ea typeface="+mn-ea"/>
          <a:cs typeface="+mn-cs"/>
        </a:defRPr>
      </a:lvl4pPr>
      <a:lvl5pPr marL="1981127" algn="l" defTabSz="990564" rtl="0" eaLnBrk="1" latinLnBrk="0" hangingPunct="1">
        <a:defRPr kumimoji="1" sz="1950" kern="1200">
          <a:solidFill>
            <a:schemeClr val="tx1"/>
          </a:solidFill>
          <a:latin typeface="+mn-lt"/>
          <a:ea typeface="+mn-ea"/>
          <a:cs typeface="+mn-cs"/>
        </a:defRPr>
      </a:lvl5pPr>
      <a:lvl6pPr marL="2476410" algn="l" defTabSz="990564" rtl="0" eaLnBrk="1" latinLnBrk="0" hangingPunct="1">
        <a:defRPr kumimoji="1" sz="1950" kern="1200">
          <a:solidFill>
            <a:schemeClr val="tx1"/>
          </a:solidFill>
          <a:latin typeface="+mn-lt"/>
          <a:ea typeface="+mn-ea"/>
          <a:cs typeface="+mn-cs"/>
        </a:defRPr>
      </a:lvl6pPr>
      <a:lvl7pPr marL="2971692" algn="l" defTabSz="990564" rtl="0" eaLnBrk="1" latinLnBrk="0" hangingPunct="1">
        <a:defRPr kumimoji="1" sz="1950" kern="1200">
          <a:solidFill>
            <a:schemeClr val="tx1"/>
          </a:solidFill>
          <a:latin typeface="+mn-lt"/>
          <a:ea typeface="+mn-ea"/>
          <a:cs typeface="+mn-cs"/>
        </a:defRPr>
      </a:lvl7pPr>
      <a:lvl8pPr marL="3466973" algn="l" defTabSz="990564" rtl="0" eaLnBrk="1" latinLnBrk="0" hangingPunct="1">
        <a:defRPr kumimoji="1" sz="1950" kern="1200">
          <a:solidFill>
            <a:schemeClr val="tx1"/>
          </a:solidFill>
          <a:latin typeface="+mn-lt"/>
          <a:ea typeface="+mn-ea"/>
          <a:cs typeface="+mn-cs"/>
        </a:defRPr>
      </a:lvl8pPr>
      <a:lvl9pPr marL="3962255" algn="l" defTabSz="990564" rtl="0" eaLnBrk="1" latinLnBrk="0" hangingPunct="1">
        <a:defRPr kumimoji="1" sz="1950" kern="1200">
          <a:solidFill>
            <a:schemeClr val="tx1"/>
          </a:solidFill>
          <a:latin typeface="+mn-lt"/>
          <a:ea typeface="+mn-ea"/>
          <a:cs typeface="+mn-cs"/>
        </a:defRPr>
      </a:lvl9pPr>
    </p:otherStyle>
  </p:txStyles>
  <p:extLst>
    <p:ext uri="{27BBF7A9-308A-43DC-89C8-2F10F3537804}">
      <p15:sldGuideLst xmlns:p15="http://schemas.microsoft.com/office/powerpoint/2012/main">
        <p15:guide id="0" pos="3840">
          <p15:clr>
            <a:srgbClr val="A4A3A4"/>
          </p15:clr>
        </p15:guide>
        <p15:guide id="1" orient="horz" pos="96">
          <p15:clr>
            <a:srgbClr val="A4A3A4"/>
          </p15:clr>
        </p15:guide>
        <p15:guide id="2" pos="3727">
          <p15:clr>
            <a:srgbClr val="A4A3A4"/>
          </p15:clr>
        </p15:guide>
        <p15:guide id="3" pos="3953">
          <p15:clr>
            <a:srgbClr val="A4A3A4"/>
          </p15:clr>
        </p15:guide>
        <p15:guide id="4" pos="7378">
          <p15:clr>
            <a:srgbClr val="A4A3A4"/>
          </p15:clr>
        </p15:guide>
        <p15:guide id="5" pos="302">
          <p15:clr>
            <a:srgbClr val="A4A3A4"/>
          </p15:clr>
        </p15:guide>
        <p15:guide id="6" orient="horz" pos="527">
          <p15:clr>
            <a:srgbClr val="A4A3A4"/>
          </p15:clr>
        </p15:guide>
        <p15:guide id="8" orient="horz" pos="935">
          <p15:clr>
            <a:srgbClr val="A4A3A4"/>
          </p15:clr>
        </p15:guide>
        <p15:guide id="9" orient="horz" pos="3974">
          <p15:clr>
            <a:srgbClr val="A4A3A4"/>
          </p15:clr>
        </p15:guide>
        <p15:guide id="10" orient="horz" pos="4156">
          <p15:clr>
            <a:srgbClr val="A4A3A4"/>
          </p15:clr>
        </p15:guide>
        <p15:guide id="11" orient="horz" pos="4269">
          <p15:clr>
            <a:srgbClr val="A4A3A4"/>
          </p15:clr>
        </p15:guide>
        <p15:guide id="12" orient="horz" pos="640">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tags" Target="../tags/tag76.xml"/><Relationship Id="rId2" Type="http://schemas.openxmlformats.org/officeDocument/2006/relationships/slideLayout" Target="../slideLayouts/slideLayout54.xml"/><Relationship Id="rId3" Type="http://schemas.openxmlformats.org/officeDocument/2006/relationships/notesSlide" Target="../notesSlides/notesSlide1.xml"/><Relationship Id="rId4" Type="http://schemas.openxmlformats.org/officeDocument/2006/relationships/oleObject" Target="../embeddings/oleObject40.bin"/><Relationship Id="rId5" Type="http://schemas.openxmlformats.org/officeDocument/2006/relationships/image" Target="../media/image16.emf"/><Relationship Id="rId6" Type="http://schemas.openxmlformats.org/officeDocument/2006/relationships/image" Target="../media/image17.jpeg"/></Relationships>
</file>

<file path=ppt/slides/_rels/slide2.xml.rels><?xml version='1.0' encoding='UTF-8' standalone='yes'?>
<Relationships xmlns="http://schemas.openxmlformats.org/package/2006/relationships"><Relationship Id="rId1" Type="http://schemas.openxmlformats.org/officeDocument/2006/relationships/tags" Target="../tags/tag77.xml"/><Relationship Id="rId2" Type="http://schemas.openxmlformats.org/officeDocument/2006/relationships/slideLayout" Target="../slideLayouts/slideLayout53.xml"/><Relationship Id="rId3" Type="http://schemas.openxmlformats.org/officeDocument/2006/relationships/notesSlide" Target="../notesSlides/notesSlide2.xml"/><Relationship Id="rId4" Type="http://schemas.openxmlformats.org/officeDocument/2006/relationships/oleObject" Target="../embeddings/oleObject41.bin"/><Relationship Id="rId5" Type="http://schemas.openxmlformats.org/officeDocument/2006/relationships/image" Target="../media/image18.emf"/><Relationship Id="rId6" Type="http://schemas.openxmlformats.org/officeDocument/2006/relationships/image" Target="../media/image19.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8.xml"/><Relationship Id="rId3" Type="http://schemas.openxmlformats.org/officeDocument/2006/relationships/hyperlink" Target="http://www.bsigroup.com/clientDirectory" TargetMode="External"/><Relationship Id="rId4" Type="http://schemas.openxmlformats.org/officeDocument/2006/relationships/hyperlink" Target="http://www.deloitte.com/jp" TargetMode="External"/><Relationship Id="rId5" Type="http://schemas.openxmlformats.org/officeDocument/2006/relationships/hyperlink" Target="http://www.deloitte.com/jp/about" TargetMode="External"/><Relationship Id="rId6" Type="http://schemas.openxmlformats.org/officeDocument/2006/relationships/hyperlink" Target="http://www.deloitte.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tags" Target="../tags/tag77.xml"/><Relationship Id="rId3" Type="http://schemas.openxmlformats.org/officeDocument/2006/relationships/oleObject" Target="../embeddings/oleObject41.bin"/><Relationship Id="rId4" Type="http://schemas.openxmlformats.org/officeDocument/2006/relationships/image" Target="../media/image18.emf"/><Relationship Id="rId5" Type="http://schemas.openxmlformats.org/officeDocument/2006/relationships/image" Target="../media/image19.jpeg"/><Relationship Id="rId6"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tags" Target="../tags/tag77.xml"/><Relationship Id="rId3" Type="http://schemas.openxmlformats.org/officeDocument/2006/relationships/oleObject" Target="../embeddings/oleObject41.bin"/><Relationship Id="rId4" Type="http://schemas.openxmlformats.org/officeDocument/2006/relationships/image" Target="../media/image18.emf"/><Relationship Id="rId5" Type="http://schemas.openxmlformats.org/officeDocument/2006/relationships/image" Target="../media/image19.jpeg"/><Relationship Id="rId6" Type="http://schemas.openxmlformats.org/officeDocument/2006/relationships/notesSlide" Target="../notesSlides/notesSlide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tags" Target="../tags/tag77.xml"/><Relationship Id="rId3" Type="http://schemas.openxmlformats.org/officeDocument/2006/relationships/oleObject" Target="../embeddings/oleObject41.bin"/><Relationship Id="rId4" Type="http://schemas.openxmlformats.org/officeDocument/2006/relationships/image" Target="../media/image18.emf"/><Relationship Id="rId5" Type="http://schemas.openxmlformats.org/officeDocument/2006/relationships/image" Target="../media/image19.jpeg"/><Relationship Id="rId6" Type="http://schemas.openxmlformats.org/officeDocument/2006/relationships/notesSlide" Target="../notesSlides/notesSlide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tags" Target="../tags/tag77.xml"/><Relationship Id="rId3" Type="http://schemas.openxmlformats.org/officeDocument/2006/relationships/oleObject" Target="../embeddings/oleObject41.bin"/><Relationship Id="rId4" Type="http://schemas.openxmlformats.org/officeDocument/2006/relationships/image" Target="../media/image18.emf"/><Relationship Id="rId5" Type="http://schemas.openxmlformats.org/officeDocument/2006/relationships/image" Target="../media/image19.jpeg"/><Relationship Id="rId6" Type="http://schemas.openxmlformats.org/officeDocument/2006/relationships/notesSlide" Target="../notesSlides/notesSlide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notesSlide" Target="../notesSlides/notesSlide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notesSlide" Target="../notesSlides/notesSlide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notesSlide" Target="../notesSlides/notesSlide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notesSlide" Target="../notesSlides/notesSlide16.xml"/><Relationship Id="rId3" Type="http://schemas.openxmlformats.org/officeDocument/2006/relationships/chart" Target="../charts/char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notesSlide" Target="../notesSlides/notesSlide1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notesSlide" Target="../notesSlides/notesSlide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5FEB6184-41DC-7C82-EBC9-6125A7A9A4E0}"/>
              </a:ext>
            </a:extLst>
          </p:cNvPr>
          <p:cNvGraphicFramePr>
            <a:graphicFrameLocks/>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306" imgH="306" progId="TCLayout.ActiveDocument.1">
                  <p:embed/>
                </p:oleObj>
              </mc:Choice>
              <mc:Fallback>
                <p:oleObj name="thinkcellスライド" r:id="rId4" imgW="306" imgH="306" progId="TCLayout.ActiveDocument.1">
                  <p:embed/>
                  <p:pic>
                    <p:nvPicPr>
                      <p:cNvPr id="2" name="think-cell data - do not delete" hidden="1">
                        <a:extLst>
                          <a:ext uri="{FF2B5EF4-FFF2-40B4-BE49-F238E27FC236}">
                            <a16:creationId xmlns:a16="http://schemas.microsoft.com/office/drawing/2014/main" id="{5FEB6184-41DC-7C82-EBC9-6125A7A9A4E0}"/>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pic>
        <p:nvPicPr>
          <p:cNvPr id="19" name="図 18" descr="夜にライトアップされている&#10;&#10;AI によって生成されたコンテンツは間違っている可能性があります。">
            <a:extLst>
              <a:ext uri="{FF2B5EF4-FFF2-40B4-BE49-F238E27FC236}">
                <a16:creationId xmlns:a16="http://schemas.microsoft.com/office/drawing/2014/main" id="{25F0A911-5C19-2636-0451-C85C33F64643}"/>
              </a:ext>
            </a:extLst>
          </p:cNvPr>
          <p:cNvPicPr>
            <a:picLocks noChangeAspect="1"/>
          </p:cNvPicPr>
          <p:nvPr/>
        </p:nvPicPr>
        <p:blipFill>
          <a:blip r:embed="rId6" cstate="screen">
            <a:extLst>
              <a:ext uri="{28A0092B-C50C-407E-A947-70E740481C1C}">
                <a14:useLocalDpi xmlns:a14="http://schemas.microsoft.com/office/drawing/2010/main"/>
              </a:ext>
            </a:extLst>
          </a:blip>
          <a:srcRect/>
          <a:stretch/>
        </p:blipFill>
        <p:spPr>
          <a:xfrm>
            <a:off x="0" y="0"/>
            <a:ext cx="3904090" cy="6876138"/>
          </a:xfrm>
          <a:prstGeom prst="rect">
            <a:avLst/>
          </a:prstGeom>
        </p:spPr>
      </p:pic>
      <p:sp>
        <p:nvSpPr>
          <p:cNvPr id="25" name="テキスト ボックス 24">
            <a:extLst>
              <a:ext uri="{FF2B5EF4-FFF2-40B4-BE49-F238E27FC236}">
                <a16:creationId xmlns:a16="http://schemas.microsoft.com/office/drawing/2014/main" id="{63CADF77-D81E-E8E2-9C28-F7386E272BD4}"/>
              </a:ext>
            </a:extLst>
          </p:cNvPr>
          <p:cNvSpPr txBox="1"/>
          <p:nvPr/>
        </p:nvSpPr>
        <p:spPr bwMode="gray">
          <a:xfrm>
            <a:off x="4661598" y="2266047"/>
            <a:ext cx="7223760" cy="492443"/>
          </a:xfrm>
          <a:prstGeom prst="rect">
            <a:avLst/>
          </a:prstGeom>
          <a:noFill/>
        </p:spPr>
        <p:txBody>
          <a:bodyPr wrap="none" lIns="0" tIns="0" rIns="0" bIns="0" rtlCol="0">
            <a:spAutoFit/>
          </a:bodyPr>
          <a:lstStyle/>
          <a:p>
            <a:pPr marL="0" marR="0" lvl="0" indent="0" algn="l" defTabSz="990564" rtl="0" eaLnBrk="1" fontAlgn="auto" latinLnBrk="0" hangingPunct="1">
              <a:lnSpc>
                <a:spcPct val="100000"/>
              </a:lnSpc>
              <a:spcBef>
                <a:spcPts val="0"/>
              </a:spcBef>
              <a:spcAft>
                <a:spcPts val="0"/>
              </a:spcAft>
              <a:buClrTx/>
              <a:buSzPct val="100000"/>
              <a:buFontTx/>
              <a:buNone/>
              <a:tabLst/>
              <a:defRPr lang="ja-JP" altLang="en-US"/>
            </a:pPr>
            <a:r>
              <a:rPr kumimoji="1" lang="ja-JP" altLang="en-US" sz="3200" b="1" i="0" u="sng" strike="noStrike" kern="1200" cap="none" spc="0" normalizeH="0" baseline="0" noProof="0">
                <a:ln>
                  <a:noFill/>
                </a:ln>
                <a:solidFill>
                  <a:prstClr val="black"/>
                </a:solidFill>
                <a:effectLst/>
                <a:uLnTx/>
                <a:uFillTx/>
                <a:latin typeface="Yu Gothic UI"/>
                <a:ea typeface="Yu Gothic UI"/>
                <a:cs typeface="Arial" charset="0"/>
              </a:rPr>
              <a:t>BX取り組み｜Quick-Win施策の推進</a:t>
            </a:r>
          </a:p>
        </p:txBody>
      </p:sp>
      <p:sp>
        <p:nvSpPr>
          <p:cNvPr id="28" name="テキスト ボックス 27">
            <a:extLst>
              <a:ext uri="{FF2B5EF4-FFF2-40B4-BE49-F238E27FC236}">
                <a16:creationId xmlns:a16="http://schemas.microsoft.com/office/drawing/2014/main" id="{81AAFA19-1B8D-A828-A17B-E52449575833}"/>
              </a:ext>
            </a:extLst>
          </p:cNvPr>
          <p:cNvSpPr txBox="1"/>
          <p:nvPr/>
        </p:nvSpPr>
        <p:spPr bwMode="gray">
          <a:xfrm>
            <a:off x="4661598" y="3780005"/>
            <a:ext cx="7223760" cy="615553"/>
          </a:xfrm>
          <a:prstGeom prst="rect">
            <a:avLst/>
          </a:prstGeom>
          <a:noFill/>
        </p:spPr>
        <p:txBody>
          <a:bodyPr wrap="none" lIns="0" tIns="0" rIns="0" bIns="0" rtlCol="0" anchor="t">
            <a:spAutoFit/>
          </a:bodyPr>
          <a:lstStyle/>
          <a:p>
            <a:pPr lvl="0" defTabSz="990564" fontAlgn="auto">
              <a:spcBef>
                <a:spcPts val="0"/>
              </a:spcBef>
              <a:spcAft>
                <a:spcPts val="0"/>
              </a:spcAft>
              <a:buSzPct val="100000"/>
            </a:pPr>
            <a:r>
              <a:rPr kumimoji="0" lang="ja-JP" altLang="en-US" sz="2000" b="0" i="0" u="none" strike="noStrike" kern="1200" cap="none" spc="0" normalizeH="0" baseline="0" noProof="0">
                <a:ln>
                  <a:noFill/>
                </a:ln>
                <a:solidFill>
                  <a:prstClr val="black"/>
                </a:solidFill>
                <a:effectLst/>
                <a:uLnTx/>
                <a:uFillTx/>
                <a:latin typeface="Arial"/>
                <a:ea typeface="Yu Gothic UI"/>
                <a:cs typeface="Arial"/>
                <a:sym typeface="+mj-lt"/>
              </a:rPr>
              <a:t>Phase2 第1回 週次進捗報告資料｜セキュア公開・データ投入</a:t>
            </a:r>
            <a:br>
              <a:rPr lang="ja-JP" altLang="en-US" sz="2000"/>
            </a:br>
            <a:endParaRPr kumimoji="1" lang="ja-JP" altLang="en-US" sz="2000" b="0" i="0" u="none" strike="noStrike" kern="1200" cap="none" spc="0" normalizeH="0" baseline="0" noProof="0">
              <a:ln>
                <a:noFill/>
              </a:ln>
              <a:solidFill>
                <a:prstClr val="black"/>
              </a:solidFill>
              <a:effectLst/>
              <a:uLnTx/>
              <a:uFillTx/>
              <a:latin typeface="Calibri"/>
              <a:ea typeface="Yu Gothic UI"/>
              <a:cs typeface="Arial" charset="0"/>
            </a:endParaRPr>
          </a:p>
        </p:txBody>
      </p:sp>
      <p:sp>
        <p:nvSpPr>
          <p:cNvPr id="33" name="テキスト ボックス 32">
            <a:extLst>
              <a:ext uri="{FF2B5EF4-FFF2-40B4-BE49-F238E27FC236}">
                <a16:creationId xmlns:a16="http://schemas.microsoft.com/office/drawing/2014/main" id="{844AB2EE-B4B8-DAE9-7E1E-1B71A5C58662}"/>
              </a:ext>
            </a:extLst>
          </p:cNvPr>
          <p:cNvSpPr txBox="1"/>
          <p:nvPr/>
        </p:nvSpPr>
        <p:spPr bwMode="gray">
          <a:xfrm>
            <a:off x="4661598" y="4283964"/>
            <a:ext cx="1678345" cy="307777"/>
          </a:xfrm>
          <a:prstGeom prst="rect">
            <a:avLst/>
          </a:prstGeom>
          <a:noFill/>
        </p:spPr>
        <p:txBody>
          <a:bodyPr wrap="none" lIns="0" tIns="0" rIns="0" bIns="0" rtlCol="0" anchor="t">
            <a:spAutoFit/>
          </a:bodyPr>
          <a:lstStyle/>
          <a:p>
            <a:pPr marL="0" marR="0" lvl="0" indent="0" algn="l" defTabSz="990564" rtl="0" eaLnBrk="1" fontAlgn="auto" latinLnBrk="0" hangingPunct="1">
              <a:lnSpc>
                <a:spcPct val="100000"/>
              </a:lnSpc>
              <a:spcBef>
                <a:spcPts val="0"/>
              </a:spcBef>
              <a:spcAft>
                <a:spcPts val="0"/>
              </a:spcAft>
              <a:buClrTx/>
              <a:buSzPct val="100000"/>
              <a:buFont typeface="Wingdings" panose="05000000000000000000" pitchFamily="2" charset="2"/>
              <a:buNone/>
              <a:tabLst/>
              <a:defRPr lang="ja-JP" altLang="en-US"/>
            </a:pPr>
            <a:r>
              <a:rPr kumimoji="1" lang="ja-JP" altLang="en-US" sz="2000" b="0" i="0" u="none" strike="noStrike" kern="1200" cap="none" spc="0" normalizeH="0" baseline="0" noProof="0">
                <a:ln>
                  <a:noFill/>
                </a:ln>
                <a:solidFill>
                  <a:prstClr val="black"/>
                </a:solidFill>
                <a:effectLst/>
                <a:uLnTx/>
                <a:uFillTx/>
                <a:latin typeface="Calibri"/>
                <a:ea typeface="Yu Gothic UI"/>
                <a:cs typeface="Arial"/>
              </a:rPr>
              <a:t>2026年10月7日</a:t>
            </a:r>
          </a:p>
        </p:txBody>
      </p:sp>
    </p:spTree>
    <p:extLst>
      <p:ext uri="{BB962C8B-B14F-4D97-AF65-F5344CB8AC3E}">
        <p14:creationId xmlns:p14="http://schemas.microsoft.com/office/powerpoint/2010/main" val="8016535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B116F1-BCEC-2A09-F5ED-3A94ACC2A714}"/>
            </a:ext>
          </a:extLst>
        </p:cNvPr>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F810F7D5-41FB-1DBB-4D86-A56944FC4C89}"/>
              </a:ext>
            </a:extLst>
          </p:cNvPr>
          <p:cNvGraphicFramePr>
            <a:graphicFrameLocks/>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639" imgH="639" progId="TCLayout.ActiveDocument.1">
                  <p:embed/>
                </p:oleObj>
              </mc:Choice>
              <mc:Fallback>
                <p:oleObj name="thinkcellスライド" r:id="rId4" imgW="639" imgH="639" progId="TCLayout.ActiveDocument.1">
                  <p:embed/>
                  <p:pic>
                    <p:nvPicPr>
                      <p:cNvPr id="8" name="think-cell data - do not delete" hidden="1">
                        <a:extLst>
                          <a:ext uri="{FF2B5EF4-FFF2-40B4-BE49-F238E27FC236}">
                            <a16:creationId xmlns:a16="http://schemas.microsoft.com/office/drawing/2014/main" id="{F810F7D5-41FB-1DBB-4D86-A56944FC4C89}"/>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3" name="スライド番号プレースホルダー 2">
            <a:extLst>
              <a:ext uri="{FF2B5EF4-FFF2-40B4-BE49-F238E27FC236}">
                <a16:creationId xmlns:a16="http://schemas.microsoft.com/office/drawing/2014/main" id="{402607B0-7972-7B01-1E5F-36B66DEABEFB}"/>
              </a:ext>
            </a:extLst>
          </p:cNvPr>
          <p:cNvSpPr>
            <a:spLocks noGrp="1"/>
          </p:cNvSpPr>
          <p:nvPr>
            <p:ph type="sldNum" sz="quarter" idx="11"/>
          </p:nvPr>
        </p:nvSpPr>
        <p:spPr/>
        <p:txBody>
          <a:bodyPr/>
          <a:lstStyle/>
          <a:p>
            <a:fld id="{AA5FCFE5-FE56-4EF1-80A8-07776887C2A1}" type="slidenum">
              <a:rPr lang="ja-JP" altLang="en-US" smtClean="0"/>
              <a:pPr/>
              <a:t>2</a:t>
            </a:fld>
            <a:endParaRPr lang="ja-JP" altLang="en-US"/>
          </a:p>
        </p:txBody>
      </p:sp>
      <p:sp>
        <p:nvSpPr>
          <p:cNvPr id="4" name="タイトル 3">
            <a:extLst>
              <a:ext uri="{FF2B5EF4-FFF2-40B4-BE49-F238E27FC236}">
                <a16:creationId xmlns:a16="http://schemas.microsoft.com/office/drawing/2014/main" id="{AF61E178-7D83-B27F-73A4-2E06ADEBFA6F}"/>
              </a:ext>
            </a:extLst>
          </p:cNvPr>
          <p:cNvSpPr>
            <a:spLocks noGrp="1"/>
          </p:cNvSpPr>
          <p:nvPr>
            <p:ph type="title"/>
          </p:nvPr>
        </p:nvSpPr>
        <p:spPr/>
        <p:txBody>
          <a:bodyPr vert="horz" rIns="0"/>
          <a:lstStyle/>
          <a:p>
            <a:r>
              <a:rPr lang="ja-JP" altLang="en-US"/>
              <a:t>本日のアジェンダ</a:t>
            </a:r>
          </a:p>
        </p:txBody>
      </p:sp>
      <p:pic>
        <p:nvPicPr>
          <p:cNvPr id="7" name="図 6" descr="建物, 座る, コンピュータ, 男 が含まれている画像&#10;&#10;AI によって生成されたコンテンツは間違っている可能性があります。">
            <a:extLst>
              <a:ext uri="{FF2B5EF4-FFF2-40B4-BE49-F238E27FC236}">
                <a16:creationId xmlns:a16="http://schemas.microsoft.com/office/drawing/2014/main" id="{DACCE5BA-8945-5F2E-ECF3-C30C84CB5367}"/>
              </a:ext>
            </a:extLst>
          </p:cNvPr>
          <p:cNvPicPr>
            <a:picLocks noChangeAspect="1"/>
          </p:cNvPicPr>
          <p:nvPr/>
        </p:nvPicPr>
        <p:blipFill>
          <a:blip r:embed="rId6" cstate="screen">
            <a:extLst>
              <a:ext uri="{28A0092B-C50C-407E-A947-70E740481C1C}">
                <a14:useLocalDpi xmlns:a14="http://schemas.microsoft.com/office/drawing/2010/main"/>
              </a:ext>
            </a:extLst>
          </a:blip>
          <a:srcRect/>
          <a:stretch/>
        </p:blipFill>
        <p:spPr>
          <a:xfrm>
            <a:off x="8084313" y="1"/>
            <a:ext cx="4107686" cy="6858000"/>
          </a:xfrm>
          <a:prstGeom prst="rect">
            <a:avLst/>
          </a:prstGeom>
        </p:spPr>
      </p:pic>
      <p:sp>
        <p:nvSpPr>
          <p:cNvPr id="9" name="ハイライト"/>
          <p:cNvSpPr/>
          <p:nvPr/>
        </p:nvSpPr>
        <p:spPr>
          <a:xfrm>
            <a:off x="402336" y="1554480"/>
            <a:ext cx="7269480" cy="457200"/>
          </a:xfrm>
          <a:prstGeom prst="rect">
            <a:avLst/>
          </a:prstGeom>
          <a:solidFill>
            <a:srgbClr val="63666A"/>
          </a:solidFill>
          <a:ln>
            <a:noFill/>
          </a:ln>
        </p:spPr>
        <p:txBody>
          <a:bodyPr rtlCol="0" anchor="ctr" wrap="square" lIns="54864" tIns="27432" rIns="54864" bIns="27432">
            <a:noAutofit/>
          </a:bodyPr>
          <a:lstStyle/>
          <a:p>
            <a:pPr algn="ctr"/>
          </a:p>
        </p:txBody>
      </p:sp>
      <p:sp>
        <p:nvSpPr>
          <p:cNvPr id="10" name="TextBox 9"/>
          <p:cNvSpPr txBox="1"/>
          <p:nvPr/>
        </p:nvSpPr>
        <p:spPr>
          <a:xfrm>
            <a:off x="566928" y="1600200"/>
            <a:ext cx="5852160" cy="402336"/>
          </a:xfrm>
          <a:prstGeom prst="rect">
            <a:avLst/>
          </a:prstGeom>
          <a:noFill/>
        </p:spPr>
        <p:txBody>
          <a:bodyPr wrap="square" lIns="0" tIns="0" rIns="0" bIns="0" anchor="ctr">
            <a:noAutofit/>
          </a:bodyPr>
          <a:lstStyle/>
          <a:p>
            <a:pPr algn="l">
              <a:buNone/>
            </a:pPr>
            <a:r>
              <a:rPr sz="1700" b="1" lang="ja-JP" altLang="en-US">
                <a:solidFill>
                  <a:srgbClr val="FFFFFF"/>
                </a:solidFill>
              </a:rPr>
              <a:t>1．Phase2の全体像と振り返り（10/1〜）</a:t>
            </a:r>
          </a:p>
        </p:txBody>
      </p:sp>
      <p:sp>
        <p:nvSpPr>
          <p:cNvPr id="11" name="TextBox 10"/>
          <p:cNvSpPr txBox="1"/>
          <p:nvPr/>
        </p:nvSpPr>
        <p:spPr>
          <a:xfrm>
            <a:off x="6400800" y="1600200"/>
            <a:ext cx="1143000" cy="402336"/>
          </a:xfrm>
          <a:prstGeom prst="rect">
            <a:avLst/>
          </a:prstGeom>
          <a:noFill/>
        </p:spPr>
        <p:txBody>
          <a:bodyPr wrap="square" lIns="0" tIns="0" rIns="0" bIns="0" anchor="ctr">
            <a:noAutofit/>
          </a:bodyPr>
          <a:lstStyle/>
          <a:p>
            <a:pPr algn="r">
              <a:buNone/>
            </a:pPr>
            <a:r>
              <a:rPr sz="1600" b="1" lang="ja-JP" altLang="en-US">
                <a:solidFill>
                  <a:srgbClr val="FFFFFF"/>
                </a:solidFill>
              </a:rPr>
              <a:t>5分</a:t>
            </a:r>
          </a:p>
        </p:txBody>
      </p:sp>
      <p:sp>
        <p:nvSpPr>
          <p:cNvPr id="12" name="TextBox 11"/>
          <p:cNvSpPr txBox="1"/>
          <p:nvPr/>
        </p:nvSpPr>
        <p:spPr>
          <a:xfrm>
            <a:off x="566928" y="2276856"/>
            <a:ext cx="5852160" cy="402336"/>
          </a:xfrm>
          <a:prstGeom prst="rect">
            <a:avLst/>
          </a:prstGeom>
          <a:noFill/>
        </p:spPr>
        <p:txBody>
          <a:bodyPr wrap="square" lIns="0" tIns="0" rIns="0" bIns="0" anchor="ctr">
            <a:noAutofit/>
          </a:bodyPr>
          <a:lstStyle/>
          <a:p>
            <a:pPr algn="l">
              <a:buNone/>
            </a:pPr>
            <a:r>
              <a:rPr sz="1700" b="0" lang="ja-JP" altLang="en-US">
                <a:solidFill>
                  <a:srgbClr val="262626"/>
                </a:solidFill>
              </a:rPr>
              <a:t>2．改修内容と最新アプリの状態</a:t>
            </a:r>
          </a:p>
        </p:txBody>
      </p:sp>
      <p:sp>
        <p:nvSpPr>
          <p:cNvPr id="13" name="TextBox 12"/>
          <p:cNvSpPr txBox="1"/>
          <p:nvPr/>
        </p:nvSpPr>
        <p:spPr>
          <a:xfrm>
            <a:off x="6400800" y="2276856"/>
            <a:ext cx="1143000" cy="402336"/>
          </a:xfrm>
          <a:prstGeom prst="rect">
            <a:avLst/>
          </a:prstGeom>
          <a:noFill/>
        </p:spPr>
        <p:txBody>
          <a:bodyPr wrap="square" lIns="0" tIns="0" rIns="0" bIns="0" anchor="ctr">
            <a:noAutofit/>
          </a:bodyPr>
          <a:lstStyle/>
          <a:p>
            <a:pPr algn="r">
              <a:buNone/>
            </a:pPr>
            <a:r>
              <a:rPr sz="1600" b="0" lang="ja-JP" altLang="en-US">
                <a:solidFill>
                  <a:srgbClr val="262626"/>
                </a:solidFill>
              </a:rPr>
              <a:t>10分</a:t>
            </a:r>
          </a:p>
        </p:txBody>
      </p:sp>
      <p:sp>
        <p:nvSpPr>
          <p:cNvPr id="14" name="TextBox 13"/>
          <p:cNvSpPr txBox="1"/>
          <p:nvPr/>
        </p:nvSpPr>
        <p:spPr>
          <a:xfrm>
            <a:off x="896112" y="2660904"/>
            <a:ext cx="6309360" cy="310896"/>
          </a:xfrm>
          <a:prstGeom prst="rect">
            <a:avLst/>
          </a:prstGeom>
          <a:noFill/>
        </p:spPr>
        <p:txBody>
          <a:bodyPr wrap="square" lIns="0" tIns="0" rIns="0" bIns="0" anchor="ctr">
            <a:noAutofit/>
          </a:bodyPr>
          <a:lstStyle/>
          <a:p>
            <a:pPr algn="l">
              <a:buNone/>
            </a:pPr>
            <a:r>
              <a:rPr sz="1350" b="1" lang="ja-JP" altLang="en-US">
                <a:solidFill>
                  <a:srgbClr val="8C8C8C"/>
                </a:solidFill>
              </a:rPr>
              <a:t>✓  </a:t>
            </a:r>
            <a:r>
              <a:rPr sz="1350" b="0" lang="ja-JP" altLang="en-US">
                <a:solidFill>
                  <a:srgbClr val="595959"/>
                </a:solidFill>
              </a:rPr>
              <a:t>改修台帳（15項目＋Phase2の追加）と今週の改修</a:t>
            </a:r>
          </a:p>
        </p:txBody>
      </p:sp>
      <p:sp>
        <p:nvSpPr>
          <p:cNvPr id="15" name="TextBox 14"/>
          <p:cNvSpPr txBox="1"/>
          <p:nvPr/>
        </p:nvSpPr>
        <p:spPr>
          <a:xfrm>
            <a:off x="896112" y="2990088"/>
            <a:ext cx="6309360" cy="310896"/>
          </a:xfrm>
          <a:prstGeom prst="rect">
            <a:avLst/>
          </a:prstGeom>
          <a:noFill/>
        </p:spPr>
        <p:txBody>
          <a:bodyPr wrap="square" lIns="0" tIns="0" rIns="0" bIns="0" anchor="ctr">
            <a:noAutofit/>
          </a:bodyPr>
          <a:lstStyle/>
          <a:p>
            <a:pPr algn="l">
              <a:buNone/>
            </a:pPr>
            <a:r>
              <a:rPr sz="1350" b="1" lang="ja-JP" altLang="en-US">
                <a:solidFill>
                  <a:srgbClr val="8C8C8C"/>
                </a:solidFill>
              </a:rPr>
              <a:t>✓  </a:t>
            </a:r>
            <a:r>
              <a:rPr sz="1350" b="0" lang="ja-JP" altLang="en-US">
                <a:solidFill>
                  <a:srgbClr val="595959"/>
                </a:solidFill>
              </a:rPr>
              <a:t>外部取得データソースの改善</a:t>
            </a:r>
          </a:p>
        </p:txBody>
      </p:sp>
      <p:sp>
        <p:nvSpPr>
          <p:cNvPr id="16" name="TextBox 15"/>
          <p:cNvSpPr txBox="1"/>
          <p:nvPr/>
        </p:nvSpPr>
        <p:spPr>
          <a:xfrm>
            <a:off x="566928" y="3611880"/>
            <a:ext cx="5852160" cy="402336"/>
          </a:xfrm>
          <a:prstGeom prst="rect">
            <a:avLst/>
          </a:prstGeom>
          <a:noFill/>
        </p:spPr>
        <p:txBody>
          <a:bodyPr wrap="square" lIns="0" tIns="0" rIns="0" bIns="0" anchor="ctr">
            <a:noAutofit/>
          </a:bodyPr>
          <a:lstStyle/>
          <a:p>
            <a:pPr algn="l">
              <a:buNone/>
            </a:pPr>
            <a:r>
              <a:rPr sz="1700" b="0" lang="ja-JP" altLang="en-US">
                <a:solidFill>
                  <a:srgbClr val="262626"/>
                </a:solidFill>
              </a:rPr>
              <a:t>3．当面のタイムラインとITEC様への引継ぎ</a:t>
            </a:r>
          </a:p>
        </p:txBody>
      </p:sp>
      <p:sp>
        <p:nvSpPr>
          <p:cNvPr id="17" name="TextBox 16"/>
          <p:cNvSpPr txBox="1"/>
          <p:nvPr/>
        </p:nvSpPr>
        <p:spPr>
          <a:xfrm>
            <a:off x="6400800" y="3611880"/>
            <a:ext cx="1143000" cy="402336"/>
          </a:xfrm>
          <a:prstGeom prst="rect">
            <a:avLst/>
          </a:prstGeom>
          <a:noFill/>
        </p:spPr>
        <p:txBody>
          <a:bodyPr wrap="square" lIns="0" tIns="0" rIns="0" bIns="0" anchor="ctr">
            <a:noAutofit/>
          </a:bodyPr>
          <a:lstStyle/>
          <a:p>
            <a:pPr algn="r">
              <a:buNone/>
            </a:pPr>
            <a:r>
              <a:rPr sz="1600" b="0" lang="ja-JP" altLang="en-US">
                <a:solidFill>
                  <a:srgbClr val="262626"/>
                </a:solidFill>
              </a:rPr>
              <a:t>5分</a:t>
            </a:r>
          </a:p>
        </p:txBody>
      </p:sp>
      <p:sp>
        <p:nvSpPr>
          <p:cNvPr id="18" name="TextBox 17"/>
          <p:cNvSpPr txBox="1"/>
          <p:nvPr/>
        </p:nvSpPr>
        <p:spPr>
          <a:xfrm>
            <a:off x="566928" y="4288536"/>
            <a:ext cx="5852160" cy="402336"/>
          </a:xfrm>
          <a:prstGeom prst="rect">
            <a:avLst/>
          </a:prstGeom>
          <a:noFill/>
        </p:spPr>
        <p:txBody>
          <a:bodyPr wrap="square" lIns="0" tIns="0" rIns="0" bIns="0" anchor="ctr">
            <a:noAutofit/>
          </a:bodyPr>
          <a:lstStyle/>
          <a:p>
            <a:pPr algn="l">
              <a:buNone/>
            </a:pPr>
            <a:r>
              <a:rPr sz="1700" b="0" lang="ja-JP" altLang="en-US">
                <a:solidFill>
                  <a:srgbClr val="262626"/>
                </a:solidFill>
              </a:rPr>
              <a:t>4．ITEC様からのご報告</a:t>
            </a:r>
          </a:p>
        </p:txBody>
      </p:sp>
      <p:sp>
        <p:nvSpPr>
          <p:cNvPr id="19" name="TextBox 18"/>
          <p:cNvSpPr txBox="1"/>
          <p:nvPr/>
        </p:nvSpPr>
        <p:spPr>
          <a:xfrm>
            <a:off x="6400800" y="4288536"/>
            <a:ext cx="1143000" cy="402336"/>
          </a:xfrm>
          <a:prstGeom prst="rect">
            <a:avLst/>
          </a:prstGeom>
          <a:noFill/>
        </p:spPr>
        <p:txBody>
          <a:bodyPr wrap="square" lIns="0" tIns="0" rIns="0" bIns="0" anchor="ctr">
            <a:noAutofit/>
          </a:bodyPr>
          <a:lstStyle/>
          <a:p>
            <a:pPr algn="r">
              <a:buNone/>
            </a:pPr>
            <a:r>
              <a:rPr sz="1600" b="0" lang="ja-JP" altLang="en-US">
                <a:solidFill>
                  <a:srgbClr val="262626"/>
                </a:solidFill>
              </a:rPr>
              <a:t>20分</a:t>
            </a:r>
          </a:p>
        </p:txBody>
      </p:sp>
      <p:sp>
        <p:nvSpPr>
          <p:cNvPr id="20" name="TextBox 19"/>
          <p:cNvSpPr txBox="1"/>
          <p:nvPr/>
        </p:nvSpPr>
        <p:spPr>
          <a:xfrm>
            <a:off x="896112" y="4672584"/>
            <a:ext cx="6309360" cy="310896"/>
          </a:xfrm>
          <a:prstGeom prst="rect">
            <a:avLst/>
          </a:prstGeom>
          <a:noFill/>
        </p:spPr>
        <p:txBody>
          <a:bodyPr wrap="square" lIns="0" tIns="0" rIns="0" bIns="0" anchor="ctr">
            <a:noAutofit/>
          </a:bodyPr>
          <a:lstStyle/>
          <a:p>
            <a:pPr algn="l">
              <a:buNone/>
            </a:pPr>
            <a:r>
              <a:rPr sz="1350" b="1" lang="ja-JP" altLang="en-US">
                <a:solidFill>
                  <a:srgbClr val="8C8C8C"/>
                </a:solidFill>
              </a:rPr>
              <a:t>✓  </a:t>
            </a:r>
            <a:r>
              <a:rPr sz="1350" b="0" lang="ja-JP" altLang="en-US">
                <a:solidFill>
                  <a:srgbClr val="595959"/>
                </a:solidFill>
              </a:rPr>
              <a:t>セキュア公開版の状況、10/7版の反映・データ投入の計画</a:t>
            </a:r>
          </a:p>
        </p:txBody>
      </p:sp>
      <p:sp>
        <p:nvSpPr>
          <p:cNvPr id="21" name="TextBox 20"/>
          <p:cNvSpPr txBox="1"/>
          <p:nvPr/>
        </p:nvSpPr>
        <p:spPr>
          <a:xfrm>
            <a:off x="566928" y="5294376"/>
            <a:ext cx="5852160" cy="402336"/>
          </a:xfrm>
          <a:prstGeom prst="rect">
            <a:avLst/>
          </a:prstGeom>
          <a:noFill/>
        </p:spPr>
        <p:txBody>
          <a:bodyPr wrap="square" lIns="0" tIns="0" rIns="0" bIns="0" anchor="ctr">
            <a:noAutofit/>
          </a:bodyPr>
          <a:lstStyle/>
          <a:p>
            <a:pPr algn="l">
              <a:buNone/>
            </a:pPr>
            <a:r>
              <a:rPr sz="1700" b="0" lang="ja-JP" altLang="en-US">
                <a:solidFill>
                  <a:srgbClr val="262626"/>
                </a:solidFill>
              </a:rPr>
              <a:t>5．アプリを見ながらのディスカッション</a:t>
            </a:r>
          </a:p>
        </p:txBody>
      </p:sp>
      <p:sp>
        <p:nvSpPr>
          <p:cNvPr id="22" name="TextBox 21"/>
          <p:cNvSpPr txBox="1"/>
          <p:nvPr/>
        </p:nvSpPr>
        <p:spPr>
          <a:xfrm>
            <a:off x="6400800" y="5294376"/>
            <a:ext cx="1143000" cy="402336"/>
          </a:xfrm>
          <a:prstGeom prst="rect">
            <a:avLst/>
          </a:prstGeom>
          <a:noFill/>
        </p:spPr>
        <p:txBody>
          <a:bodyPr wrap="square" lIns="0" tIns="0" rIns="0" bIns="0" anchor="ctr">
            <a:noAutofit/>
          </a:bodyPr>
          <a:lstStyle/>
          <a:p>
            <a:pPr algn="r">
              <a:buNone/>
            </a:pPr>
            <a:r>
              <a:rPr sz="1600" b="0" lang="ja-JP" altLang="en-US">
                <a:solidFill>
                  <a:srgbClr val="262626"/>
                </a:solidFill>
              </a:rPr>
              <a:t>15分</a:t>
            </a:r>
          </a:p>
        </p:txBody>
      </p:sp>
      <p:sp>
        <p:nvSpPr>
          <p:cNvPr id="23" name="TextBox 22"/>
          <p:cNvSpPr txBox="1"/>
          <p:nvPr/>
        </p:nvSpPr>
        <p:spPr>
          <a:xfrm>
            <a:off x="896112" y="5678424"/>
            <a:ext cx="6309360" cy="310896"/>
          </a:xfrm>
          <a:prstGeom prst="rect">
            <a:avLst/>
          </a:prstGeom>
          <a:noFill/>
        </p:spPr>
        <p:txBody>
          <a:bodyPr wrap="square" lIns="0" tIns="0" rIns="0" bIns="0" anchor="ctr">
            <a:noAutofit/>
          </a:bodyPr>
          <a:lstStyle/>
          <a:p>
            <a:pPr algn="l">
              <a:buNone/>
            </a:pPr>
            <a:r>
              <a:rPr sz="1350" b="1" lang="ja-JP" altLang="en-US">
                <a:solidFill>
                  <a:srgbClr val="8C8C8C"/>
                </a:solidFill>
              </a:rPr>
              <a:t>✓  </a:t>
            </a:r>
            <a:r>
              <a:rPr sz="1350" b="0" lang="ja-JP" altLang="en-US">
                <a:solidFill>
                  <a:srgbClr val="595959"/>
                </a:solidFill>
              </a:rPr>
              <a:t>ラップアップ</a:t>
            </a:r>
          </a:p>
        </p:txBody>
      </p:sp>
    </p:spTree>
    <p:extLst>
      <p:ext uri="{BB962C8B-B14F-4D97-AF65-F5344CB8AC3E}">
        <p14:creationId xmlns:p14="http://schemas.microsoft.com/office/powerpoint/2010/main" val="26421086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775DD-7687-18CD-6477-EC4CB4A915A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F3CE8E-0BEA-B4D6-42CB-E98F95672D8F}"/>
              </a:ext>
            </a:extLst>
          </p:cNvPr>
          <p:cNvSpPr txBox="1"/>
          <p:nvPr/>
        </p:nvSpPr>
        <p:spPr bwMode="gray">
          <a:xfrm>
            <a:off x="9639300" y="6253004"/>
            <a:ext cx="2073275" cy="246221"/>
          </a:xfrm>
          <a:prstGeom prst="rect">
            <a:avLst/>
          </a:prstGeom>
          <a:noFill/>
          <a:ln>
            <a:noFill/>
          </a:ln>
        </p:spPr>
        <p:txBody>
          <a:bodyPr wrap="square" lIns="0" tIns="0" rIns="0" bIns="0" rtlCol="0">
            <a:noAutofit/>
          </a:bodyPr>
          <a:lstStyle/>
          <a:p>
            <a:pPr marL="0" marR="0" lvl="0" indent="0" algn="l" defTabSz="990564" rtl="0" eaLnBrk="1" fontAlgn="auto" latinLnBrk="0" hangingPunct="1">
              <a:lnSpc>
                <a:spcPct val="100000"/>
              </a:lnSpc>
              <a:spcBef>
                <a:spcPts val="0"/>
              </a:spcBef>
              <a:spcAft>
                <a:spcPts val="0"/>
              </a:spcAft>
              <a:buClrTx/>
              <a:buSzPct val="100000"/>
              <a:buFont typeface="Wingdings" panose="05000000000000000000" pitchFamily="2" charset="2"/>
              <a:buNone/>
              <a:tabLst/>
              <a:defRPr lang="ja-JP" altLang="en-US"/>
            </a:pPr>
            <a:r>
              <a:rPr kumimoji="1" lang="ja-JP" altLang="en-US" sz="800" b="0" i="0" u="none" strike="noStrike" kern="1200" cap="none" spc="0" normalizeH="0" baseline="0" noProof="0">
                <a:ln>
                  <a:noFill/>
                </a:ln>
                <a:solidFill>
                  <a:prstClr val="black"/>
                </a:solidFill>
                <a:effectLst/>
                <a:uLnTx/>
                <a:uFillTx/>
                <a:latin typeface="Yu Gothic UI"/>
                <a:ea typeface="Yu Gothic UI"/>
                <a:cs typeface="Arial" charset="0"/>
              </a:rPr>
              <a:t>IS/BCMSそれぞれの認証範囲はこちらをご覧ください</a:t>
            </a:r>
          </a:p>
          <a:p>
            <a:pPr marL="0" marR="0" lvl="0" indent="0" algn="l" defTabSz="990564" rtl="0" eaLnBrk="1" fontAlgn="auto" latinLnBrk="0" hangingPunct="1">
              <a:lnSpc>
                <a:spcPct val="100000"/>
              </a:lnSpc>
              <a:spcBef>
                <a:spcPts val="0"/>
              </a:spcBef>
              <a:spcAft>
                <a:spcPts val="0"/>
              </a:spcAft>
              <a:buClrTx/>
              <a:buSzPct val="100000"/>
              <a:buFont typeface="Wingdings" panose="05000000000000000000" pitchFamily="2" charset="2"/>
              <a:buNone/>
              <a:tabLst/>
              <a:defRPr lang="ja-JP" altLang="en-US"/>
            </a:pPr>
            <a:r>
              <a:rPr kumimoji="0" lang="ja-JP" altLang="en-US" sz="800" b="0" i="0" u="sng" strike="noStrike" kern="1200" cap="none" spc="0" normalizeH="0" baseline="0" noProof="0">
                <a:ln>
                  <a:noFill/>
                </a:ln>
                <a:solidFill>
                  <a:srgbClr val="0563C1"/>
                </a:solidFill>
                <a:effectLst/>
                <a:uLnTx/>
                <a:uFillTx/>
                <a:latin typeface="Yu Gothic UI"/>
                <a:ea typeface="Yu Gothic UI"/>
                <a:cs typeface="Arial" charset="0"/>
                <a:hlinkClick r:id="rId3"/>
              </a:rPr>
              <a:t>http://www.bsigroup.com/clientDirectory</a:t>
            </a:r>
            <a:endParaRPr kumimoji="1" lang="ja-JP" altLang="en-US" sz="800" b="0" i="0" u="none" strike="noStrike" kern="1200" cap="none" spc="0" normalizeH="0" baseline="0" noProof="0">
              <a:ln>
                <a:noFill/>
              </a:ln>
              <a:solidFill>
                <a:prstClr val="black"/>
              </a:solidFill>
              <a:effectLst/>
              <a:uLnTx/>
              <a:uFillTx/>
              <a:latin typeface="Yu Gothic UI"/>
              <a:ea typeface="Yu Gothic UI"/>
              <a:cs typeface="Arial" charset="0"/>
            </a:endParaRPr>
          </a:p>
        </p:txBody>
      </p:sp>
      <p:sp>
        <p:nvSpPr>
          <p:cNvPr id="3" name="テキスト プレースホルダー 8">
            <a:extLst>
              <a:ext uri="{FF2B5EF4-FFF2-40B4-BE49-F238E27FC236}">
                <a16:creationId xmlns:a16="http://schemas.microsoft.com/office/drawing/2014/main" id="{090CCCCE-6D25-7612-9F7D-A4033FB1AEEC}"/>
              </a:ext>
            </a:extLst>
          </p:cNvPr>
          <p:cNvSpPr txBox="1">
            <a:spLocks/>
          </p:cNvSpPr>
          <p:nvPr/>
        </p:nvSpPr>
        <p:spPr bwMode="gray">
          <a:xfrm>
            <a:off x="358493" y="3470575"/>
            <a:ext cx="8820000" cy="3028650"/>
          </a:xfrm>
          <a:prstGeom prst="rect">
            <a:avLst/>
          </a:prstGeom>
        </p:spPr>
        <p:txBody>
          <a:bodyPr/>
          <a:lstStyle>
            <a:lvl1pPr marL="0" marR="0" indent="0" algn="l" defTabSz="990564" rtl="0" eaLnBrk="1" fontAlgn="auto" latinLnBrk="0" hangingPunct="1">
              <a:lnSpc>
                <a:spcPct val="110000"/>
              </a:lnSpc>
              <a:spcBef>
                <a:spcPts val="600"/>
              </a:spcBef>
              <a:spcAft>
                <a:spcPts val="0"/>
              </a:spcAft>
              <a:buClrTx/>
              <a:buSzPct val="100000"/>
              <a:buFont typeface="Arial" panose="020B0604020202020204" pitchFamily="34" charset="0"/>
              <a:buNone/>
              <a:tabLst/>
              <a:defRPr kumimoji="1" sz="1600" b="0" kern="1200" lang="ja-JP" altLang="en-US">
                <a:solidFill>
                  <a:schemeClr val="tx1"/>
                </a:solidFill>
                <a:latin typeface="+mn-lt"/>
                <a:ea typeface="+mn-ea"/>
                <a:cs typeface="+mn-cs"/>
              </a:defRPr>
            </a:lvl1pPr>
            <a:lvl2pPr marL="252000" marR="0" indent="-252000" algn="l" defTabSz="990564" rtl="0" eaLnBrk="1" fontAlgn="auto" latinLnBrk="0" hangingPunct="1">
              <a:lnSpc>
                <a:spcPct val="110000"/>
              </a:lnSpc>
              <a:spcBef>
                <a:spcPts val="600"/>
              </a:spcBef>
              <a:spcAft>
                <a:spcPts val="0"/>
              </a:spcAft>
              <a:buClrTx/>
              <a:buSzPct val="100000"/>
              <a:buFont typeface="Wingdings" panose="05000000000000000000" pitchFamily="2" charset="2"/>
              <a:buChar char="n"/>
              <a:tabLst/>
              <a:defRPr kumimoji="1" lang="ja-JP" altLang="en-US" sz="1600" b="0" kern="1200" dirty="0" smtClean="0">
                <a:solidFill>
                  <a:schemeClr val="tx1"/>
                </a:solidFill>
                <a:latin typeface="+mn-lt"/>
                <a:ea typeface="+mn-ea"/>
                <a:cs typeface="+mn-cs"/>
              </a:defRPr>
            </a:lvl2pPr>
            <a:lvl3pPr marL="504000" marR="0" indent="-252000" algn="l" defTabSz="990564" rtl="0" eaLnBrk="1" fontAlgn="auto" latinLnBrk="0" hangingPunct="1">
              <a:lnSpc>
                <a:spcPct val="110000"/>
              </a:lnSpc>
              <a:spcBef>
                <a:spcPts val="600"/>
              </a:spcBef>
              <a:spcAft>
                <a:spcPts val="0"/>
              </a:spcAft>
              <a:buClrTx/>
              <a:buSzPct val="100000"/>
              <a:buFont typeface="Wingdings" panose="05000000000000000000" pitchFamily="2" charset="2"/>
              <a:buChar char="Ø"/>
              <a:tabLst/>
              <a:defRPr kumimoji="1" lang="ja-JP" altLang="en-US" sz="1600" b="0" kern="1200" dirty="0" smtClean="0">
                <a:solidFill>
                  <a:schemeClr val="tx1"/>
                </a:solidFill>
                <a:latin typeface="+mn-lt"/>
                <a:ea typeface="+mn-ea"/>
                <a:cs typeface="+mn-cs"/>
              </a:defRPr>
            </a:lvl3pPr>
            <a:lvl4pPr marL="684000" marR="0" indent="-180000" algn="l" defTabSz="990564" rtl="0" eaLnBrk="1" fontAlgn="auto" latinLnBrk="0" hangingPunct="1">
              <a:lnSpc>
                <a:spcPct val="110000"/>
              </a:lnSpc>
              <a:spcBef>
                <a:spcPts val="600"/>
              </a:spcBef>
              <a:spcAft>
                <a:spcPts val="0"/>
              </a:spcAft>
              <a:buClrTx/>
              <a:buSzPct val="100000"/>
              <a:buFont typeface="Arial" panose="020B0604020202020204" pitchFamily="34" charset="0"/>
              <a:buChar char="•"/>
              <a:tabLst/>
              <a:defRPr kumimoji="1" lang="ja-JP" altLang="en-US" sz="1600" b="0" kern="1200" baseline="0" dirty="0" smtClean="0">
                <a:solidFill>
                  <a:schemeClr val="tx1"/>
                </a:solidFill>
                <a:latin typeface="+mn-lt"/>
                <a:ea typeface="+mn-ea"/>
                <a:cs typeface="+mn-cs"/>
              </a:defRPr>
            </a:lvl4pPr>
            <a:lvl5pPr marL="936000" indent="-252000" algn="l" defTabSz="865024" rtl="0" eaLnBrk="1" latinLnBrk="0" hangingPunct="1">
              <a:lnSpc>
                <a:spcPct val="110000"/>
              </a:lnSpc>
              <a:spcBef>
                <a:spcPts val="600"/>
              </a:spcBef>
              <a:spcAft>
                <a:spcPts val="0"/>
              </a:spcAft>
              <a:buClrTx/>
              <a:buSzPct val="100000"/>
              <a:buFont typeface="Verdana" panose="020B0604030504040204" pitchFamily="34" charset="0"/>
              <a:buChar char="−"/>
              <a:tabLst/>
              <a:defRPr kumimoji="1" lang="ja-JP" altLang="en-US" sz="1600" kern="1200" baseline="0" dirty="0" smtClean="0">
                <a:solidFill>
                  <a:schemeClr val="tx1"/>
                </a:solidFill>
                <a:latin typeface="+mn-lt"/>
                <a:ea typeface="+mn-ea"/>
                <a:cs typeface="+mn-cs"/>
              </a:defRPr>
            </a:lvl5pPr>
            <a:lvl6pPr marL="1188000" indent="-252000" algn="l" defTabSz="990564" rtl="0" eaLnBrk="1" latinLnBrk="0" hangingPunct="1">
              <a:lnSpc>
                <a:spcPct val="110000"/>
              </a:lnSpc>
              <a:spcBef>
                <a:spcPts val="600"/>
              </a:spcBef>
              <a:spcAft>
                <a:spcPts val="0"/>
              </a:spcAft>
              <a:buFont typeface="Wingdings" panose="05000000000000000000" pitchFamily="2" charset="2"/>
              <a:buChar char="ü"/>
              <a:defRPr kumimoji="1" sz="1600" kern="1200" baseline="0" lang="ja-JP" altLang="en-US">
                <a:solidFill>
                  <a:schemeClr val="tx1"/>
                </a:solidFill>
                <a:latin typeface="+mn-lt"/>
                <a:ea typeface="+mn-ea"/>
                <a:cs typeface="+mn-cs"/>
              </a:defRPr>
            </a:lvl6pPr>
            <a:lvl7pPr marL="577179" indent="-191093" algn="l" defTabSz="990564" rtl="0" eaLnBrk="1" latinLnBrk="0" hangingPunct="1">
              <a:spcBef>
                <a:spcPts val="0"/>
              </a:spcBef>
              <a:spcAft>
                <a:spcPts val="1083"/>
              </a:spcAft>
              <a:buFont typeface="Verdana" panose="020B0604030504040204" pitchFamily="34" charset="0"/>
              <a:buChar char="−"/>
              <a:defRPr kumimoji="1" sz="1300" kern="1200" lang="ja-JP" altLang="en-US">
                <a:solidFill>
                  <a:schemeClr val="tx1"/>
                </a:solidFill>
                <a:latin typeface="+mn-lt"/>
                <a:ea typeface="+mn-ea"/>
                <a:cs typeface="+mn-cs"/>
              </a:defRPr>
            </a:lvl7pPr>
            <a:lvl8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lang="ja-JP" altLang="en-US">
                <a:solidFill>
                  <a:schemeClr val="tx1"/>
                </a:solidFill>
                <a:latin typeface="+mn-lt"/>
                <a:ea typeface="+mn-ea"/>
                <a:cs typeface="+mn-cs"/>
              </a:defRPr>
            </a:lvl8pPr>
            <a:lvl9pPr marL="577179" indent="-191093" algn="l" defTabSz="990564" rtl="0" eaLnBrk="1" latinLnBrk="0" hangingPunct="1">
              <a:spcBef>
                <a:spcPts val="0"/>
              </a:spcBef>
              <a:spcAft>
                <a:spcPts val="1083"/>
              </a:spcAft>
              <a:buFont typeface="Verdana" panose="020B0604030504040204" pitchFamily="34" charset="0"/>
              <a:buChar char="−"/>
              <a:defRPr kumimoji="1" sz="1300" kern="1200" baseline="0" lang="ja-JP" altLang="en-US">
                <a:solidFill>
                  <a:schemeClr val="tx1"/>
                </a:solidFill>
                <a:latin typeface="+mn-lt"/>
                <a:ea typeface="+mn-ea"/>
                <a:cs typeface="+mn-cs"/>
              </a:defRPr>
            </a:lvl9pPr>
          </a:lstStyle>
          <a:p>
            <a:pPr marL="0" marR="0" lvl="0" indent="0" algn="l" defTabSz="990564" rtl="0" eaLnBrk="1" fontAlgn="auto" latinLnBrk="0" hangingPunct="1">
              <a:lnSpc>
                <a:spcPct val="110000"/>
              </a:lnSpc>
              <a:spcBef>
                <a:spcPts val="600"/>
              </a:spcBef>
              <a:spcAft>
                <a:spcPts val="0"/>
              </a:spcAft>
              <a:buClrTx/>
              <a:buSzPct val="100000"/>
              <a:buFont typeface="Arial" panose="020B0604020202020204" pitchFamily="34" charset="0"/>
              <a:buNone/>
              <a:tabLst/>
              <a:defRPr lang="ja-JP" altLang="en-US"/>
            </a:pPr>
            <a:r>
              <a:rPr kumimoji="1" lang="ja-JP" altLang="en-US" sz="800" b="0" i="0" u="none" strike="noStrike" kern="1200" cap="none" spc="0" normalizeH="0" baseline="0" noProof="0">
                <a:ln>
                  <a:noFill/>
                </a:ln>
                <a:solidFill>
                  <a:prstClr val="black"/>
                </a:solidFill>
                <a:effectLst/>
                <a:uLnTx/>
                <a:uFillTx/>
                <a:latin typeface="Calibri"/>
                <a:ea typeface="Yu Gothic UI"/>
                <a:cs typeface="+mn-cs"/>
              </a:rPr>
              <a:t>デロイト トーマツ グループは、日本におけるデロイト アジア パシフィック リミテッドおよびデロイトネットワークのメンバーである合同会社デロイト トーマツ グループならびにそのグループ法人（有限責任監査法人トーマツ、合同会社デロイト トーマツ、デロイト トーマツ税理士法人およびDT弁護士法人を含む）の総称です。デロイト トーマツ グループは、日本で最大級のプロフェッショナルグループのひとつであり、各法人がそれぞれの適用法令に従いプロフェッショナルサービスを提供しています。また、国内30都市以上に2万人超の専門家を擁し、多国籍企業や主要な日本企業をクライアントとしています。詳細はデロイト トーマツ グループWebサイト、</a:t>
            </a:r>
            <a:r>
              <a:rPr kumimoji="1" lang="ja-JP" altLang="en-US" sz="800" b="0" i="0" u="none" strike="noStrike" kern="1200" cap="none" spc="0" normalizeH="0" baseline="0" noProof="0">
                <a:ln>
                  <a:noFill/>
                </a:ln>
                <a:solidFill>
                  <a:prstClr val="black"/>
                </a:solidFill>
                <a:effectLst/>
                <a:uLnTx/>
                <a:uFillTx/>
                <a:latin typeface="Calibri"/>
                <a:ea typeface="Yu Gothic UI"/>
                <a:cs typeface="+mn-cs"/>
                <a:hlinkClick r:id="rId4"/>
              </a:rPr>
              <a:t>www.deloitte.com/jp</a:t>
            </a:r>
            <a:r>
              <a:rPr kumimoji="1" lang="ja-JP" altLang="en-US" sz="800" b="0" i="0" u="none" strike="noStrike" kern="1200" cap="none" spc="0" normalizeH="0" baseline="0" noProof="0">
                <a:ln>
                  <a:noFill/>
                </a:ln>
                <a:solidFill>
                  <a:prstClr val="black"/>
                </a:solidFill>
                <a:effectLst/>
                <a:uLnTx/>
                <a:uFillTx/>
                <a:latin typeface="Calibri"/>
                <a:ea typeface="Yu Gothic UI"/>
                <a:cs typeface="+mn-cs"/>
              </a:rPr>
              <a:t>をご覧ください。</a:t>
            </a:r>
          </a:p>
          <a:p>
            <a:pPr marL="0" marR="0" lvl="0" indent="0" algn="l" defTabSz="990564" rtl="0" eaLnBrk="1" fontAlgn="auto" latinLnBrk="0" hangingPunct="1">
              <a:lnSpc>
                <a:spcPct val="110000"/>
              </a:lnSpc>
              <a:spcBef>
                <a:spcPts val="600"/>
              </a:spcBef>
              <a:spcAft>
                <a:spcPts val="0"/>
              </a:spcAft>
              <a:buClrTx/>
              <a:buSzPct val="100000"/>
              <a:buFont typeface="Arial" panose="020B0604020202020204" pitchFamily="34" charset="0"/>
              <a:buNone/>
              <a:tabLst/>
              <a:defRPr lang="ja-JP" altLang="en-US"/>
            </a:pPr>
            <a:r>
              <a:rPr kumimoji="1" lang="ja-JP" altLang="en-US" sz="800" b="0" i="0" u="none" strike="noStrike" kern="1200" cap="none" spc="0" normalizeH="0" baseline="0" noProof="0">
                <a:ln>
                  <a:noFill/>
                </a:ln>
                <a:solidFill>
                  <a:prstClr val="black"/>
                </a:solidFill>
                <a:effectLst/>
                <a:uLnTx/>
                <a:uFillTx/>
                <a:latin typeface="Calibri"/>
                <a:ea typeface="Yu Gothic UI"/>
                <a:cs typeface="+mn-cs"/>
              </a:rPr>
              <a:t>Deloitte（デロイト）とは、Deloitte Touche Tohmatsu Limited（“Deloitte Global”）、そのグローバルネットワーク組織を構成するメンバーファームおよびそれらの関係法人（総称して“デロイトネットワーク”）のひとつまたは複数を指します。Deloitte Globalならびに各メンバーファームおよび関係法人はそれぞれ法的に独立した別個の組織体であり、第三者に関して相互に義務を課しまたは拘束させることはありません。Deloitte Globalおよびその各メンバーファームならびに関係法人は、自らの作為および不作為についてのみ責任を負い、互いに他のファームまたは関係法人の作為および不作為について責任を負うものではありません。Deloitte Globalはクライアントへのサービス提供を行いません。詳細は </a:t>
            </a:r>
            <a:r>
              <a:rPr kumimoji="1" lang="ja-JP" altLang="en-US" sz="800" b="0" i="0" u="none" strike="noStrike" kern="1200" cap="none" spc="0" normalizeH="0" baseline="0" noProof="0">
                <a:ln>
                  <a:noFill/>
                </a:ln>
                <a:solidFill>
                  <a:prstClr val="black"/>
                </a:solidFill>
                <a:effectLst/>
                <a:uLnTx/>
                <a:uFillTx/>
                <a:latin typeface="Calibri"/>
                <a:ea typeface="Yu Gothic UI"/>
                <a:cs typeface="+mn-cs"/>
                <a:hlinkClick r:id="rId5"/>
              </a:rPr>
              <a:t>www.deloitte.com/jp/about</a:t>
            </a:r>
            <a:r>
              <a:rPr kumimoji="1" lang="ja-JP" altLang="en-US" sz="800" b="0" i="0" u="none" strike="noStrike" kern="1200" cap="none" spc="0" normalizeH="0" baseline="0" noProof="0">
                <a:ln>
                  <a:noFill/>
                </a:ln>
                <a:solidFill>
                  <a:prstClr val="black"/>
                </a:solidFill>
                <a:effectLst/>
                <a:uLnTx/>
                <a:uFillTx/>
                <a:latin typeface="Calibri"/>
                <a:ea typeface="Yu Gothic UI"/>
                <a:cs typeface="+mn-cs"/>
              </a:rPr>
              <a:t>をご覧ください。</a:t>
            </a:r>
            <a:br>
              <a:rPr kumimoji="1" lang="ja-JP" altLang="en-US" sz="800" b="0" i="0" u="none" strike="noStrike" kern="1200" cap="none" spc="0" normalizeH="0" baseline="0" noProof="0">
                <a:ln>
                  <a:noFill/>
                </a:ln>
                <a:solidFill>
                  <a:prstClr val="black"/>
                </a:solidFill>
                <a:effectLst/>
                <a:uLnTx/>
                <a:uFillTx/>
                <a:latin typeface="Calibri"/>
                <a:ea typeface="Yu Gothic UI"/>
                <a:cs typeface="+mn-cs"/>
              </a:rPr>
            </a:br>
            <a:r>
              <a:rPr kumimoji="1" lang="ja-JP" altLang="en-US" sz="800" b="0" i="0" u="none" strike="noStrike" kern="1200" cap="none" spc="0" normalizeH="0" baseline="0" noProof="0">
                <a:ln>
                  <a:noFill/>
                </a:ln>
                <a:solidFill>
                  <a:prstClr val="black"/>
                </a:solidFill>
                <a:effectLst/>
                <a:uLnTx/>
                <a:uFillTx/>
                <a:latin typeface="Calibri"/>
                <a:ea typeface="Yu Gothic UI"/>
                <a:cs typeface="+mn-cs"/>
              </a:rPr>
              <a:t>デロイト アジア パシフィック リミテッドは保証有限責任会社であり、Deloitte Globalのメンバーファームです。デロイト アジア パシフィック リミテッドのメンバーおよびそれらの関係法人は、それぞれ法的に独立した別個の組織体であり、アジア パシフィックにおける100を超える都市（オークランド、バンコク、北京、ベンガルール、ハノイ、香港、ジャカルタ、クアラルンプール、マニラ、メルボルン、ムンバイ、ニューデリー、大阪、ソウル、上海、シンガポール、シドニー、台北、東京を含む）にてサービスを提供しています。</a:t>
            </a:r>
          </a:p>
          <a:p>
            <a:pPr marL="0" marR="0" lvl="0" indent="0" algn="l" defTabSz="990564" rtl="0" eaLnBrk="1" fontAlgn="auto" latinLnBrk="0" hangingPunct="1">
              <a:lnSpc>
                <a:spcPct val="110000"/>
              </a:lnSpc>
              <a:spcBef>
                <a:spcPts val="600"/>
              </a:spcBef>
              <a:spcAft>
                <a:spcPts val="0"/>
              </a:spcAft>
              <a:buClrTx/>
              <a:buSzPct val="100000"/>
              <a:buFont typeface="Arial" panose="020B0604020202020204" pitchFamily="34" charset="0"/>
              <a:buNone/>
              <a:tabLst/>
              <a:defRPr lang="ja-JP" altLang="en-US"/>
            </a:pPr>
            <a:r>
              <a:rPr kumimoji="1" lang="ja-JP" altLang="en-US" sz="800" b="0" i="0" u="none" strike="noStrike" kern="1200" cap="none" spc="0" normalizeH="0" baseline="0" noProof="0">
                <a:ln>
                  <a:noFill/>
                </a:ln>
                <a:solidFill>
                  <a:prstClr val="black"/>
                </a:solidFill>
                <a:effectLst/>
                <a:uLnTx/>
                <a:uFillTx/>
                <a:latin typeface="Calibri"/>
                <a:ea typeface="Yu Gothic UI"/>
                <a:cs typeface="+mn-cs"/>
              </a:rPr>
              <a:t>Deloitte（デロイト）は、最先端のプロフェッショナルサービスを、Fortune Global 500®の約9割の企業や多数のプライベート（非公開）企業を含むクライアントに提供しています。デロイトは、資本市場に対する社会的な信頼を高め、クライアントの変革と繁栄を促進することで、計測可能で継続性のある成果をもたらすプロフェッショナルの集団です。デロイトは、創設以来180年の歴史を有し、150を超える国・地域にわたって活動を展開しています。 “Making an impact that matters”をパーパス（存在理由）として標榜するデロイトの約46万人の人材の活動の詳細については、</a:t>
            </a:r>
            <a:r>
              <a:rPr kumimoji="1" lang="ja-JP" altLang="en-US" sz="800" b="0" i="0" u="none" strike="noStrike" kern="1200" cap="none" spc="0" normalizeH="0" baseline="0" noProof="0">
                <a:ln>
                  <a:noFill/>
                </a:ln>
                <a:solidFill>
                  <a:prstClr val="black"/>
                </a:solidFill>
                <a:effectLst/>
                <a:uLnTx/>
                <a:uFillTx/>
                <a:latin typeface="Calibri"/>
                <a:ea typeface="Yu Gothic UI"/>
                <a:cs typeface="+mn-cs"/>
                <a:hlinkClick r:id="rId6"/>
              </a:rPr>
              <a:t>www.deloitte.com</a:t>
            </a:r>
            <a:r>
              <a:rPr kumimoji="1" lang="ja-JP" altLang="en-US" sz="800" b="0" i="0" u="none" strike="noStrike" kern="1200" cap="none" spc="0" normalizeH="0" baseline="0" noProof="0">
                <a:ln>
                  <a:noFill/>
                </a:ln>
                <a:solidFill>
                  <a:prstClr val="black"/>
                </a:solidFill>
                <a:effectLst/>
                <a:uLnTx/>
                <a:uFillTx/>
                <a:latin typeface="Calibri"/>
                <a:ea typeface="Yu Gothic UI"/>
                <a:cs typeface="+mn-cs"/>
              </a:rPr>
              <a:t>をご覧ください。</a:t>
            </a:r>
          </a:p>
          <a:p>
            <a:pPr marL="0" marR="0" lvl="0" indent="0" algn="l" defTabSz="990564" rtl="0" eaLnBrk="1" fontAlgn="auto" latinLnBrk="0" hangingPunct="1">
              <a:lnSpc>
                <a:spcPct val="110000"/>
              </a:lnSpc>
              <a:spcBef>
                <a:spcPts val="600"/>
              </a:spcBef>
              <a:spcAft>
                <a:spcPts val="0"/>
              </a:spcAft>
              <a:buClrTx/>
              <a:buSzPct val="100000"/>
              <a:buFont typeface="Arial" panose="020B0604020202020204" pitchFamily="34" charset="0"/>
              <a:buNone/>
              <a:tabLst/>
              <a:defRPr lang="ja-JP" altLang="en-US"/>
            </a:pPr>
            <a:r>
              <a:rPr kumimoji="1" lang="ja-JP" altLang="en-US" sz="800" b="0" i="0" u="none" strike="noStrike" kern="1200" cap="none" spc="0" normalizeH="0" baseline="0" noProof="0">
                <a:ln>
                  <a:noFill/>
                </a:ln>
                <a:solidFill>
                  <a:prstClr val="black"/>
                </a:solidFill>
                <a:effectLst/>
                <a:uLnTx/>
                <a:uFillTx/>
                <a:latin typeface="Calibri"/>
                <a:ea typeface="Yu Gothic UI"/>
                <a:cs typeface="+mn-cs"/>
              </a:rPr>
              <a:t>本資料は皆様への情報提供として一般的な情報を掲載するのみであり、Deloitte Touche Tohmatsu Limited (”Deloitte Global”)、そのグローバルネットワーク組織を構成するメンバーファームおよびそれらの関係法人（総称して“デロイトネットワーク”）が本資料をもって専門的な助言やサービスを提供するものではありません。皆様の財務または事業に影響を与えるような意思決定または行動をされる前に、適切な専門家にご相談ください。本資料における情報の正確性や完全性に関して、いかなる表明、保証または確約（明示・黙示を問いません）をするものではありません。またDeloitte Global、そのメンバーファーム、関係法人、社員・職員または代理人のいずれも、本資料に依拠した人に関係して直接または間接に発生したいかなる損失および損害に対しても責任を負いません。Deloitte Globalならびに各メンバーファームおよび関係法人はそれぞれ法的に独立した別個の組織体です。</a:t>
            </a:r>
          </a:p>
        </p:txBody>
      </p:sp>
    </p:spTree>
    <p:extLst>
      <p:ext uri="{BB962C8B-B14F-4D97-AF65-F5344CB8AC3E}">
        <p14:creationId xmlns:p14="http://schemas.microsoft.com/office/powerpoint/2010/main" val="1475542278"/>
      </p:ext>
    </p:extLst>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スライド番号プレースホルダー 2">
            <a:extLst>
              <a:ext uri="{FF2B5EF4-FFF2-40B4-BE49-F238E27FC236}">
                <a16:creationId xmlns:a16="http://schemas.microsoft.com/office/drawing/2014/main" id="{402607B0-7972-7B01-1E5F-36B66DEABEFB}"/>
              </a:ext>
            </a:extLst>
          </p:cNvPr>
          <p:cNvSpPr>
            <a:spLocks noGrp="1"/>
          </p:cNvSpPr>
          <p:nvPr>
            <p:ph type="sldNum" sz="quarter" idx="11"/>
          </p:nvPr>
        </p:nvSpPr>
        <p:spPr/>
        <p:txBody>
          <a:bodyPr/>
          <a:lstStyle/>
          <a:p>
            <a:fld id="{AA5FCFE5-FE56-4EF1-80A8-07776887C2A1}" type="slidenum">
              <a:rPr lang="ja-JP" altLang="en-US" smtClean="0"/>
              <a:pPr/>
              <a:t>2</a:t>
            </a:fld>
            <a:endParaRPr lang="ja-JP" altLang="en-US"/>
          </a:p>
        </p:txBody>
      </p:sp>
      <p:sp>
        <p:nvSpPr>
          <p:cNvPr id="4" name="タイトル 3">
            <a:extLst>
              <a:ext uri="{FF2B5EF4-FFF2-40B4-BE49-F238E27FC236}">
                <a16:creationId xmlns:a16="http://schemas.microsoft.com/office/drawing/2014/main" id="{AF61E178-7D83-B27F-73A4-2E06ADEBFA6F}"/>
              </a:ext>
            </a:extLst>
          </p:cNvPr>
          <p:cNvSpPr>
            <a:spLocks noGrp="1"/>
          </p:cNvSpPr>
          <p:nvPr>
            <p:ph type="title"/>
          </p:nvPr>
        </p:nvSpPr>
        <p:spPr/>
        <p:txBody>
          <a:bodyPr vert="horz" rIns="0"/>
          <a:lstStyle/>
          <a:p>
            <a:r>
              <a:rPr lang="ja-JP" altLang="en-US"/>
              <a:t>本日のアジェンダ</a:t>
            </a:r>
          </a:p>
        </p:txBody>
      </p:sp>
      <p:pic>
        <p:nvPicPr>
          <p:cNvPr id="7" name="図 6" descr="建物, 座る, コンピュータ, 男 が含まれている画像&#10;&#10;AI によって生成されたコンテンツは間違っている可能性があります。">
            <a:extLst>
              <a:ext uri="{FF2B5EF4-FFF2-40B4-BE49-F238E27FC236}">
                <a16:creationId xmlns:a16="http://schemas.microsoft.com/office/drawing/2014/main" id="{DACCE5BA-8945-5F2E-ECF3-C30C84CB5367}"/>
              </a:ext>
            </a:extLst>
          </p:cNvPr>
          <p:cNvPicPr>
            <a:picLocks noChangeAspect="1"/>
          </p:cNvPicPr>
          <p:nvPr/>
        </p:nvPicPr>
        <p:blipFill>
          <a:blip r:embed="rId5" cstate="screen">
            <a:extLst>
              <a:ext uri="{28A0092B-C50C-407E-A947-70E740481C1C}">
                <a14:useLocalDpi xmlns:a14="http://schemas.microsoft.com/office/drawing/2010/main"/>
              </a:ext>
            </a:extLst>
          </a:blip>
          <a:srcRect/>
          <a:stretch/>
        </p:blipFill>
        <p:spPr>
          <a:xfrm>
            <a:off x="8084313" y="1"/>
            <a:ext cx="4107686" cy="6858000"/>
          </a:xfrm>
          <a:prstGeom prst="rect">
            <a:avLst/>
          </a:prstGeom>
        </p:spPr>
      </p:pic>
      <p:sp>
        <p:nvSpPr>
          <p:cNvPr id="8" name="TextBox 7"/>
          <p:cNvSpPr txBox="1"/>
          <p:nvPr/>
        </p:nvSpPr>
        <p:spPr>
          <a:xfrm>
            <a:off x="566928" y="1600200"/>
            <a:ext cx="5852160" cy="402336"/>
          </a:xfrm>
          <a:prstGeom prst="rect">
            <a:avLst/>
          </a:prstGeom>
          <a:noFill/>
        </p:spPr>
        <p:txBody>
          <a:bodyPr wrap="square" lIns="0" tIns="0" rIns="0" bIns="0" anchor="ctr">
            <a:noAutofit/>
          </a:bodyPr>
          <a:lstStyle/>
          <a:p>
            <a:pPr algn="l">
              <a:buNone/>
            </a:pPr>
            <a:r>
              <a:rPr sz="1700" b="0" lang="ja-JP" altLang="en-US">
                <a:solidFill>
                  <a:srgbClr val="262626"/>
                </a:solidFill>
              </a:rPr>
              <a:t>1．Phase2の全体像と振り返り（10/1〜）</a:t>
            </a:r>
          </a:p>
        </p:txBody>
      </p:sp>
      <p:sp>
        <p:nvSpPr>
          <p:cNvPr id="9" name="TextBox 8"/>
          <p:cNvSpPr txBox="1"/>
          <p:nvPr/>
        </p:nvSpPr>
        <p:spPr>
          <a:xfrm>
            <a:off x="6400800" y="1600200"/>
            <a:ext cx="1143000" cy="402336"/>
          </a:xfrm>
          <a:prstGeom prst="rect">
            <a:avLst/>
          </a:prstGeom>
          <a:noFill/>
        </p:spPr>
        <p:txBody>
          <a:bodyPr wrap="square" lIns="0" tIns="0" rIns="0" bIns="0" anchor="ctr">
            <a:noAutofit/>
          </a:bodyPr>
          <a:lstStyle/>
          <a:p>
            <a:pPr algn="r">
              <a:buNone/>
            </a:pPr>
            <a:r>
              <a:rPr sz="1600" b="0" lang="ja-JP" altLang="en-US">
                <a:solidFill>
                  <a:srgbClr val="262626"/>
                </a:solidFill>
              </a:rPr>
              <a:t>5分</a:t>
            </a:r>
          </a:p>
        </p:txBody>
      </p:sp>
      <p:sp>
        <p:nvSpPr>
          <p:cNvPr id="10" name="ハイライト"/>
          <p:cNvSpPr/>
          <p:nvPr/>
        </p:nvSpPr>
        <p:spPr>
          <a:xfrm>
            <a:off x="402336" y="2231136"/>
            <a:ext cx="7269480" cy="1115568"/>
          </a:xfrm>
          <a:prstGeom prst="rect">
            <a:avLst/>
          </a:prstGeom>
          <a:solidFill>
            <a:srgbClr val="63666A"/>
          </a:solidFill>
          <a:ln>
            <a:noFill/>
          </a:ln>
        </p:spPr>
        <p:txBody>
          <a:bodyPr rtlCol="0" anchor="ctr" wrap="square" lIns="54864" tIns="27432" rIns="54864" bIns="27432">
            <a:noAutofit/>
          </a:bodyPr>
          <a:lstStyle/>
          <a:p>
            <a:pPr algn="ctr"/>
          </a:p>
        </p:txBody>
      </p:sp>
      <p:sp>
        <p:nvSpPr>
          <p:cNvPr id="11" name="TextBox 10"/>
          <p:cNvSpPr txBox="1"/>
          <p:nvPr/>
        </p:nvSpPr>
        <p:spPr>
          <a:xfrm>
            <a:off x="566928" y="2276856"/>
            <a:ext cx="5852160" cy="402336"/>
          </a:xfrm>
          <a:prstGeom prst="rect">
            <a:avLst/>
          </a:prstGeom>
          <a:noFill/>
        </p:spPr>
        <p:txBody>
          <a:bodyPr wrap="square" lIns="0" tIns="0" rIns="0" bIns="0" anchor="ctr">
            <a:noAutofit/>
          </a:bodyPr>
          <a:lstStyle/>
          <a:p>
            <a:pPr algn="l">
              <a:buNone/>
            </a:pPr>
            <a:r>
              <a:rPr sz="1700" b="1" lang="ja-JP" altLang="en-US">
                <a:solidFill>
                  <a:srgbClr val="FFFFFF"/>
                </a:solidFill>
              </a:rPr>
              <a:t>2．改修内容と最新アプリの状態</a:t>
            </a:r>
          </a:p>
        </p:txBody>
      </p:sp>
      <p:sp>
        <p:nvSpPr>
          <p:cNvPr id="12" name="TextBox 11"/>
          <p:cNvSpPr txBox="1"/>
          <p:nvPr/>
        </p:nvSpPr>
        <p:spPr>
          <a:xfrm>
            <a:off x="6400800" y="2276856"/>
            <a:ext cx="1143000" cy="402336"/>
          </a:xfrm>
          <a:prstGeom prst="rect">
            <a:avLst/>
          </a:prstGeom>
          <a:noFill/>
        </p:spPr>
        <p:txBody>
          <a:bodyPr wrap="square" lIns="0" tIns="0" rIns="0" bIns="0" anchor="ctr">
            <a:noAutofit/>
          </a:bodyPr>
          <a:lstStyle/>
          <a:p>
            <a:pPr algn="r">
              <a:buNone/>
            </a:pPr>
            <a:r>
              <a:rPr sz="1600" b="1" lang="ja-JP" altLang="en-US">
                <a:solidFill>
                  <a:srgbClr val="FFFFFF"/>
                </a:solidFill>
              </a:rPr>
              <a:t>10分</a:t>
            </a:r>
          </a:p>
        </p:txBody>
      </p:sp>
      <p:sp>
        <p:nvSpPr>
          <p:cNvPr id="13" name="TextBox 12"/>
          <p:cNvSpPr txBox="1"/>
          <p:nvPr/>
        </p:nvSpPr>
        <p:spPr>
          <a:xfrm>
            <a:off x="896112" y="2660904"/>
            <a:ext cx="6309360" cy="310896"/>
          </a:xfrm>
          <a:prstGeom prst="rect">
            <a:avLst/>
          </a:prstGeom>
          <a:noFill/>
        </p:spPr>
        <p:txBody>
          <a:bodyPr wrap="square" lIns="0" tIns="0" rIns="0" bIns="0" anchor="ctr">
            <a:noAutofit/>
          </a:bodyPr>
          <a:lstStyle/>
          <a:p>
            <a:pPr algn="l">
              <a:buNone/>
            </a:pPr>
            <a:r>
              <a:rPr sz="1350" b="1" lang="ja-JP" altLang="en-US">
                <a:solidFill>
                  <a:srgbClr val="FFFFFF"/>
                </a:solidFill>
              </a:rPr>
              <a:t>✓  </a:t>
            </a:r>
            <a:r>
              <a:rPr sz="1350" b="0" lang="ja-JP" altLang="en-US">
                <a:solidFill>
                  <a:srgbClr val="FFFFFF"/>
                </a:solidFill>
              </a:rPr>
              <a:t>改修台帳（15項目＋Phase2の追加）と今週の改修</a:t>
            </a:r>
          </a:p>
        </p:txBody>
      </p:sp>
      <p:sp>
        <p:nvSpPr>
          <p:cNvPr id="14" name="TextBox 13"/>
          <p:cNvSpPr txBox="1"/>
          <p:nvPr/>
        </p:nvSpPr>
        <p:spPr>
          <a:xfrm>
            <a:off x="896112" y="2990088"/>
            <a:ext cx="6309360" cy="310896"/>
          </a:xfrm>
          <a:prstGeom prst="rect">
            <a:avLst/>
          </a:prstGeom>
          <a:noFill/>
        </p:spPr>
        <p:txBody>
          <a:bodyPr wrap="square" lIns="0" tIns="0" rIns="0" bIns="0" anchor="ctr">
            <a:noAutofit/>
          </a:bodyPr>
          <a:lstStyle/>
          <a:p>
            <a:pPr algn="l">
              <a:buNone/>
            </a:pPr>
            <a:r>
              <a:rPr sz="1350" b="1" lang="ja-JP" altLang="en-US">
                <a:solidFill>
                  <a:srgbClr val="FFFFFF"/>
                </a:solidFill>
              </a:rPr>
              <a:t>✓  </a:t>
            </a:r>
            <a:r>
              <a:rPr sz="1350" b="0" lang="ja-JP" altLang="en-US">
                <a:solidFill>
                  <a:srgbClr val="FFFFFF"/>
                </a:solidFill>
              </a:rPr>
              <a:t>外部取得データソースの改善</a:t>
            </a:r>
          </a:p>
        </p:txBody>
      </p:sp>
      <p:sp>
        <p:nvSpPr>
          <p:cNvPr id="15" name="TextBox 14"/>
          <p:cNvSpPr txBox="1"/>
          <p:nvPr/>
        </p:nvSpPr>
        <p:spPr>
          <a:xfrm>
            <a:off x="566928" y="3611880"/>
            <a:ext cx="5852160" cy="402336"/>
          </a:xfrm>
          <a:prstGeom prst="rect">
            <a:avLst/>
          </a:prstGeom>
          <a:noFill/>
        </p:spPr>
        <p:txBody>
          <a:bodyPr wrap="square" lIns="0" tIns="0" rIns="0" bIns="0" anchor="ctr">
            <a:noAutofit/>
          </a:bodyPr>
          <a:lstStyle/>
          <a:p>
            <a:pPr algn="l">
              <a:buNone/>
            </a:pPr>
            <a:r>
              <a:rPr sz="1700" b="0" lang="ja-JP" altLang="en-US">
                <a:solidFill>
                  <a:srgbClr val="262626"/>
                </a:solidFill>
              </a:rPr>
              <a:t>3．当面のタイムラインとITEC様への引継ぎ</a:t>
            </a:r>
          </a:p>
        </p:txBody>
      </p:sp>
      <p:sp>
        <p:nvSpPr>
          <p:cNvPr id="16" name="TextBox 15"/>
          <p:cNvSpPr txBox="1"/>
          <p:nvPr/>
        </p:nvSpPr>
        <p:spPr>
          <a:xfrm>
            <a:off x="6400800" y="3611880"/>
            <a:ext cx="1143000" cy="402336"/>
          </a:xfrm>
          <a:prstGeom prst="rect">
            <a:avLst/>
          </a:prstGeom>
          <a:noFill/>
        </p:spPr>
        <p:txBody>
          <a:bodyPr wrap="square" lIns="0" tIns="0" rIns="0" bIns="0" anchor="ctr">
            <a:noAutofit/>
          </a:bodyPr>
          <a:lstStyle/>
          <a:p>
            <a:pPr algn="r">
              <a:buNone/>
            </a:pPr>
            <a:r>
              <a:rPr sz="1600" b="0" lang="ja-JP" altLang="en-US">
                <a:solidFill>
                  <a:srgbClr val="262626"/>
                </a:solidFill>
              </a:rPr>
              <a:t>5分</a:t>
            </a:r>
          </a:p>
        </p:txBody>
      </p:sp>
      <p:sp>
        <p:nvSpPr>
          <p:cNvPr id="17" name="TextBox 16"/>
          <p:cNvSpPr txBox="1"/>
          <p:nvPr/>
        </p:nvSpPr>
        <p:spPr>
          <a:xfrm>
            <a:off x="566928" y="4288536"/>
            <a:ext cx="5852160" cy="402336"/>
          </a:xfrm>
          <a:prstGeom prst="rect">
            <a:avLst/>
          </a:prstGeom>
          <a:noFill/>
        </p:spPr>
        <p:txBody>
          <a:bodyPr wrap="square" lIns="0" tIns="0" rIns="0" bIns="0" anchor="ctr">
            <a:noAutofit/>
          </a:bodyPr>
          <a:lstStyle/>
          <a:p>
            <a:pPr algn="l">
              <a:buNone/>
            </a:pPr>
            <a:r>
              <a:rPr sz="1700" b="0" lang="ja-JP" altLang="en-US">
                <a:solidFill>
                  <a:srgbClr val="262626"/>
                </a:solidFill>
              </a:rPr>
              <a:t>4．ITEC様からのご報告</a:t>
            </a:r>
          </a:p>
        </p:txBody>
      </p:sp>
      <p:sp>
        <p:nvSpPr>
          <p:cNvPr id="18" name="TextBox 17"/>
          <p:cNvSpPr txBox="1"/>
          <p:nvPr/>
        </p:nvSpPr>
        <p:spPr>
          <a:xfrm>
            <a:off x="6400800" y="4288536"/>
            <a:ext cx="1143000" cy="402336"/>
          </a:xfrm>
          <a:prstGeom prst="rect">
            <a:avLst/>
          </a:prstGeom>
          <a:noFill/>
        </p:spPr>
        <p:txBody>
          <a:bodyPr wrap="square" lIns="0" tIns="0" rIns="0" bIns="0" anchor="ctr">
            <a:noAutofit/>
          </a:bodyPr>
          <a:lstStyle/>
          <a:p>
            <a:pPr algn="r">
              <a:buNone/>
            </a:pPr>
            <a:r>
              <a:rPr sz="1600" b="0" lang="ja-JP" altLang="en-US">
                <a:solidFill>
                  <a:srgbClr val="262626"/>
                </a:solidFill>
              </a:rPr>
              <a:t>20分</a:t>
            </a:r>
          </a:p>
        </p:txBody>
      </p:sp>
      <p:sp>
        <p:nvSpPr>
          <p:cNvPr id="19" name="TextBox 18"/>
          <p:cNvSpPr txBox="1"/>
          <p:nvPr/>
        </p:nvSpPr>
        <p:spPr>
          <a:xfrm>
            <a:off x="896112" y="4672584"/>
            <a:ext cx="6309360" cy="310896"/>
          </a:xfrm>
          <a:prstGeom prst="rect">
            <a:avLst/>
          </a:prstGeom>
          <a:noFill/>
        </p:spPr>
        <p:txBody>
          <a:bodyPr wrap="square" lIns="0" tIns="0" rIns="0" bIns="0" anchor="ctr">
            <a:noAutofit/>
          </a:bodyPr>
          <a:lstStyle/>
          <a:p>
            <a:pPr algn="l">
              <a:buNone/>
            </a:pPr>
            <a:r>
              <a:rPr sz="1350" b="1" lang="ja-JP" altLang="en-US">
                <a:solidFill>
                  <a:srgbClr val="8C8C8C"/>
                </a:solidFill>
              </a:rPr>
              <a:t>✓  </a:t>
            </a:r>
            <a:r>
              <a:rPr sz="1350" b="0" lang="ja-JP" altLang="en-US">
                <a:solidFill>
                  <a:srgbClr val="595959"/>
                </a:solidFill>
              </a:rPr>
              <a:t>セキュア公開版の状況、10/7版の反映・データ投入の計画</a:t>
            </a:r>
          </a:p>
        </p:txBody>
      </p:sp>
      <p:sp>
        <p:nvSpPr>
          <p:cNvPr id="20" name="TextBox 19"/>
          <p:cNvSpPr txBox="1"/>
          <p:nvPr/>
        </p:nvSpPr>
        <p:spPr>
          <a:xfrm>
            <a:off x="566928" y="5294376"/>
            <a:ext cx="5852160" cy="402336"/>
          </a:xfrm>
          <a:prstGeom prst="rect">
            <a:avLst/>
          </a:prstGeom>
          <a:noFill/>
        </p:spPr>
        <p:txBody>
          <a:bodyPr wrap="square" lIns="0" tIns="0" rIns="0" bIns="0" anchor="ctr">
            <a:noAutofit/>
          </a:bodyPr>
          <a:lstStyle/>
          <a:p>
            <a:pPr algn="l">
              <a:buNone/>
            </a:pPr>
            <a:r>
              <a:rPr sz="1700" b="0" lang="ja-JP" altLang="en-US">
                <a:solidFill>
                  <a:srgbClr val="262626"/>
                </a:solidFill>
              </a:rPr>
              <a:t>5．アプリを見ながらのディスカッション</a:t>
            </a:r>
          </a:p>
        </p:txBody>
      </p:sp>
      <p:sp>
        <p:nvSpPr>
          <p:cNvPr id="21" name="TextBox 20"/>
          <p:cNvSpPr txBox="1"/>
          <p:nvPr/>
        </p:nvSpPr>
        <p:spPr>
          <a:xfrm>
            <a:off x="6400800" y="5294376"/>
            <a:ext cx="1143000" cy="402336"/>
          </a:xfrm>
          <a:prstGeom prst="rect">
            <a:avLst/>
          </a:prstGeom>
          <a:noFill/>
        </p:spPr>
        <p:txBody>
          <a:bodyPr wrap="square" lIns="0" tIns="0" rIns="0" bIns="0" anchor="ctr">
            <a:noAutofit/>
          </a:bodyPr>
          <a:lstStyle/>
          <a:p>
            <a:pPr algn="r">
              <a:buNone/>
            </a:pPr>
            <a:r>
              <a:rPr sz="1600" b="0" lang="ja-JP" altLang="en-US">
                <a:solidFill>
                  <a:srgbClr val="262626"/>
                </a:solidFill>
              </a:rPr>
              <a:t>15分</a:t>
            </a:r>
          </a:p>
        </p:txBody>
      </p:sp>
      <p:sp>
        <p:nvSpPr>
          <p:cNvPr id="22" name="TextBox 21"/>
          <p:cNvSpPr txBox="1"/>
          <p:nvPr/>
        </p:nvSpPr>
        <p:spPr>
          <a:xfrm>
            <a:off x="896112" y="5678424"/>
            <a:ext cx="6309360" cy="310896"/>
          </a:xfrm>
          <a:prstGeom prst="rect">
            <a:avLst/>
          </a:prstGeom>
          <a:noFill/>
        </p:spPr>
        <p:txBody>
          <a:bodyPr wrap="square" lIns="0" tIns="0" rIns="0" bIns="0" anchor="ctr">
            <a:noAutofit/>
          </a:bodyPr>
          <a:lstStyle/>
          <a:p>
            <a:pPr algn="l">
              <a:buNone/>
            </a:pPr>
            <a:r>
              <a:rPr sz="1350" b="1" lang="ja-JP" altLang="en-US">
                <a:solidFill>
                  <a:srgbClr val="8C8C8C"/>
                </a:solidFill>
              </a:rPr>
              <a:t>✓  </a:t>
            </a:r>
            <a:r>
              <a:rPr sz="1350" b="0" lang="ja-JP" altLang="en-US">
                <a:solidFill>
                  <a:srgbClr val="595959"/>
                </a:solidFill>
              </a:rPr>
              <a:t>ラップアップ</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スライド番号プレースホルダー 2">
            <a:extLst>
              <a:ext uri="{FF2B5EF4-FFF2-40B4-BE49-F238E27FC236}">
                <a16:creationId xmlns:a16="http://schemas.microsoft.com/office/drawing/2014/main" id="{402607B0-7972-7B01-1E5F-36B66DEABEFB}"/>
              </a:ext>
            </a:extLst>
          </p:cNvPr>
          <p:cNvSpPr>
            <a:spLocks noGrp="1"/>
          </p:cNvSpPr>
          <p:nvPr>
            <p:ph type="sldNum" sz="quarter" idx="11"/>
          </p:nvPr>
        </p:nvSpPr>
        <p:spPr/>
        <p:txBody>
          <a:bodyPr/>
          <a:lstStyle/>
          <a:p>
            <a:fld id="{AA5FCFE5-FE56-4EF1-80A8-07776887C2A1}" type="slidenum">
              <a:rPr lang="ja-JP" altLang="en-US" smtClean="0"/>
              <a:pPr/>
              <a:t>2</a:t>
            </a:fld>
            <a:endParaRPr lang="ja-JP" altLang="en-US"/>
          </a:p>
        </p:txBody>
      </p:sp>
      <p:sp>
        <p:nvSpPr>
          <p:cNvPr id="4" name="タイトル 3">
            <a:extLst>
              <a:ext uri="{FF2B5EF4-FFF2-40B4-BE49-F238E27FC236}">
                <a16:creationId xmlns:a16="http://schemas.microsoft.com/office/drawing/2014/main" id="{AF61E178-7D83-B27F-73A4-2E06ADEBFA6F}"/>
              </a:ext>
            </a:extLst>
          </p:cNvPr>
          <p:cNvSpPr>
            <a:spLocks noGrp="1"/>
          </p:cNvSpPr>
          <p:nvPr>
            <p:ph type="title"/>
          </p:nvPr>
        </p:nvSpPr>
        <p:spPr/>
        <p:txBody>
          <a:bodyPr vert="horz" rIns="0"/>
          <a:lstStyle/>
          <a:p>
            <a:r>
              <a:rPr lang="ja-JP" altLang="en-US"/>
              <a:t>本日のアジェンダ</a:t>
            </a:r>
          </a:p>
        </p:txBody>
      </p:sp>
      <p:pic>
        <p:nvPicPr>
          <p:cNvPr id="7" name="図 6" descr="建物, 座る, コンピュータ, 男 が含まれている画像&#10;&#10;AI によって生成されたコンテンツは間違っている可能性があります。">
            <a:extLst>
              <a:ext uri="{FF2B5EF4-FFF2-40B4-BE49-F238E27FC236}">
                <a16:creationId xmlns:a16="http://schemas.microsoft.com/office/drawing/2014/main" id="{DACCE5BA-8945-5F2E-ECF3-C30C84CB5367}"/>
              </a:ext>
            </a:extLst>
          </p:cNvPr>
          <p:cNvPicPr>
            <a:picLocks noChangeAspect="1"/>
          </p:cNvPicPr>
          <p:nvPr/>
        </p:nvPicPr>
        <p:blipFill>
          <a:blip r:embed="rId5" cstate="screen">
            <a:extLst>
              <a:ext uri="{28A0092B-C50C-407E-A947-70E740481C1C}">
                <a14:useLocalDpi xmlns:a14="http://schemas.microsoft.com/office/drawing/2010/main"/>
              </a:ext>
            </a:extLst>
          </a:blip>
          <a:srcRect/>
          <a:stretch/>
        </p:blipFill>
        <p:spPr>
          <a:xfrm>
            <a:off x="8084313" y="1"/>
            <a:ext cx="4107686" cy="6858000"/>
          </a:xfrm>
          <a:prstGeom prst="rect">
            <a:avLst/>
          </a:prstGeom>
        </p:spPr>
      </p:pic>
      <p:sp>
        <p:nvSpPr>
          <p:cNvPr id="8" name="TextBox 7"/>
          <p:cNvSpPr txBox="1"/>
          <p:nvPr/>
        </p:nvSpPr>
        <p:spPr>
          <a:xfrm>
            <a:off x="566928" y="1600200"/>
            <a:ext cx="5852160" cy="402336"/>
          </a:xfrm>
          <a:prstGeom prst="rect">
            <a:avLst/>
          </a:prstGeom>
          <a:noFill/>
        </p:spPr>
        <p:txBody>
          <a:bodyPr wrap="square" lIns="0" tIns="0" rIns="0" bIns="0" anchor="ctr">
            <a:noAutofit/>
          </a:bodyPr>
          <a:lstStyle/>
          <a:p>
            <a:pPr algn="l">
              <a:buNone/>
            </a:pPr>
            <a:r>
              <a:rPr sz="1700" b="0" lang="ja-JP" altLang="en-US">
                <a:solidFill>
                  <a:srgbClr val="262626"/>
                </a:solidFill>
              </a:rPr>
              <a:t>1．Phase2の全体像と振り返り（10/1〜）</a:t>
            </a:r>
          </a:p>
        </p:txBody>
      </p:sp>
      <p:sp>
        <p:nvSpPr>
          <p:cNvPr id="9" name="TextBox 8"/>
          <p:cNvSpPr txBox="1"/>
          <p:nvPr/>
        </p:nvSpPr>
        <p:spPr>
          <a:xfrm>
            <a:off x="6400800" y="1600200"/>
            <a:ext cx="1143000" cy="402336"/>
          </a:xfrm>
          <a:prstGeom prst="rect">
            <a:avLst/>
          </a:prstGeom>
          <a:noFill/>
        </p:spPr>
        <p:txBody>
          <a:bodyPr wrap="square" lIns="0" tIns="0" rIns="0" bIns="0" anchor="ctr">
            <a:noAutofit/>
          </a:bodyPr>
          <a:lstStyle/>
          <a:p>
            <a:pPr algn="r">
              <a:buNone/>
            </a:pPr>
            <a:r>
              <a:rPr sz="1600" b="0" lang="ja-JP" altLang="en-US">
                <a:solidFill>
                  <a:srgbClr val="262626"/>
                </a:solidFill>
              </a:rPr>
              <a:t>5分</a:t>
            </a:r>
          </a:p>
        </p:txBody>
      </p:sp>
      <p:sp>
        <p:nvSpPr>
          <p:cNvPr id="10" name="TextBox 9"/>
          <p:cNvSpPr txBox="1"/>
          <p:nvPr/>
        </p:nvSpPr>
        <p:spPr>
          <a:xfrm>
            <a:off x="566928" y="2276856"/>
            <a:ext cx="5852160" cy="402336"/>
          </a:xfrm>
          <a:prstGeom prst="rect">
            <a:avLst/>
          </a:prstGeom>
          <a:noFill/>
        </p:spPr>
        <p:txBody>
          <a:bodyPr wrap="square" lIns="0" tIns="0" rIns="0" bIns="0" anchor="ctr">
            <a:noAutofit/>
          </a:bodyPr>
          <a:lstStyle/>
          <a:p>
            <a:pPr algn="l">
              <a:buNone/>
            </a:pPr>
            <a:r>
              <a:rPr sz="1700" b="0" lang="ja-JP" altLang="en-US">
                <a:solidFill>
                  <a:srgbClr val="262626"/>
                </a:solidFill>
              </a:rPr>
              <a:t>2．改修内容と最新アプリの状態</a:t>
            </a:r>
          </a:p>
        </p:txBody>
      </p:sp>
      <p:sp>
        <p:nvSpPr>
          <p:cNvPr id="11" name="TextBox 10"/>
          <p:cNvSpPr txBox="1"/>
          <p:nvPr/>
        </p:nvSpPr>
        <p:spPr>
          <a:xfrm>
            <a:off x="6400800" y="2276856"/>
            <a:ext cx="1143000" cy="402336"/>
          </a:xfrm>
          <a:prstGeom prst="rect">
            <a:avLst/>
          </a:prstGeom>
          <a:noFill/>
        </p:spPr>
        <p:txBody>
          <a:bodyPr wrap="square" lIns="0" tIns="0" rIns="0" bIns="0" anchor="ctr">
            <a:noAutofit/>
          </a:bodyPr>
          <a:lstStyle/>
          <a:p>
            <a:pPr algn="r">
              <a:buNone/>
            </a:pPr>
            <a:r>
              <a:rPr sz="1600" b="0" lang="ja-JP" altLang="en-US">
                <a:solidFill>
                  <a:srgbClr val="262626"/>
                </a:solidFill>
              </a:rPr>
              <a:t>10分</a:t>
            </a:r>
          </a:p>
        </p:txBody>
      </p:sp>
      <p:sp>
        <p:nvSpPr>
          <p:cNvPr id="12" name="TextBox 11"/>
          <p:cNvSpPr txBox="1"/>
          <p:nvPr/>
        </p:nvSpPr>
        <p:spPr>
          <a:xfrm>
            <a:off x="896112" y="2660904"/>
            <a:ext cx="6309360" cy="310896"/>
          </a:xfrm>
          <a:prstGeom prst="rect">
            <a:avLst/>
          </a:prstGeom>
          <a:noFill/>
        </p:spPr>
        <p:txBody>
          <a:bodyPr wrap="square" lIns="0" tIns="0" rIns="0" bIns="0" anchor="ctr">
            <a:noAutofit/>
          </a:bodyPr>
          <a:lstStyle/>
          <a:p>
            <a:pPr algn="l">
              <a:buNone/>
            </a:pPr>
            <a:r>
              <a:rPr sz="1350" b="1" lang="ja-JP" altLang="en-US">
                <a:solidFill>
                  <a:srgbClr val="8C8C8C"/>
                </a:solidFill>
              </a:rPr>
              <a:t>✓  </a:t>
            </a:r>
            <a:r>
              <a:rPr sz="1350" b="0" lang="ja-JP" altLang="en-US">
                <a:solidFill>
                  <a:srgbClr val="595959"/>
                </a:solidFill>
              </a:rPr>
              <a:t>改修台帳（15項目＋Phase2の追加）と今週の改修</a:t>
            </a:r>
          </a:p>
        </p:txBody>
      </p:sp>
      <p:sp>
        <p:nvSpPr>
          <p:cNvPr id="13" name="TextBox 12"/>
          <p:cNvSpPr txBox="1"/>
          <p:nvPr/>
        </p:nvSpPr>
        <p:spPr>
          <a:xfrm>
            <a:off x="896112" y="2990088"/>
            <a:ext cx="6309360" cy="310896"/>
          </a:xfrm>
          <a:prstGeom prst="rect">
            <a:avLst/>
          </a:prstGeom>
          <a:noFill/>
        </p:spPr>
        <p:txBody>
          <a:bodyPr wrap="square" lIns="0" tIns="0" rIns="0" bIns="0" anchor="ctr">
            <a:noAutofit/>
          </a:bodyPr>
          <a:lstStyle/>
          <a:p>
            <a:pPr algn="l">
              <a:buNone/>
            </a:pPr>
            <a:r>
              <a:rPr sz="1350" b="1" lang="ja-JP" altLang="en-US">
                <a:solidFill>
                  <a:srgbClr val="8C8C8C"/>
                </a:solidFill>
              </a:rPr>
              <a:t>✓  </a:t>
            </a:r>
            <a:r>
              <a:rPr sz="1350" b="0" lang="ja-JP" altLang="en-US">
                <a:solidFill>
                  <a:srgbClr val="595959"/>
                </a:solidFill>
              </a:rPr>
              <a:t>外部取得データソースの改善</a:t>
            </a:r>
          </a:p>
        </p:txBody>
      </p:sp>
      <p:sp>
        <p:nvSpPr>
          <p:cNvPr id="14" name="ハイライト"/>
          <p:cNvSpPr/>
          <p:nvPr/>
        </p:nvSpPr>
        <p:spPr>
          <a:xfrm>
            <a:off x="402336" y="3566160"/>
            <a:ext cx="7269480" cy="457200"/>
          </a:xfrm>
          <a:prstGeom prst="rect">
            <a:avLst/>
          </a:prstGeom>
          <a:solidFill>
            <a:srgbClr val="63666A"/>
          </a:solidFill>
          <a:ln>
            <a:noFill/>
          </a:ln>
        </p:spPr>
        <p:txBody>
          <a:bodyPr rtlCol="0" anchor="ctr" wrap="square" lIns="54864" tIns="27432" rIns="54864" bIns="27432">
            <a:noAutofit/>
          </a:bodyPr>
          <a:lstStyle/>
          <a:p>
            <a:pPr algn="ctr"/>
          </a:p>
        </p:txBody>
      </p:sp>
      <p:sp>
        <p:nvSpPr>
          <p:cNvPr id="15" name="TextBox 14"/>
          <p:cNvSpPr txBox="1"/>
          <p:nvPr/>
        </p:nvSpPr>
        <p:spPr>
          <a:xfrm>
            <a:off x="566928" y="3611880"/>
            <a:ext cx="5852160" cy="402336"/>
          </a:xfrm>
          <a:prstGeom prst="rect">
            <a:avLst/>
          </a:prstGeom>
          <a:noFill/>
        </p:spPr>
        <p:txBody>
          <a:bodyPr wrap="square" lIns="0" tIns="0" rIns="0" bIns="0" anchor="ctr">
            <a:noAutofit/>
          </a:bodyPr>
          <a:lstStyle/>
          <a:p>
            <a:pPr algn="l">
              <a:buNone/>
            </a:pPr>
            <a:r>
              <a:rPr sz="1700" b="1" lang="ja-JP" altLang="en-US">
                <a:solidFill>
                  <a:srgbClr val="FFFFFF"/>
                </a:solidFill>
              </a:rPr>
              <a:t>3．当面のタイムラインとITEC様への引継ぎ</a:t>
            </a:r>
          </a:p>
        </p:txBody>
      </p:sp>
      <p:sp>
        <p:nvSpPr>
          <p:cNvPr id="16" name="TextBox 15"/>
          <p:cNvSpPr txBox="1"/>
          <p:nvPr/>
        </p:nvSpPr>
        <p:spPr>
          <a:xfrm>
            <a:off x="6400800" y="3611880"/>
            <a:ext cx="1143000" cy="402336"/>
          </a:xfrm>
          <a:prstGeom prst="rect">
            <a:avLst/>
          </a:prstGeom>
          <a:noFill/>
        </p:spPr>
        <p:txBody>
          <a:bodyPr wrap="square" lIns="0" tIns="0" rIns="0" bIns="0" anchor="ctr">
            <a:noAutofit/>
          </a:bodyPr>
          <a:lstStyle/>
          <a:p>
            <a:pPr algn="r">
              <a:buNone/>
            </a:pPr>
            <a:r>
              <a:rPr sz="1600" b="1" lang="ja-JP" altLang="en-US">
                <a:solidFill>
                  <a:srgbClr val="FFFFFF"/>
                </a:solidFill>
              </a:rPr>
              <a:t>5分</a:t>
            </a:r>
          </a:p>
        </p:txBody>
      </p:sp>
      <p:sp>
        <p:nvSpPr>
          <p:cNvPr id="17" name="TextBox 16"/>
          <p:cNvSpPr txBox="1"/>
          <p:nvPr/>
        </p:nvSpPr>
        <p:spPr>
          <a:xfrm>
            <a:off x="566928" y="4288536"/>
            <a:ext cx="5852160" cy="402336"/>
          </a:xfrm>
          <a:prstGeom prst="rect">
            <a:avLst/>
          </a:prstGeom>
          <a:noFill/>
        </p:spPr>
        <p:txBody>
          <a:bodyPr wrap="square" lIns="0" tIns="0" rIns="0" bIns="0" anchor="ctr">
            <a:noAutofit/>
          </a:bodyPr>
          <a:lstStyle/>
          <a:p>
            <a:pPr algn="l">
              <a:buNone/>
            </a:pPr>
            <a:r>
              <a:rPr sz="1700" b="0" lang="ja-JP" altLang="en-US">
                <a:solidFill>
                  <a:srgbClr val="262626"/>
                </a:solidFill>
              </a:rPr>
              <a:t>4．ITEC様からのご報告</a:t>
            </a:r>
          </a:p>
        </p:txBody>
      </p:sp>
      <p:sp>
        <p:nvSpPr>
          <p:cNvPr id="18" name="TextBox 17"/>
          <p:cNvSpPr txBox="1"/>
          <p:nvPr/>
        </p:nvSpPr>
        <p:spPr>
          <a:xfrm>
            <a:off x="6400800" y="4288536"/>
            <a:ext cx="1143000" cy="402336"/>
          </a:xfrm>
          <a:prstGeom prst="rect">
            <a:avLst/>
          </a:prstGeom>
          <a:noFill/>
        </p:spPr>
        <p:txBody>
          <a:bodyPr wrap="square" lIns="0" tIns="0" rIns="0" bIns="0" anchor="ctr">
            <a:noAutofit/>
          </a:bodyPr>
          <a:lstStyle/>
          <a:p>
            <a:pPr algn="r">
              <a:buNone/>
            </a:pPr>
            <a:r>
              <a:rPr sz="1600" b="0" lang="ja-JP" altLang="en-US">
                <a:solidFill>
                  <a:srgbClr val="262626"/>
                </a:solidFill>
              </a:rPr>
              <a:t>20分</a:t>
            </a:r>
          </a:p>
        </p:txBody>
      </p:sp>
      <p:sp>
        <p:nvSpPr>
          <p:cNvPr id="19" name="TextBox 18"/>
          <p:cNvSpPr txBox="1"/>
          <p:nvPr/>
        </p:nvSpPr>
        <p:spPr>
          <a:xfrm>
            <a:off x="896112" y="4672584"/>
            <a:ext cx="6309360" cy="310896"/>
          </a:xfrm>
          <a:prstGeom prst="rect">
            <a:avLst/>
          </a:prstGeom>
          <a:noFill/>
        </p:spPr>
        <p:txBody>
          <a:bodyPr wrap="square" lIns="0" tIns="0" rIns="0" bIns="0" anchor="ctr">
            <a:noAutofit/>
          </a:bodyPr>
          <a:lstStyle/>
          <a:p>
            <a:pPr algn="l">
              <a:buNone/>
            </a:pPr>
            <a:r>
              <a:rPr sz="1350" b="1" lang="ja-JP" altLang="en-US">
                <a:solidFill>
                  <a:srgbClr val="8C8C8C"/>
                </a:solidFill>
              </a:rPr>
              <a:t>✓  </a:t>
            </a:r>
            <a:r>
              <a:rPr sz="1350" b="0" lang="ja-JP" altLang="en-US">
                <a:solidFill>
                  <a:srgbClr val="595959"/>
                </a:solidFill>
              </a:rPr>
              <a:t>セキュア公開版の状況、10/7版の反映・データ投入の計画</a:t>
            </a:r>
          </a:p>
        </p:txBody>
      </p:sp>
      <p:sp>
        <p:nvSpPr>
          <p:cNvPr id="20" name="TextBox 19"/>
          <p:cNvSpPr txBox="1"/>
          <p:nvPr/>
        </p:nvSpPr>
        <p:spPr>
          <a:xfrm>
            <a:off x="566928" y="5294376"/>
            <a:ext cx="5852160" cy="402336"/>
          </a:xfrm>
          <a:prstGeom prst="rect">
            <a:avLst/>
          </a:prstGeom>
          <a:noFill/>
        </p:spPr>
        <p:txBody>
          <a:bodyPr wrap="square" lIns="0" tIns="0" rIns="0" bIns="0" anchor="ctr">
            <a:noAutofit/>
          </a:bodyPr>
          <a:lstStyle/>
          <a:p>
            <a:pPr algn="l">
              <a:buNone/>
            </a:pPr>
            <a:r>
              <a:rPr sz="1700" b="0" lang="ja-JP" altLang="en-US">
                <a:solidFill>
                  <a:srgbClr val="262626"/>
                </a:solidFill>
              </a:rPr>
              <a:t>5．アプリを見ながらのディスカッション</a:t>
            </a:r>
          </a:p>
        </p:txBody>
      </p:sp>
      <p:sp>
        <p:nvSpPr>
          <p:cNvPr id="21" name="TextBox 20"/>
          <p:cNvSpPr txBox="1"/>
          <p:nvPr/>
        </p:nvSpPr>
        <p:spPr>
          <a:xfrm>
            <a:off x="6400800" y="5294376"/>
            <a:ext cx="1143000" cy="402336"/>
          </a:xfrm>
          <a:prstGeom prst="rect">
            <a:avLst/>
          </a:prstGeom>
          <a:noFill/>
        </p:spPr>
        <p:txBody>
          <a:bodyPr wrap="square" lIns="0" tIns="0" rIns="0" bIns="0" anchor="ctr">
            <a:noAutofit/>
          </a:bodyPr>
          <a:lstStyle/>
          <a:p>
            <a:pPr algn="r">
              <a:buNone/>
            </a:pPr>
            <a:r>
              <a:rPr sz="1600" b="0" lang="ja-JP" altLang="en-US">
                <a:solidFill>
                  <a:srgbClr val="262626"/>
                </a:solidFill>
              </a:rPr>
              <a:t>15分</a:t>
            </a:r>
          </a:p>
        </p:txBody>
      </p:sp>
      <p:sp>
        <p:nvSpPr>
          <p:cNvPr id="22" name="TextBox 21"/>
          <p:cNvSpPr txBox="1"/>
          <p:nvPr/>
        </p:nvSpPr>
        <p:spPr>
          <a:xfrm>
            <a:off x="896112" y="5678424"/>
            <a:ext cx="6309360" cy="310896"/>
          </a:xfrm>
          <a:prstGeom prst="rect">
            <a:avLst/>
          </a:prstGeom>
          <a:noFill/>
        </p:spPr>
        <p:txBody>
          <a:bodyPr wrap="square" lIns="0" tIns="0" rIns="0" bIns="0" anchor="ctr">
            <a:noAutofit/>
          </a:bodyPr>
          <a:lstStyle/>
          <a:p>
            <a:pPr algn="l">
              <a:buNone/>
            </a:pPr>
            <a:r>
              <a:rPr sz="1350" b="1" lang="ja-JP" altLang="en-US">
                <a:solidFill>
                  <a:srgbClr val="8C8C8C"/>
                </a:solidFill>
              </a:rPr>
              <a:t>✓  </a:t>
            </a:r>
            <a:r>
              <a:rPr sz="1350" b="0" lang="ja-JP" altLang="en-US">
                <a:solidFill>
                  <a:srgbClr val="595959"/>
                </a:solidFill>
              </a:rPr>
              <a:t>ラップアップ</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スライド番号プレースホルダー 2">
            <a:extLst>
              <a:ext uri="{FF2B5EF4-FFF2-40B4-BE49-F238E27FC236}">
                <a16:creationId xmlns:a16="http://schemas.microsoft.com/office/drawing/2014/main" id="{402607B0-7972-7B01-1E5F-36B66DEABEFB}"/>
              </a:ext>
            </a:extLst>
          </p:cNvPr>
          <p:cNvSpPr>
            <a:spLocks noGrp="1"/>
          </p:cNvSpPr>
          <p:nvPr>
            <p:ph type="sldNum" sz="quarter" idx="11"/>
          </p:nvPr>
        </p:nvSpPr>
        <p:spPr/>
        <p:txBody>
          <a:bodyPr/>
          <a:lstStyle/>
          <a:p>
            <a:fld id="{AA5FCFE5-FE56-4EF1-80A8-07776887C2A1}" type="slidenum">
              <a:rPr lang="ja-JP" altLang="en-US" smtClean="0"/>
              <a:pPr/>
              <a:t>2</a:t>
            </a:fld>
            <a:endParaRPr lang="ja-JP" altLang="en-US"/>
          </a:p>
        </p:txBody>
      </p:sp>
      <p:sp>
        <p:nvSpPr>
          <p:cNvPr id="4" name="タイトル 3">
            <a:extLst>
              <a:ext uri="{FF2B5EF4-FFF2-40B4-BE49-F238E27FC236}">
                <a16:creationId xmlns:a16="http://schemas.microsoft.com/office/drawing/2014/main" id="{AF61E178-7D83-B27F-73A4-2E06ADEBFA6F}"/>
              </a:ext>
            </a:extLst>
          </p:cNvPr>
          <p:cNvSpPr>
            <a:spLocks noGrp="1"/>
          </p:cNvSpPr>
          <p:nvPr>
            <p:ph type="title"/>
          </p:nvPr>
        </p:nvSpPr>
        <p:spPr/>
        <p:txBody>
          <a:bodyPr vert="horz" rIns="0"/>
          <a:lstStyle/>
          <a:p>
            <a:r>
              <a:rPr lang="ja-JP" altLang="en-US"/>
              <a:t>本日のアジェンダ</a:t>
            </a:r>
          </a:p>
        </p:txBody>
      </p:sp>
      <p:pic>
        <p:nvPicPr>
          <p:cNvPr id="7" name="図 6" descr="建物, 座る, コンピュータ, 男 が含まれている画像&#10;&#10;AI によって生成されたコンテンツは間違っている可能性があります。">
            <a:extLst>
              <a:ext uri="{FF2B5EF4-FFF2-40B4-BE49-F238E27FC236}">
                <a16:creationId xmlns:a16="http://schemas.microsoft.com/office/drawing/2014/main" id="{DACCE5BA-8945-5F2E-ECF3-C30C84CB5367}"/>
              </a:ext>
            </a:extLst>
          </p:cNvPr>
          <p:cNvPicPr>
            <a:picLocks noChangeAspect="1"/>
          </p:cNvPicPr>
          <p:nvPr/>
        </p:nvPicPr>
        <p:blipFill>
          <a:blip r:embed="rId5" cstate="screen">
            <a:extLst>
              <a:ext uri="{28A0092B-C50C-407E-A947-70E740481C1C}">
                <a14:useLocalDpi xmlns:a14="http://schemas.microsoft.com/office/drawing/2010/main"/>
              </a:ext>
            </a:extLst>
          </a:blip>
          <a:srcRect/>
          <a:stretch/>
        </p:blipFill>
        <p:spPr>
          <a:xfrm>
            <a:off x="8084313" y="1"/>
            <a:ext cx="4107686" cy="6858000"/>
          </a:xfrm>
          <a:prstGeom prst="rect">
            <a:avLst/>
          </a:prstGeom>
        </p:spPr>
      </p:pic>
      <p:sp>
        <p:nvSpPr>
          <p:cNvPr id="8" name="TextBox 7"/>
          <p:cNvSpPr txBox="1"/>
          <p:nvPr/>
        </p:nvSpPr>
        <p:spPr>
          <a:xfrm>
            <a:off x="566928" y="1600200"/>
            <a:ext cx="5852160" cy="402336"/>
          </a:xfrm>
          <a:prstGeom prst="rect">
            <a:avLst/>
          </a:prstGeom>
          <a:noFill/>
        </p:spPr>
        <p:txBody>
          <a:bodyPr wrap="square" lIns="0" tIns="0" rIns="0" bIns="0" anchor="ctr">
            <a:noAutofit/>
          </a:bodyPr>
          <a:lstStyle/>
          <a:p>
            <a:pPr algn="l">
              <a:buNone/>
            </a:pPr>
            <a:r>
              <a:rPr sz="1700" b="0" lang="ja-JP" altLang="en-US">
                <a:solidFill>
                  <a:srgbClr val="262626"/>
                </a:solidFill>
              </a:rPr>
              <a:t>1．Phase2の全体像と振り返り（10/1〜）</a:t>
            </a:r>
          </a:p>
        </p:txBody>
      </p:sp>
      <p:sp>
        <p:nvSpPr>
          <p:cNvPr id="9" name="TextBox 8"/>
          <p:cNvSpPr txBox="1"/>
          <p:nvPr/>
        </p:nvSpPr>
        <p:spPr>
          <a:xfrm>
            <a:off x="6400800" y="1600200"/>
            <a:ext cx="1143000" cy="402336"/>
          </a:xfrm>
          <a:prstGeom prst="rect">
            <a:avLst/>
          </a:prstGeom>
          <a:noFill/>
        </p:spPr>
        <p:txBody>
          <a:bodyPr wrap="square" lIns="0" tIns="0" rIns="0" bIns="0" anchor="ctr">
            <a:noAutofit/>
          </a:bodyPr>
          <a:lstStyle/>
          <a:p>
            <a:pPr algn="r">
              <a:buNone/>
            </a:pPr>
            <a:r>
              <a:rPr sz="1600" b="0" lang="ja-JP" altLang="en-US">
                <a:solidFill>
                  <a:srgbClr val="262626"/>
                </a:solidFill>
              </a:rPr>
              <a:t>5分</a:t>
            </a:r>
          </a:p>
        </p:txBody>
      </p:sp>
      <p:sp>
        <p:nvSpPr>
          <p:cNvPr id="10" name="TextBox 9"/>
          <p:cNvSpPr txBox="1"/>
          <p:nvPr/>
        </p:nvSpPr>
        <p:spPr>
          <a:xfrm>
            <a:off x="566928" y="2276856"/>
            <a:ext cx="5852160" cy="402336"/>
          </a:xfrm>
          <a:prstGeom prst="rect">
            <a:avLst/>
          </a:prstGeom>
          <a:noFill/>
        </p:spPr>
        <p:txBody>
          <a:bodyPr wrap="square" lIns="0" tIns="0" rIns="0" bIns="0" anchor="ctr">
            <a:noAutofit/>
          </a:bodyPr>
          <a:lstStyle/>
          <a:p>
            <a:pPr algn="l">
              <a:buNone/>
            </a:pPr>
            <a:r>
              <a:rPr sz="1700" b="0" lang="ja-JP" altLang="en-US">
                <a:solidFill>
                  <a:srgbClr val="262626"/>
                </a:solidFill>
              </a:rPr>
              <a:t>2．改修内容と最新アプリの状態</a:t>
            </a:r>
          </a:p>
        </p:txBody>
      </p:sp>
      <p:sp>
        <p:nvSpPr>
          <p:cNvPr id="11" name="TextBox 10"/>
          <p:cNvSpPr txBox="1"/>
          <p:nvPr/>
        </p:nvSpPr>
        <p:spPr>
          <a:xfrm>
            <a:off x="6400800" y="2276856"/>
            <a:ext cx="1143000" cy="402336"/>
          </a:xfrm>
          <a:prstGeom prst="rect">
            <a:avLst/>
          </a:prstGeom>
          <a:noFill/>
        </p:spPr>
        <p:txBody>
          <a:bodyPr wrap="square" lIns="0" tIns="0" rIns="0" bIns="0" anchor="ctr">
            <a:noAutofit/>
          </a:bodyPr>
          <a:lstStyle/>
          <a:p>
            <a:pPr algn="r">
              <a:buNone/>
            </a:pPr>
            <a:r>
              <a:rPr sz="1600" b="0" lang="ja-JP" altLang="en-US">
                <a:solidFill>
                  <a:srgbClr val="262626"/>
                </a:solidFill>
              </a:rPr>
              <a:t>10分</a:t>
            </a:r>
          </a:p>
        </p:txBody>
      </p:sp>
      <p:sp>
        <p:nvSpPr>
          <p:cNvPr id="12" name="TextBox 11"/>
          <p:cNvSpPr txBox="1"/>
          <p:nvPr/>
        </p:nvSpPr>
        <p:spPr>
          <a:xfrm>
            <a:off x="896112" y="2660904"/>
            <a:ext cx="6309360" cy="310896"/>
          </a:xfrm>
          <a:prstGeom prst="rect">
            <a:avLst/>
          </a:prstGeom>
          <a:noFill/>
        </p:spPr>
        <p:txBody>
          <a:bodyPr wrap="square" lIns="0" tIns="0" rIns="0" bIns="0" anchor="ctr">
            <a:noAutofit/>
          </a:bodyPr>
          <a:lstStyle/>
          <a:p>
            <a:pPr algn="l">
              <a:buNone/>
            </a:pPr>
            <a:r>
              <a:rPr sz="1350" b="1" lang="ja-JP" altLang="en-US">
                <a:solidFill>
                  <a:srgbClr val="8C8C8C"/>
                </a:solidFill>
              </a:rPr>
              <a:t>✓  </a:t>
            </a:r>
            <a:r>
              <a:rPr sz="1350" b="0" lang="ja-JP" altLang="en-US">
                <a:solidFill>
                  <a:srgbClr val="595959"/>
                </a:solidFill>
              </a:rPr>
              <a:t>改修台帳（15項目＋Phase2の追加）と今週の改修</a:t>
            </a:r>
          </a:p>
        </p:txBody>
      </p:sp>
      <p:sp>
        <p:nvSpPr>
          <p:cNvPr id="13" name="TextBox 12"/>
          <p:cNvSpPr txBox="1"/>
          <p:nvPr/>
        </p:nvSpPr>
        <p:spPr>
          <a:xfrm>
            <a:off x="896112" y="2990088"/>
            <a:ext cx="6309360" cy="310896"/>
          </a:xfrm>
          <a:prstGeom prst="rect">
            <a:avLst/>
          </a:prstGeom>
          <a:noFill/>
        </p:spPr>
        <p:txBody>
          <a:bodyPr wrap="square" lIns="0" tIns="0" rIns="0" bIns="0" anchor="ctr">
            <a:noAutofit/>
          </a:bodyPr>
          <a:lstStyle/>
          <a:p>
            <a:pPr algn="l">
              <a:buNone/>
            </a:pPr>
            <a:r>
              <a:rPr sz="1350" b="1" lang="ja-JP" altLang="en-US">
                <a:solidFill>
                  <a:srgbClr val="8C8C8C"/>
                </a:solidFill>
              </a:rPr>
              <a:t>✓  </a:t>
            </a:r>
            <a:r>
              <a:rPr sz="1350" b="0" lang="ja-JP" altLang="en-US">
                <a:solidFill>
                  <a:srgbClr val="595959"/>
                </a:solidFill>
              </a:rPr>
              <a:t>外部取得データソースの改善</a:t>
            </a:r>
          </a:p>
        </p:txBody>
      </p:sp>
      <p:sp>
        <p:nvSpPr>
          <p:cNvPr id="14" name="TextBox 13"/>
          <p:cNvSpPr txBox="1"/>
          <p:nvPr/>
        </p:nvSpPr>
        <p:spPr>
          <a:xfrm>
            <a:off x="566928" y="3611880"/>
            <a:ext cx="5852160" cy="402336"/>
          </a:xfrm>
          <a:prstGeom prst="rect">
            <a:avLst/>
          </a:prstGeom>
          <a:noFill/>
        </p:spPr>
        <p:txBody>
          <a:bodyPr wrap="square" lIns="0" tIns="0" rIns="0" bIns="0" anchor="ctr">
            <a:noAutofit/>
          </a:bodyPr>
          <a:lstStyle/>
          <a:p>
            <a:pPr algn="l">
              <a:buNone/>
            </a:pPr>
            <a:r>
              <a:rPr sz="1700" b="0" lang="ja-JP" altLang="en-US">
                <a:solidFill>
                  <a:srgbClr val="262626"/>
                </a:solidFill>
              </a:rPr>
              <a:t>3．当面のタイムラインとITEC様への引継ぎ</a:t>
            </a:r>
          </a:p>
        </p:txBody>
      </p:sp>
      <p:sp>
        <p:nvSpPr>
          <p:cNvPr id="15" name="TextBox 14"/>
          <p:cNvSpPr txBox="1"/>
          <p:nvPr/>
        </p:nvSpPr>
        <p:spPr>
          <a:xfrm>
            <a:off x="6400800" y="3611880"/>
            <a:ext cx="1143000" cy="402336"/>
          </a:xfrm>
          <a:prstGeom prst="rect">
            <a:avLst/>
          </a:prstGeom>
          <a:noFill/>
        </p:spPr>
        <p:txBody>
          <a:bodyPr wrap="square" lIns="0" tIns="0" rIns="0" bIns="0" anchor="ctr">
            <a:noAutofit/>
          </a:bodyPr>
          <a:lstStyle/>
          <a:p>
            <a:pPr algn="r">
              <a:buNone/>
            </a:pPr>
            <a:r>
              <a:rPr sz="1600" b="0" lang="ja-JP" altLang="en-US">
                <a:solidFill>
                  <a:srgbClr val="262626"/>
                </a:solidFill>
              </a:rPr>
              <a:t>5分</a:t>
            </a:r>
          </a:p>
        </p:txBody>
      </p:sp>
      <p:sp>
        <p:nvSpPr>
          <p:cNvPr id="16" name="ハイライト"/>
          <p:cNvSpPr/>
          <p:nvPr/>
        </p:nvSpPr>
        <p:spPr>
          <a:xfrm>
            <a:off x="402336" y="4242816"/>
            <a:ext cx="7269480" cy="786384"/>
          </a:xfrm>
          <a:prstGeom prst="rect">
            <a:avLst/>
          </a:prstGeom>
          <a:solidFill>
            <a:srgbClr val="63666A"/>
          </a:solidFill>
          <a:ln>
            <a:noFill/>
          </a:ln>
        </p:spPr>
        <p:txBody>
          <a:bodyPr rtlCol="0" anchor="ctr" wrap="square" lIns="54864" tIns="27432" rIns="54864" bIns="27432">
            <a:noAutofit/>
          </a:bodyPr>
          <a:lstStyle/>
          <a:p>
            <a:pPr algn="ctr"/>
          </a:p>
        </p:txBody>
      </p:sp>
      <p:sp>
        <p:nvSpPr>
          <p:cNvPr id="17" name="TextBox 16"/>
          <p:cNvSpPr txBox="1"/>
          <p:nvPr/>
        </p:nvSpPr>
        <p:spPr>
          <a:xfrm>
            <a:off x="566928" y="4288536"/>
            <a:ext cx="5852160" cy="402336"/>
          </a:xfrm>
          <a:prstGeom prst="rect">
            <a:avLst/>
          </a:prstGeom>
          <a:noFill/>
        </p:spPr>
        <p:txBody>
          <a:bodyPr wrap="square" lIns="0" tIns="0" rIns="0" bIns="0" anchor="ctr">
            <a:noAutofit/>
          </a:bodyPr>
          <a:lstStyle/>
          <a:p>
            <a:pPr algn="l">
              <a:buNone/>
            </a:pPr>
            <a:r>
              <a:rPr sz="1700" b="1" lang="ja-JP" altLang="en-US">
                <a:solidFill>
                  <a:srgbClr val="FFFFFF"/>
                </a:solidFill>
              </a:rPr>
              <a:t>4．ITEC様からのご報告</a:t>
            </a:r>
          </a:p>
        </p:txBody>
      </p:sp>
      <p:sp>
        <p:nvSpPr>
          <p:cNvPr id="18" name="TextBox 17"/>
          <p:cNvSpPr txBox="1"/>
          <p:nvPr/>
        </p:nvSpPr>
        <p:spPr>
          <a:xfrm>
            <a:off x="6400800" y="4288536"/>
            <a:ext cx="1143000" cy="402336"/>
          </a:xfrm>
          <a:prstGeom prst="rect">
            <a:avLst/>
          </a:prstGeom>
          <a:noFill/>
        </p:spPr>
        <p:txBody>
          <a:bodyPr wrap="square" lIns="0" tIns="0" rIns="0" bIns="0" anchor="ctr">
            <a:noAutofit/>
          </a:bodyPr>
          <a:lstStyle/>
          <a:p>
            <a:pPr algn="r">
              <a:buNone/>
            </a:pPr>
            <a:r>
              <a:rPr sz="1600" b="1" lang="ja-JP" altLang="en-US">
                <a:solidFill>
                  <a:srgbClr val="FFFFFF"/>
                </a:solidFill>
              </a:rPr>
              <a:t>20分</a:t>
            </a:r>
          </a:p>
        </p:txBody>
      </p:sp>
      <p:sp>
        <p:nvSpPr>
          <p:cNvPr id="19" name="TextBox 18"/>
          <p:cNvSpPr txBox="1"/>
          <p:nvPr/>
        </p:nvSpPr>
        <p:spPr>
          <a:xfrm>
            <a:off x="896112" y="4672584"/>
            <a:ext cx="6309360" cy="310896"/>
          </a:xfrm>
          <a:prstGeom prst="rect">
            <a:avLst/>
          </a:prstGeom>
          <a:noFill/>
        </p:spPr>
        <p:txBody>
          <a:bodyPr wrap="square" lIns="0" tIns="0" rIns="0" bIns="0" anchor="ctr">
            <a:noAutofit/>
          </a:bodyPr>
          <a:lstStyle/>
          <a:p>
            <a:pPr algn="l">
              <a:buNone/>
            </a:pPr>
            <a:r>
              <a:rPr sz="1350" b="1" lang="ja-JP" altLang="en-US">
                <a:solidFill>
                  <a:srgbClr val="FFFFFF"/>
                </a:solidFill>
              </a:rPr>
              <a:t>✓  </a:t>
            </a:r>
            <a:r>
              <a:rPr sz="1350" b="0" lang="ja-JP" altLang="en-US">
                <a:solidFill>
                  <a:srgbClr val="FFFFFF"/>
                </a:solidFill>
              </a:rPr>
              <a:t>セキュア公開版の状況、10/7版の反映・データ投入の計画</a:t>
            </a:r>
          </a:p>
        </p:txBody>
      </p:sp>
      <p:sp>
        <p:nvSpPr>
          <p:cNvPr id="20" name="TextBox 19"/>
          <p:cNvSpPr txBox="1"/>
          <p:nvPr/>
        </p:nvSpPr>
        <p:spPr>
          <a:xfrm>
            <a:off x="566928" y="5294376"/>
            <a:ext cx="5852160" cy="402336"/>
          </a:xfrm>
          <a:prstGeom prst="rect">
            <a:avLst/>
          </a:prstGeom>
          <a:noFill/>
        </p:spPr>
        <p:txBody>
          <a:bodyPr wrap="square" lIns="0" tIns="0" rIns="0" bIns="0" anchor="ctr">
            <a:noAutofit/>
          </a:bodyPr>
          <a:lstStyle/>
          <a:p>
            <a:pPr algn="l">
              <a:buNone/>
            </a:pPr>
            <a:r>
              <a:rPr sz="1700" b="0" lang="ja-JP" altLang="en-US">
                <a:solidFill>
                  <a:srgbClr val="262626"/>
                </a:solidFill>
              </a:rPr>
              <a:t>5．アプリを見ながらのディスカッション</a:t>
            </a:r>
          </a:p>
        </p:txBody>
      </p:sp>
      <p:sp>
        <p:nvSpPr>
          <p:cNvPr id="21" name="TextBox 20"/>
          <p:cNvSpPr txBox="1"/>
          <p:nvPr/>
        </p:nvSpPr>
        <p:spPr>
          <a:xfrm>
            <a:off x="6400800" y="5294376"/>
            <a:ext cx="1143000" cy="402336"/>
          </a:xfrm>
          <a:prstGeom prst="rect">
            <a:avLst/>
          </a:prstGeom>
          <a:noFill/>
        </p:spPr>
        <p:txBody>
          <a:bodyPr wrap="square" lIns="0" tIns="0" rIns="0" bIns="0" anchor="ctr">
            <a:noAutofit/>
          </a:bodyPr>
          <a:lstStyle/>
          <a:p>
            <a:pPr algn="r">
              <a:buNone/>
            </a:pPr>
            <a:r>
              <a:rPr sz="1600" b="0" lang="ja-JP" altLang="en-US">
                <a:solidFill>
                  <a:srgbClr val="262626"/>
                </a:solidFill>
              </a:rPr>
              <a:t>15分</a:t>
            </a:r>
          </a:p>
        </p:txBody>
      </p:sp>
      <p:sp>
        <p:nvSpPr>
          <p:cNvPr id="22" name="TextBox 21"/>
          <p:cNvSpPr txBox="1"/>
          <p:nvPr/>
        </p:nvSpPr>
        <p:spPr>
          <a:xfrm>
            <a:off x="896112" y="5678424"/>
            <a:ext cx="6309360" cy="310896"/>
          </a:xfrm>
          <a:prstGeom prst="rect">
            <a:avLst/>
          </a:prstGeom>
          <a:noFill/>
        </p:spPr>
        <p:txBody>
          <a:bodyPr wrap="square" lIns="0" tIns="0" rIns="0" bIns="0" anchor="ctr">
            <a:noAutofit/>
          </a:bodyPr>
          <a:lstStyle/>
          <a:p>
            <a:pPr algn="l">
              <a:buNone/>
            </a:pPr>
            <a:r>
              <a:rPr sz="1350" b="1" lang="ja-JP" altLang="en-US">
                <a:solidFill>
                  <a:srgbClr val="8C8C8C"/>
                </a:solidFill>
              </a:rPr>
              <a:t>✓  </a:t>
            </a:r>
            <a:r>
              <a:rPr sz="1350" b="0" lang="ja-JP" altLang="en-US">
                <a:solidFill>
                  <a:srgbClr val="595959"/>
                </a:solidFill>
              </a:rPr>
              <a:t>ラップアップ</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スライド番号プレースホルダー 2">
            <a:extLst>
              <a:ext uri="{FF2B5EF4-FFF2-40B4-BE49-F238E27FC236}">
                <a16:creationId xmlns:a16="http://schemas.microsoft.com/office/drawing/2014/main" id="{402607B0-7972-7B01-1E5F-36B66DEABEFB}"/>
              </a:ext>
            </a:extLst>
          </p:cNvPr>
          <p:cNvSpPr>
            <a:spLocks noGrp="1"/>
          </p:cNvSpPr>
          <p:nvPr>
            <p:ph type="sldNum" sz="quarter" idx="11"/>
          </p:nvPr>
        </p:nvSpPr>
        <p:spPr/>
        <p:txBody>
          <a:bodyPr/>
          <a:lstStyle/>
          <a:p>
            <a:fld id="{AA5FCFE5-FE56-4EF1-80A8-07776887C2A1}" type="slidenum">
              <a:rPr lang="ja-JP" altLang="en-US" smtClean="0"/>
              <a:pPr/>
              <a:t>2</a:t>
            </a:fld>
            <a:endParaRPr lang="ja-JP" altLang="en-US"/>
          </a:p>
        </p:txBody>
      </p:sp>
      <p:sp>
        <p:nvSpPr>
          <p:cNvPr id="4" name="タイトル 3">
            <a:extLst>
              <a:ext uri="{FF2B5EF4-FFF2-40B4-BE49-F238E27FC236}">
                <a16:creationId xmlns:a16="http://schemas.microsoft.com/office/drawing/2014/main" id="{AF61E178-7D83-B27F-73A4-2E06ADEBFA6F}"/>
              </a:ext>
            </a:extLst>
          </p:cNvPr>
          <p:cNvSpPr>
            <a:spLocks noGrp="1"/>
          </p:cNvSpPr>
          <p:nvPr>
            <p:ph type="title"/>
          </p:nvPr>
        </p:nvSpPr>
        <p:spPr/>
        <p:txBody>
          <a:bodyPr vert="horz" rIns="0"/>
          <a:lstStyle/>
          <a:p>
            <a:r>
              <a:rPr lang="ja-JP" altLang="en-US"/>
              <a:t>本日のアジェンダ</a:t>
            </a:r>
          </a:p>
        </p:txBody>
      </p:sp>
      <p:pic>
        <p:nvPicPr>
          <p:cNvPr id="7" name="図 6" descr="建物, 座る, コンピュータ, 男 が含まれている画像&#10;&#10;AI によって生成されたコンテンツは間違っている可能性があります。">
            <a:extLst>
              <a:ext uri="{FF2B5EF4-FFF2-40B4-BE49-F238E27FC236}">
                <a16:creationId xmlns:a16="http://schemas.microsoft.com/office/drawing/2014/main" id="{DACCE5BA-8945-5F2E-ECF3-C30C84CB5367}"/>
              </a:ext>
            </a:extLst>
          </p:cNvPr>
          <p:cNvPicPr>
            <a:picLocks noChangeAspect="1"/>
          </p:cNvPicPr>
          <p:nvPr/>
        </p:nvPicPr>
        <p:blipFill>
          <a:blip r:embed="rId5" cstate="screen">
            <a:extLst>
              <a:ext uri="{28A0092B-C50C-407E-A947-70E740481C1C}">
                <a14:useLocalDpi xmlns:a14="http://schemas.microsoft.com/office/drawing/2010/main"/>
              </a:ext>
            </a:extLst>
          </a:blip>
          <a:srcRect/>
          <a:stretch/>
        </p:blipFill>
        <p:spPr>
          <a:xfrm>
            <a:off x="8084313" y="1"/>
            <a:ext cx="4107686" cy="6858000"/>
          </a:xfrm>
          <a:prstGeom prst="rect">
            <a:avLst/>
          </a:prstGeom>
        </p:spPr>
      </p:pic>
      <p:sp>
        <p:nvSpPr>
          <p:cNvPr id="8" name="TextBox 7"/>
          <p:cNvSpPr txBox="1"/>
          <p:nvPr/>
        </p:nvSpPr>
        <p:spPr>
          <a:xfrm>
            <a:off x="566928" y="1600200"/>
            <a:ext cx="5852160" cy="402336"/>
          </a:xfrm>
          <a:prstGeom prst="rect">
            <a:avLst/>
          </a:prstGeom>
          <a:noFill/>
        </p:spPr>
        <p:txBody>
          <a:bodyPr wrap="square" lIns="0" tIns="0" rIns="0" bIns="0" anchor="ctr">
            <a:noAutofit/>
          </a:bodyPr>
          <a:lstStyle/>
          <a:p>
            <a:pPr algn="l">
              <a:buNone/>
            </a:pPr>
            <a:r>
              <a:rPr sz="1700" b="0" lang="ja-JP" altLang="en-US">
                <a:solidFill>
                  <a:srgbClr val="262626"/>
                </a:solidFill>
              </a:rPr>
              <a:t>1．Phase2の全体像と振り返り（10/1〜）</a:t>
            </a:r>
          </a:p>
        </p:txBody>
      </p:sp>
      <p:sp>
        <p:nvSpPr>
          <p:cNvPr id="9" name="TextBox 8"/>
          <p:cNvSpPr txBox="1"/>
          <p:nvPr/>
        </p:nvSpPr>
        <p:spPr>
          <a:xfrm>
            <a:off x="6400800" y="1600200"/>
            <a:ext cx="1143000" cy="402336"/>
          </a:xfrm>
          <a:prstGeom prst="rect">
            <a:avLst/>
          </a:prstGeom>
          <a:noFill/>
        </p:spPr>
        <p:txBody>
          <a:bodyPr wrap="square" lIns="0" tIns="0" rIns="0" bIns="0" anchor="ctr">
            <a:noAutofit/>
          </a:bodyPr>
          <a:lstStyle/>
          <a:p>
            <a:pPr algn="r">
              <a:buNone/>
            </a:pPr>
            <a:r>
              <a:rPr sz="1600" b="0" lang="ja-JP" altLang="en-US">
                <a:solidFill>
                  <a:srgbClr val="262626"/>
                </a:solidFill>
              </a:rPr>
              <a:t>5分</a:t>
            </a:r>
          </a:p>
        </p:txBody>
      </p:sp>
      <p:sp>
        <p:nvSpPr>
          <p:cNvPr id="10" name="TextBox 9"/>
          <p:cNvSpPr txBox="1"/>
          <p:nvPr/>
        </p:nvSpPr>
        <p:spPr>
          <a:xfrm>
            <a:off x="566928" y="2276856"/>
            <a:ext cx="5852160" cy="402336"/>
          </a:xfrm>
          <a:prstGeom prst="rect">
            <a:avLst/>
          </a:prstGeom>
          <a:noFill/>
        </p:spPr>
        <p:txBody>
          <a:bodyPr wrap="square" lIns="0" tIns="0" rIns="0" bIns="0" anchor="ctr">
            <a:noAutofit/>
          </a:bodyPr>
          <a:lstStyle/>
          <a:p>
            <a:pPr algn="l">
              <a:buNone/>
            </a:pPr>
            <a:r>
              <a:rPr sz="1700" b="0" lang="ja-JP" altLang="en-US">
                <a:solidFill>
                  <a:srgbClr val="262626"/>
                </a:solidFill>
              </a:rPr>
              <a:t>2．改修内容と最新アプリの状態</a:t>
            </a:r>
          </a:p>
        </p:txBody>
      </p:sp>
      <p:sp>
        <p:nvSpPr>
          <p:cNvPr id="11" name="TextBox 10"/>
          <p:cNvSpPr txBox="1"/>
          <p:nvPr/>
        </p:nvSpPr>
        <p:spPr>
          <a:xfrm>
            <a:off x="6400800" y="2276856"/>
            <a:ext cx="1143000" cy="402336"/>
          </a:xfrm>
          <a:prstGeom prst="rect">
            <a:avLst/>
          </a:prstGeom>
          <a:noFill/>
        </p:spPr>
        <p:txBody>
          <a:bodyPr wrap="square" lIns="0" tIns="0" rIns="0" bIns="0" anchor="ctr">
            <a:noAutofit/>
          </a:bodyPr>
          <a:lstStyle/>
          <a:p>
            <a:pPr algn="r">
              <a:buNone/>
            </a:pPr>
            <a:r>
              <a:rPr sz="1600" b="0" lang="ja-JP" altLang="en-US">
                <a:solidFill>
                  <a:srgbClr val="262626"/>
                </a:solidFill>
              </a:rPr>
              <a:t>10分</a:t>
            </a:r>
          </a:p>
        </p:txBody>
      </p:sp>
      <p:sp>
        <p:nvSpPr>
          <p:cNvPr id="12" name="TextBox 11"/>
          <p:cNvSpPr txBox="1"/>
          <p:nvPr/>
        </p:nvSpPr>
        <p:spPr>
          <a:xfrm>
            <a:off x="896112" y="2660904"/>
            <a:ext cx="6309360" cy="310896"/>
          </a:xfrm>
          <a:prstGeom prst="rect">
            <a:avLst/>
          </a:prstGeom>
          <a:noFill/>
        </p:spPr>
        <p:txBody>
          <a:bodyPr wrap="square" lIns="0" tIns="0" rIns="0" bIns="0" anchor="ctr">
            <a:noAutofit/>
          </a:bodyPr>
          <a:lstStyle/>
          <a:p>
            <a:pPr algn="l">
              <a:buNone/>
            </a:pPr>
            <a:r>
              <a:rPr sz="1350" b="1" lang="ja-JP" altLang="en-US">
                <a:solidFill>
                  <a:srgbClr val="8C8C8C"/>
                </a:solidFill>
              </a:rPr>
              <a:t>✓  </a:t>
            </a:r>
            <a:r>
              <a:rPr sz="1350" b="0" lang="ja-JP" altLang="en-US">
                <a:solidFill>
                  <a:srgbClr val="595959"/>
                </a:solidFill>
              </a:rPr>
              <a:t>改修台帳（15項目＋Phase2の追加）と今週の改修</a:t>
            </a:r>
          </a:p>
        </p:txBody>
      </p:sp>
      <p:sp>
        <p:nvSpPr>
          <p:cNvPr id="13" name="TextBox 12"/>
          <p:cNvSpPr txBox="1"/>
          <p:nvPr/>
        </p:nvSpPr>
        <p:spPr>
          <a:xfrm>
            <a:off x="896112" y="2990088"/>
            <a:ext cx="6309360" cy="310896"/>
          </a:xfrm>
          <a:prstGeom prst="rect">
            <a:avLst/>
          </a:prstGeom>
          <a:noFill/>
        </p:spPr>
        <p:txBody>
          <a:bodyPr wrap="square" lIns="0" tIns="0" rIns="0" bIns="0" anchor="ctr">
            <a:noAutofit/>
          </a:bodyPr>
          <a:lstStyle/>
          <a:p>
            <a:pPr algn="l">
              <a:buNone/>
            </a:pPr>
            <a:r>
              <a:rPr sz="1350" b="1" lang="ja-JP" altLang="en-US">
                <a:solidFill>
                  <a:srgbClr val="8C8C8C"/>
                </a:solidFill>
              </a:rPr>
              <a:t>✓  </a:t>
            </a:r>
            <a:r>
              <a:rPr sz="1350" b="0" lang="ja-JP" altLang="en-US">
                <a:solidFill>
                  <a:srgbClr val="595959"/>
                </a:solidFill>
              </a:rPr>
              <a:t>外部取得データソースの改善</a:t>
            </a:r>
          </a:p>
        </p:txBody>
      </p:sp>
      <p:sp>
        <p:nvSpPr>
          <p:cNvPr id="14" name="TextBox 13"/>
          <p:cNvSpPr txBox="1"/>
          <p:nvPr/>
        </p:nvSpPr>
        <p:spPr>
          <a:xfrm>
            <a:off x="566928" y="3611880"/>
            <a:ext cx="5852160" cy="402336"/>
          </a:xfrm>
          <a:prstGeom prst="rect">
            <a:avLst/>
          </a:prstGeom>
          <a:noFill/>
        </p:spPr>
        <p:txBody>
          <a:bodyPr wrap="square" lIns="0" tIns="0" rIns="0" bIns="0" anchor="ctr">
            <a:noAutofit/>
          </a:bodyPr>
          <a:lstStyle/>
          <a:p>
            <a:pPr algn="l">
              <a:buNone/>
            </a:pPr>
            <a:r>
              <a:rPr sz="1700" b="0" lang="ja-JP" altLang="en-US">
                <a:solidFill>
                  <a:srgbClr val="262626"/>
                </a:solidFill>
              </a:rPr>
              <a:t>3．当面のタイムラインとITEC様への引継ぎ</a:t>
            </a:r>
          </a:p>
        </p:txBody>
      </p:sp>
      <p:sp>
        <p:nvSpPr>
          <p:cNvPr id="15" name="TextBox 14"/>
          <p:cNvSpPr txBox="1"/>
          <p:nvPr/>
        </p:nvSpPr>
        <p:spPr>
          <a:xfrm>
            <a:off x="6400800" y="3611880"/>
            <a:ext cx="1143000" cy="402336"/>
          </a:xfrm>
          <a:prstGeom prst="rect">
            <a:avLst/>
          </a:prstGeom>
          <a:noFill/>
        </p:spPr>
        <p:txBody>
          <a:bodyPr wrap="square" lIns="0" tIns="0" rIns="0" bIns="0" anchor="ctr">
            <a:noAutofit/>
          </a:bodyPr>
          <a:lstStyle/>
          <a:p>
            <a:pPr algn="r">
              <a:buNone/>
            </a:pPr>
            <a:r>
              <a:rPr sz="1600" b="0" lang="ja-JP" altLang="en-US">
                <a:solidFill>
                  <a:srgbClr val="262626"/>
                </a:solidFill>
              </a:rPr>
              <a:t>5分</a:t>
            </a:r>
          </a:p>
        </p:txBody>
      </p:sp>
      <p:sp>
        <p:nvSpPr>
          <p:cNvPr id="16" name="TextBox 15"/>
          <p:cNvSpPr txBox="1"/>
          <p:nvPr/>
        </p:nvSpPr>
        <p:spPr>
          <a:xfrm>
            <a:off x="566928" y="4288536"/>
            <a:ext cx="5852160" cy="402336"/>
          </a:xfrm>
          <a:prstGeom prst="rect">
            <a:avLst/>
          </a:prstGeom>
          <a:noFill/>
        </p:spPr>
        <p:txBody>
          <a:bodyPr wrap="square" lIns="0" tIns="0" rIns="0" bIns="0" anchor="ctr">
            <a:noAutofit/>
          </a:bodyPr>
          <a:lstStyle/>
          <a:p>
            <a:pPr algn="l">
              <a:buNone/>
            </a:pPr>
            <a:r>
              <a:rPr sz="1700" b="0" lang="ja-JP" altLang="en-US">
                <a:solidFill>
                  <a:srgbClr val="262626"/>
                </a:solidFill>
              </a:rPr>
              <a:t>4．ITEC様からのご報告</a:t>
            </a:r>
          </a:p>
        </p:txBody>
      </p:sp>
      <p:sp>
        <p:nvSpPr>
          <p:cNvPr id="17" name="TextBox 16"/>
          <p:cNvSpPr txBox="1"/>
          <p:nvPr/>
        </p:nvSpPr>
        <p:spPr>
          <a:xfrm>
            <a:off x="6400800" y="4288536"/>
            <a:ext cx="1143000" cy="402336"/>
          </a:xfrm>
          <a:prstGeom prst="rect">
            <a:avLst/>
          </a:prstGeom>
          <a:noFill/>
        </p:spPr>
        <p:txBody>
          <a:bodyPr wrap="square" lIns="0" tIns="0" rIns="0" bIns="0" anchor="ctr">
            <a:noAutofit/>
          </a:bodyPr>
          <a:lstStyle/>
          <a:p>
            <a:pPr algn="r">
              <a:buNone/>
            </a:pPr>
            <a:r>
              <a:rPr sz="1600" b="0" lang="ja-JP" altLang="en-US">
                <a:solidFill>
                  <a:srgbClr val="262626"/>
                </a:solidFill>
              </a:rPr>
              <a:t>20分</a:t>
            </a:r>
          </a:p>
        </p:txBody>
      </p:sp>
      <p:sp>
        <p:nvSpPr>
          <p:cNvPr id="18" name="TextBox 17"/>
          <p:cNvSpPr txBox="1"/>
          <p:nvPr/>
        </p:nvSpPr>
        <p:spPr>
          <a:xfrm>
            <a:off x="896112" y="4672584"/>
            <a:ext cx="6309360" cy="310896"/>
          </a:xfrm>
          <a:prstGeom prst="rect">
            <a:avLst/>
          </a:prstGeom>
          <a:noFill/>
        </p:spPr>
        <p:txBody>
          <a:bodyPr wrap="square" lIns="0" tIns="0" rIns="0" bIns="0" anchor="ctr">
            <a:noAutofit/>
          </a:bodyPr>
          <a:lstStyle/>
          <a:p>
            <a:pPr algn="l">
              <a:buNone/>
            </a:pPr>
            <a:r>
              <a:rPr sz="1350" b="1" lang="ja-JP" altLang="en-US">
                <a:solidFill>
                  <a:srgbClr val="8C8C8C"/>
                </a:solidFill>
              </a:rPr>
              <a:t>✓  </a:t>
            </a:r>
            <a:r>
              <a:rPr sz="1350" b="0" lang="ja-JP" altLang="en-US">
                <a:solidFill>
                  <a:srgbClr val="595959"/>
                </a:solidFill>
              </a:rPr>
              <a:t>セキュア公開版の状況、10/7版の反映・データ投入の計画</a:t>
            </a:r>
          </a:p>
        </p:txBody>
      </p:sp>
      <p:sp>
        <p:nvSpPr>
          <p:cNvPr id="19" name="ハイライト"/>
          <p:cNvSpPr/>
          <p:nvPr/>
        </p:nvSpPr>
        <p:spPr>
          <a:xfrm>
            <a:off x="402336" y="5248656"/>
            <a:ext cx="7269480" cy="786384"/>
          </a:xfrm>
          <a:prstGeom prst="rect">
            <a:avLst/>
          </a:prstGeom>
          <a:solidFill>
            <a:srgbClr val="63666A"/>
          </a:solidFill>
          <a:ln>
            <a:noFill/>
          </a:ln>
        </p:spPr>
        <p:txBody>
          <a:bodyPr rtlCol="0" anchor="ctr" wrap="square" lIns="54864" tIns="27432" rIns="54864" bIns="27432">
            <a:noAutofit/>
          </a:bodyPr>
          <a:lstStyle/>
          <a:p>
            <a:pPr algn="ctr"/>
          </a:p>
        </p:txBody>
      </p:sp>
      <p:sp>
        <p:nvSpPr>
          <p:cNvPr id="20" name="TextBox 19"/>
          <p:cNvSpPr txBox="1"/>
          <p:nvPr/>
        </p:nvSpPr>
        <p:spPr>
          <a:xfrm>
            <a:off x="566928" y="5294376"/>
            <a:ext cx="5852160" cy="402336"/>
          </a:xfrm>
          <a:prstGeom prst="rect">
            <a:avLst/>
          </a:prstGeom>
          <a:noFill/>
        </p:spPr>
        <p:txBody>
          <a:bodyPr wrap="square" lIns="0" tIns="0" rIns="0" bIns="0" anchor="ctr">
            <a:noAutofit/>
          </a:bodyPr>
          <a:lstStyle/>
          <a:p>
            <a:pPr algn="l">
              <a:buNone/>
            </a:pPr>
            <a:r>
              <a:rPr sz="1700" b="1" lang="ja-JP" altLang="en-US">
                <a:solidFill>
                  <a:srgbClr val="FFFFFF"/>
                </a:solidFill>
              </a:rPr>
              <a:t>5．アプリを見ながらのディスカッション</a:t>
            </a:r>
          </a:p>
        </p:txBody>
      </p:sp>
      <p:sp>
        <p:nvSpPr>
          <p:cNvPr id="21" name="TextBox 20"/>
          <p:cNvSpPr txBox="1"/>
          <p:nvPr/>
        </p:nvSpPr>
        <p:spPr>
          <a:xfrm>
            <a:off x="6400800" y="5294376"/>
            <a:ext cx="1143000" cy="402336"/>
          </a:xfrm>
          <a:prstGeom prst="rect">
            <a:avLst/>
          </a:prstGeom>
          <a:noFill/>
        </p:spPr>
        <p:txBody>
          <a:bodyPr wrap="square" lIns="0" tIns="0" rIns="0" bIns="0" anchor="ctr">
            <a:noAutofit/>
          </a:bodyPr>
          <a:lstStyle/>
          <a:p>
            <a:pPr algn="r">
              <a:buNone/>
            </a:pPr>
            <a:r>
              <a:rPr sz="1600" b="1" lang="ja-JP" altLang="en-US">
                <a:solidFill>
                  <a:srgbClr val="FFFFFF"/>
                </a:solidFill>
              </a:rPr>
              <a:t>15分</a:t>
            </a:r>
          </a:p>
        </p:txBody>
      </p:sp>
      <p:sp>
        <p:nvSpPr>
          <p:cNvPr id="22" name="TextBox 21"/>
          <p:cNvSpPr txBox="1"/>
          <p:nvPr/>
        </p:nvSpPr>
        <p:spPr>
          <a:xfrm>
            <a:off x="896112" y="5678424"/>
            <a:ext cx="6309360" cy="310896"/>
          </a:xfrm>
          <a:prstGeom prst="rect">
            <a:avLst/>
          </a:prstGeom>
          <a:noFill/>
        </p:spPr>
        <p:txBody>
          <a:bodyPr wrap="square" lIns="0" tIns="0" rIns="0" bIns="0" anchor="ctr">
            <a:noAutofit/>
          </a:bodyPr>
          <a:lstStyle/>
          <a:p>
            <a:pPr algn="l">
              <a:buNone/>
            </a:pPr>
            <a:r>
              <a:rPr sz="1350" b="1" lang="ja-JP" altLang="en-US">
                <a:solidFill>
                  <a:srgbClr val="FFFFFF"/>
                </a:solidFill>
              </a:rPr>
              <a:t>✓  </a:t>
            </a:r>
            <a:r>
              <a:rPr sz="1350" b="0" lang="ja-JP" altLang="en-US">
                <a:solidFill>
                  <a:srgbClr val="FFFFFF"/>
                </a:solidFill>
              </a:rPr>
              <a:t>ラップアップ</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r>
              <a:t>Phase2の全体スケジュール</a:t>
            </a:r>
          </a:p>
        </p:txBody>
      </p:sp>
      <p:sp>
        <p:nvSpPr>
          <p:cNvPr id="3" name="Title 2"/>
          <p:cNvSpPr>
            <a:spLocks noGrp="1"/>
          </p:cNvSpPr>
          <p:nvPr>
            <p:ph type="title"/>
          </p:nvPr>
        </p:nvSpPr>
        <p:spPr/>
        <p:txBody>
          <a:bodyPr/>
          <a:lstStyle/>
          <a:p>
            <a:r>
              <a:t>Phase2は10/1〜11/30の2か月。セキュア公開・データ投入はITEC様が主導し、弊社は改修・引継ぎと品質の評価・定着で支援します</a:t>
            </a:r>
          </a:p>
        </p:txBody>
      </p:sp>
      <p:sp>
        <p:nvSpPr>
          <p:cNvPr id="6" name="スライド番号プレースホルダー 1">
            <a:extLst>
              <a:ext uri="{FF2B5EF4-FFF2-40B4-BE49-F238E27FC236}">
                <a16:creationId xmlns:a16="http://schemas.microsoft.com/office/drawing/2014/main" id="{0BED03D4-18EC-E4B0-DF9A-83D2D27C9427}"/>
              </a:ext>
            </a:extLst>
          </p:cNvPr>
          <p:cNvSpPr>
            <a:spLocks noGrp="1"/>
          </p:cNvSpPr>
          <p:nvPr>
            <p:ph type="sldNum" sz="quarter" idx="11"/>
          </p:nvPr>
        </p:nvSpPr>
        <p:spPr>
          <a:xfrm>
            <a:off x="480000" y="6588000"/>
            <a:ext cx="180000" cy="169200"/>
          </a:xfrm>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lang="ja-JP" altLang="en-US"/>
            </a:pPr>
            <a:fld id="{AA5FCFE5-FE56-4EF1-80A8-07776887C2A1}" type="slidenum">
              <a:rPr kumimoji="0" lang="ja-JP" altLang="en-US" sz="900" b="0" i="0" u="none" strike="noStrike" kern="1200" cap="none" spc="0" normalizeH="0" baseline="0" noProof="0" smtClean="0">
                <a:ln>
                  <a:noFill/>
                </a:ln>
                <a:solidFill>
                  <a:prstClr val="black"/>
                </a:solidFill>
                <a:effectLst/>
                <a:uLnTx/>
                <a:uFillTx/>
                <a:latin typeface="Calibri"/>
                <a:ea typeface="Yu Gothic UI"/>
                <a:cs typeface="+mn-cs"/>
              </a:rPr>
              <a:pPr marL="0" marR="0" lvl="0" indent="0" algn="r" defTabSz="914400" rtl="0" eaLnBrk="1" fontAlgn="base" latinLnBrk="0" hangingPunct="1">
                <a:lnSpc>
                  <a:spcPct val="100000"/>
                </a:lnSpc>
                <a:spcBef>
                  <a:spcPct val="0"/>
                </a:spcBef>
                <a:spcAft>
                  <a:spcPct val="0"/>
                </a:spcAft>
                <a:buClrTx/>
                <a:buSzTx/>
                <a:buFontTx/>
                <a:buNone/>
                <a:tabLst/>
                <a:defRPr lang="ja-JP" altLang="en-US"/>
              </a:pPr>
              <a:t>5</a:t>
            </a:fld>
            <a:endParaRPr kumimoji="0" lang="ja-JP" altLang="en-US" sz="900" b="0" i="0" u="none" strike="noStrike" kern="1200" cap="none" spc="0" normalizeH="0" baseline="0" noProof="0">
              <a:ln>
                <a:noFill/>
              </a:ln>
              <a:solidFill>
                <a:prstClr val="black"/>
              </a:solidFill>
              <a:effectLst/>
              <a:uLnTx/>
              <a:uFillTx/>
              <a:latin typeface="Calibri"/>
              <a:ea typeface="Yu Gothic UI"/>
              <a:cs typeface="+mn-cs"/>
            </a:endParaRPr>
          </a:p>
        </p:txBody>
      </p:sp>
      <p:sp>
        <p:nvSpPr>
          <p:cNvPr id="7" name="Rectangle 6"/>
          <p:cNvSpPr/>
          <p:nvPr/>
        </p:nvSpPr>
        <p:spPr>
          <a:xfrm>
            <a:off x="9098280" y="1060704"/>
            <a:ext cx="2606040" cy="347472"/>
          </a:xfrm>
          <a:prstGeom prst="rect">
            <a:avLst/>
          </a:prstGeom>
          <a:solidFill>
            <a:srgbClr val="F3F3F3"/>
          </a:solidFill>
          <a:ln>
            <a:noFill/>
          </a:ln>
        </p:spPr>
        <p:txBody>
          <a:bodyPr rtlCol="0" anchor="ctr" wrap="square" lIns="54864" tIns="27432" rIns="54864" bIns="27432">
            <a:noAutofit/>
          </a:bodyPr>
          <a:lstStyle/>
          <a:p>
            <a:pPr algn="ctr">
              <a:buNone/>
            </a:pPr>
            <a:r>
              <a:rPr sz="1200" b="0" lang="ja-JP" altLang="en-US">
                <a:solidFill>
                  <a:srgbClr val="262626"/>
                </a:solidFill>
              </a:rPr>
              <a:t>支援期間　</a:t>
            </a:r>
            <a:r>
              <a:rPr sz="1200" b="1" lang="ja-JP" altLang="en-US">
                <a:solidFill>
                  <a:srgbClr val="262626"/>
                </a:solidFill>
              </a:rPr>
              <a:t>2026/10/1 – 11/30</a:t>
            </a:r>
          </a:p>
        </p:txBody>
      </p:sp>
      <p:sp>
        <p:nvSpPr>
          <p:cNvPr id="8" name="Rectangle 7"/>
          <p:cNvSpPr/>
          <p:nvPr/>
        </p:nvSpPr>
        <p:spPr>
          <a:xfrm>
            <a:off x="475488" y="1645920"/>
            <a:ext cx="2011680" cy="502920"/>
          </a:xfrm>
          <a:prstGeom prst="rect">
            <a:avLst/>
          </a:prstGeom>
          <a:solidFill>
            <a:srgbClr val="F3F3F3"/>
          </a:solidFill>
          <a:ln>
            <a:noFill/>
          </a:ln>
        </p:spPr>
        <p:txBody>
          <a:bodyPr rtlCol="0" anchor="ctr" wrap="square" lIns="54864" tIns="27432" rIns="54864" bIns="27432">
            <a:noAutofit/>
          </a:bodyPr>
          <a:lstStyle/>
          <a:p>
            <a:pPr algn="ctr">
              <a:buNone/>
            </a:pPr>
            <a:r>
              <a:rPr sz="1200" b="1" lang="ja-JP" altLang="en-US">
                <a:solidFill>
                  <a:srgbClr val="595959"/>
                </a:solidFill>
              </a:rPr>
              <a:t>ワークストリーム</a:t>
            </a:r>
          </a:p>
        </p:txBody>
      </p:sp>
      <p:sp>
        <p:nvSpPr>
          <p:cNvPr id="9" name="Rectangle 8"/>
          <p:cNvSpPr/>
          <p:nvPr/>
        </p:nvSpPr>
        <p:spPr>
          <a:xfrm>
            <a:off x="2514600" y="1645920"/>
            <a:ext cx="1389888" cy="502920"/>
          </a:xfrm>
          <a:prstGeom prst="rect">
            <a:avLst/>
          </a:prstGeom>
          <a:solidFill>
            <a:srgbClr val="F3F3F3"/>
          </a:solidFill>
          <a:ln>
            <a:noFill/>
          </a:ln>
        </p:spPr>
        <p:txBody>
          <a:bodyPr rtlCol="0" anchor="ctr" wrap="square" lIns="54864" tIns="27432" rIns="54864" bIns="27432">
            <a:noAutofit/>
          </a:bodyPr>
          <a:lstStyle/>
          <a:p>
            <a:pPr algn="ctr">
              <a:buNone/>
            </a:pPr>
            <a:r>
              <a:rPr sz="1200" b="1" lang="ja-JP" altLang="en-US">
                <a:solidFill>
                  <a:srgbClr val="595959"/>
                </a:solidFill>
              </a:rPr>
              <a:t>主体／支援</a:t>
            </a:r>
          </a:p>
        </p:txBody>
      </p:sp>
      <p:sp>
        <p:nvSpPr>
          <p:cNvPr id="10" name="Rectangle 9"/>
          <p:cNvSpPr/>
          <p:nvPr/>
        </p:nvSpPr>
        <p:spPr>
          <a:xfrm>
            <a:off x="3931920" y="1645920"/>
            <a:ext cx="4290568" cy="256032"/>
          </a:xfrm>
          <a:prstGeom prst="rect">
            <a:avLst/>
          </a:prstGeom>
          <a:solidFill>
            <a:srgbClr val="63666A"/>
          </a:solidFill>
          <a:ln>
            <a:noFill/>
          </a:ln>
        </p:spPr>
        <p:txBody>
          <a:bodyPr rtlCol="0" anchor="ctr" wrap="square" lIns="54864" tIns="27432" rIns="54864" bIns="27432">
            <a:noAutofit/>
          </a:bodyPr>
          <a:lstStyle/>
          <a:p>
            <a:pPr algn="ctr">
              <a:buNone/>
            </a:pPr>
            <a:r>
              <a:rPr sz="1200" b="1" lang="ja-JP" altLang="en-US">
                <a:solidFill>
                  <a:srgbClr val="FFFFFF"/>
                </a:solidFill>
              </a:rPr>
              <a:t>10月</a:t>
            </a:r>
          </a:p>
        </p:txBody>
      </p:sp>
      <p:sp>
        <p:nvSpPr>
          <p:cNvPr id="11" name="Rectangle 10"/>
          <p:cNvSpPr/>
          <p:nvPr/>
        </p:nvSpPr>
        <p:spPr>
          <a:xfrm>
            <a:off x="8249920" y="1645920"/>
            <a:ext cx="3454400" cy="256032"/>
          </a:xfrm>
          <a:prstGeom prst="rect">
            <a:avLst/>
          </a:prstGeom>
          <a:solidFill>
            <a:srgbClr val="63666A"/>
          </a:solidFill>
          <a:ln>
            <a:noFill/>
          </a:ln>
        </p:spPr>
        <p:txBody>
          <a:bodyPr rtlCol="0" anchor="ctr" wrap="square" lIns="54864" tIns="27432" rIns="54864" bIns="27432">
            <a:noAutofit/>
          </a:bodyPr>
          <a:lstStyle/>
          <a:p>
            <a:pPr algn="ctr">
              <a:buNone/>
            </a:pPr>
            <a:r>
              <a:rPr sz="1200" b="1" lang="ja-JP" altLang="en-US">
                <a:solidFill>
                  <a:srgbClr val="FFFFFF"/>
                </a:solidFill>
              </a:rPr>
              <a:t>11月</a:t>
            </a:r>
          </a:p>
        </p:txBody>
      </p:sp>
      <p:cxnSp>
        <p:nvCxnSpPr>
          <p:cNvPr id="12" name="Connector 11"/>
          <p:cNvCxnSpPr/>
          <p:nvPr/>
        </p:nvCxnSpPr>
        <p:spPr>
          <a:xfrm>
            <a:off x="4795520" y="1938528"/>
            <a:ext cx="0" cy="3849624"/>
          </a:xfrm>
          <a:prstGeom prst="line">
            <a:avLst/>
          </a:prstGeom>
          <a:ln w="6350">
            <a:solidFill>
              <a:srgbClr val="E8E8E8"/>
            </a:solidFill>
          </a:ln>
        </p:spPr>
      </p:cxnSp>
      <p:cxnSp>
        <p:nvCxnSpPr>
          <p:cNvPr id="13" name="Connector 12"/>
          <p:cNvCxnSpPr/>
          <p:nvPr/>
        </p:nvCxnSpPr>
        <p:spPr>
          <a:xfrm>
            <a:off x="5659119" y="1938528"/>
            <a:ext cx="0" cy="3849624"/>
          </a:xfrm>
          <a:prstGeom prst="line">
            <a:avLst/>
          </a:prstGeom>
          <a:ln w="6350">
            <a:solidFill>
              <a:srgbClr val="E8E8E8"/>
            </a:solidFill>
          </a:ln>
        </p:spPr>
      </p:cxnSp>
      <p:cxnSp>
        <p:nvCxnSpPr>
          <p:cNvPr id="14" name="Connector 13"/>
          <p:cNvCxnSpPr/>
          <p:nvPr/>
        </p:nvCxnSpPr>
        <p:spPr>
          <a:xfrm>
            <a:off x="6522720" y="1938528"/>
            <a:ext cx="0" cy="3849624"/>
          </a:xfrm>
          <a:prstGeom prst="line">
            <a:avLst/>
          </a:prstGeom>
          <a:ln w="6350">
            <a:solidFill>
              <a:srgbClr val="E8E8E8"/>
            </a:solidFill>
          </a:ln>
        </p:spPr>
      </p:cxnSp>
      <p:cxnSp>
        <p:nvCxnSpPr>
          <p:cNvPr id="15" name="Connector 14"/>
          <p:cNvCxnSpPr/>
          <p:nvPr/>
        </p:nvCxnSpPr>
        <p:spPr>
          <a:xfrm>
            <a:off x="7386320" y="1938528"/>
            <a:ext cx="0" cy="3849624"/>
          </a:xfrm>
          <a:prstGeom prst="line">
            <a:avLst/>
          </a:prstGeom>
          <a:ln w="6350">
            <a:solidFill>
              <a:srgbClr val="E8E8E8"/>
            </a:solidFill>
          </a:ln>
        </p:spPr>
      </p:cxnSp>
      <p:cxnSp>
        <p:nvCxnSpPr>
          <p:cNvPr id="16" name="Connector 15"/>
          <p:cNvCxnSpPr/>
          <p:nvPr/>
        </p:nvCxnSpPr>
        <p:spPr>
          <a:xfrm>
            <a:off x="8249920" y="1938528"/>
            <a:ext cx="0" cy="3849624"/>
          </a:xfrm>
          <a:prstGeom prst="line">
            <a:avLst/>
          </a:prstGeom>
          <a:ln w="6350">
            <a:solidFill>
              <a:srgbClr val="E8E8E8"/>
            </a:solidFill>
          </a:ln>
        </p:spPr>
      </p:cxnSp>
      <p:cxnSp>
        <p:nvCxnSpPr>
          <p:cNvPr id="17" name="Connector 16"/>
          <p:cNvCxnSpPr/>
          <p:nvPr/>
        </p:nvCxnSpPr>
        <p:spPr>
          <a:xfrm>
            <a:off x="9113519" y="1938528"/>
            <a:ext cx="0" cy="3849624"/>
          </a:xfrm>
          <a:prstGeom prst="line">
            <a:avLst/>
          </a:prstGeom>
          <a:ln w="6350">
            <a:solidFill>
              <a:srgbClr val="E8E8E8"/>
            </a:solidFill>
          </a:ln>
        </p:spPr>
      </p:cxnSp>
      <p:cxnSp>
        <p:nvCxnSpPr>
          <p:cNvPr id="18" name="Connector 17"/>
          <p:cNvCxnSpPr/>
          <p:nvPr/>
        </p:nvCxnSpPr>
        <p:spPr>
          <a:xfrm>
            <a:off x="9977120" y="1938528"/>
            <a:ext cx="0" cy="3849624"/>
          </a:xfrm>
          <a:prstGeom prst="line">
            <a:avLst/>
          </a:prstGeom>
          <a:ln w="6350">
            <a:solidFill>
              <a:srgbClr val="E8E8E8"/>
            </a:solidFill>
          </a:ln>
        </p:spPr>
      </p:cxnSp>
      <p:cxnSp>
        <p:nvCxnSpPr>
          <p:cNvPr id="19" name="Connector 18"/>
          <p:cNvCxnSpPr/>
          <p:nvPr/>
        </p:nvCxnSpPr>
        <p:spPr>
          <a:xfrm>
            <a:off x="10840719" y="1938528"/>
            <a:ext cx="0" cy="3849624"/>
          </a:xfrm>
          <a:prstGeom prst="line">
            <a:avLst/>
          </a:prstGeom>
          <a:ln w="6350">
            <a:solidFill>
              <a:srgbClr val="E8E8E8"/>
            </a:solidFill>
          </a:ln>
        </p:spPr>
      </p:cxnSp>
      <p:cxnSp>
        <p:nvCxnSpPr>
          <p:cNvPr id="20" name="Connector 19"/>
          <p:cNvCxnSpPr/>
          <p:nvPr/>
        </p:nvCxnSpPr>
        <p:spPr>
          <a:xfrm>
            <a:off x="8249920" y="1645920"/>
            <a:ext cx="0" cy="4142232"/>
          </a:xfrm>
          <a:prstGeom prst="line">
            <a:avLst/>
          </a:prstGeom>
          <a:ln w="12700">
            <a:solidFill>
              <a:srgbClr val="8C8C8C"/>
            </a:solidFill>
          </a:ln>
        </p:spPr>
      </p:cxnSp>
      <p:cxnSp>
        <p:nvCxnSpPr>
          <p:cNvPr id="21" name="Connector 20"/>
          <p:cNvCxnSpPr/>
          <p:nvPr/>
        </p:nvCxnSpPr>
        <p:spPr>
          <a:xfrm>
            <a:off x="475488" y="2167128"/>
            <a:ext cx="11228832" cy="0"/>
          </a:xfrm>
          <a:prstGeom prst="line">
            <a:avLst/>
          </a:prstGeom>
          <a:ln w="9525">
            <a:solidFill>
              <a:srgbClr val="D0D0CE"/>
            </a:solidFill>
          </a:ln>
        </p:spPr>
      </p:cxnSp>
      <p:cxnSp>
        <p:nvCxnSpPr>
          <p:cNvPr id="22" name="Connector 21"/>
          <p:cNvCxnSpPr/>
          <p:nvPr/>
        </p:nvCxnSpPr>
        <p:spPr>
          <a:xfrm>
            <a:off x="475488" y="2734056"/>
            <a:ext cx="11228832" cy="0"/>
          </a:xfrm>
          <a:prstGeom prst="line">
            <a:avLst/>
          </a:prstGeom>
          <a:ln w="9525">
            <a:solidFill>
              <a:srgbClr val="D0D0CE"/>
            </a:solidFill>
          </a:ln>
        </p:spPr>
      </p:cxnSp>
      <p:cxnSp>
        <p:nvCxnSpPr>
          <p:cNvPr id="23" name="Connector 22"/>
          <p:cNvCxnSpPr/>
          <p:nvPr/>
        </p:nvCxnSpPr>
        <p:spPr>
          <a:xfrm>
            <a:off x="475488" y="4215384"/>
            <a:ext cx="11228832" cy="0"/>
          </a:xfrm>
          <a:prstGeom prst="line">
            <a:avLst/>
          </a:prstGeom>
          <a:ln w="9525">
            <a:solidFill>
              <a:srgbClr val="D0D0CE"/>
            </a:solidFill>
          </a:ln>
        </p:spPr>
      </p:cxnSp>
      <p:cxnSp>
        <p:nvCxnSpPr>
          <p:cNvPr id="24" name="Connector 23"/>
          <p:cNvCxnSpPr/>
          <p:nvPr/>
        </p:nvCxnSpPr>
        <p:spPr>
          <a:xfrm>
            <a:off x="475488" y="5349240"/>
            <a:ext cx="11228832" cy="0"/>
          </a:xfrm>
          <a:prstGeom prst="line">
            <a:avLst/>
          </a:prstGeom>
          <a:ln w="9525">
            <a:solidFill>
              <a:srgbClr val="D0D0CE"/>
            </a:solidFill>
          </a:ln>
        </p:spPr>
      </p:cxnSp>
      <p:cxnSp>
        <p:nvCxnSpPr>
          <p:cNvPr id="25" name="Connector 24"/>
          <p:cNvCxnSpPr/>
          <p:nvPr/>
        </p:nvCxnSpPr>
        <p:spPr>
          <a:xfrm>
            <a:off x="475488" y="5788152"/>
            <a:ext cx="11228832" cy="0"/>
          </a:xfrm>
          <a:prstGeom prst="line">
            <a:avLst/>
          </a:prstGeom>
          <a:ln w="9525">
            <a:solidFill>
              <a:srgbClr val="D0D0CE"/>
            </a:solidFill>
          </a:ln>
        </p:spPr>
      </p:cxnSp>
      <p:cxnSp>
        <p:nvCxnSpPr>
          <p:cNvPr id="26" name="Connector 25"/>
          <p:cNvCxnSpPr/>
          <p:nvPr/>
        </p:nvCxnSpPr>
        <p:spPr>
          <a:xfrm>
            <a:off x="2514600" y="3282696"/>
            <a:ext cx="9189720" cy="0"/>
          </a:xfrm>
          <a:prstGeom prst="line">
            <a:avLst/>
          </a:prstGeom>
          <a:ln w="6350">
            <a:solidFill>
              <a:srgbClr val="E8E8E8"/>
            </a:solidFill>
          </a:ln>
        </p:spPr>
      </p:cxnSp>
      <p:cxnSp>
        <p:nvCxnSpPr>
          <p:cNvPr id="27" name="Connector 26"/>
          <p:cNvCxnSpPr/>
          <p:nvPr/>
        </p:nvCxnSpPr>
        <p:spPr>
          <a:xfrm>
            <a:off x="2514600" y="4782312"/>
            <a:ext cx="9189720" cy="0"/>
          </a:xfrm>
          <a:prstGeom prst="line">
            <a:avLst/>
          </a:prstGeom>
          <a:ln w="6350">
            <a:solidFill>
              <a:srgbClr val="E8E8E8"/>
            </a:solidFill>
          </a:ln>
        </p:spPr>
      </p:cxnSp>
      <p:cxnSp>
        <p:nvCxnSpPr>
          <p:cNvPr id="28" name="Connector 27"/>
          <p:cNvCxnSpPr/>
          <p:nvPr/>
        </p:nvCxnSpPr>
        <p:spPr>
          <a:xfrm>
            <a:off x="5227320" y="1920240"/>
            <a:ext cx="0" cy="3867912"/>
          </a:xfrm>
          <a:prstGeom prst="line">
            <a:avLst/>
          </a:prstGeom>
          <a:ln w="12700">
            <a:solidFill>
              <a:srgbClr val="262626"/>
            </a:solidFill>
            <a:prstDash val="dash"/>
          </a:ln>
        </p:spPr>
      </p:cxnSp>
      <p:sp>
        <p:nvSpPr>
          <p:cNvPr id="29" name="Rounded Rectangle 28"/>
          <p:cNvSpPr/>
          <p:nvPr/>
        </p:nvSpPr>
        <p:spPr>
          <a:xfrm>
            <a:off x="4843272" y="1417320"/>
            <a:ext cx="768096" cy="210312"/>
          </a:xfrm>
          <a:prstGeom prst="roundRect">
            <a:avLst>
              <a:gd name="adj" fmla="val 50000"/>
            </a:avLst>
          </a:prstGeom>
          <a:solidFill>
            <a:srgbClr val="262626"/>
          </a:solidFill>
          <a:ln>
            <a:noFill/>
          </a:ln>
        </p:spPr>
        <p:txBody>
          <a:bodyPr rtlCol="0" anchor="ctr" wrap="square" lIns="36576" tIns="0" rIns="36576" bIns="0">
            <a:noAutofit/>
          </a:bodyPr>
          <a:lstStyle/>
          <a:p>
            <a:pPr algn="ctr">
              <a:buNone/>
            </a:pPr>
            <a:r>
              <a:rPr sz="1000" b="1" lang="ja-JP" altLang="en-US">
                <a:solidFill>
                  <a:srgbClr val="FFFFFF"/>
                </a:solidFill>
              </a:rPr>
              <a:t>本日 10/7</a:t>
            </a:r>
          </a:p>
        </p:txBody>
      </p:sp>
      <p:sp>
        <p:nvSpPr>
          <p:cNvPr id="30" name="TextBox 29"/>
          <p:cNvSpPr txBox="1"/>
          <p:nvPr/>
        </p:nvSpPr>
        <p:spPr>
          <a:xfrm>
            <a:off x="4162552" y="1938528"/>
            <a:ext cx="402336" cy="210312"/>
          </a:xfrm>
          <a:prstGeom prst="rect">
            <a:avLst/>
          </a:prstGeom>
          <a:solidFill>
            <a:srgbClr val="FFFFFF"/>
          </a:solidFill>
        </p:spPr>
        <p:txBody>
          <a:bodyPr wrap="square" lIns="0" tIns="0" rIns="0" bIns="0" anchor="ctr">
            <a:noAutofit/>
          </a:bodyPr>
          <a:lstStyle/>
          <a:p>
            <a:pPr algn="ctr">
              <a:buNone/>
            </a:pPr>
            <a:r>
              <a:rPr sz="1100" b="0" lang="ja-JP" altLang="en-US">
                <a:solidFill>
                  <a:srgbClr val="595959"/>
                </a:solidFill>
              </a:rPr>
              <a:t>1W</a:t>
            </a:r>
          </a:p>
        </p:txBody>
      </p:sp>
      <p:sp>
        <p:nvSpPr>
          <p:cNvPr id="31" name="TextBox 30"/>
          <p:cNvSpPr txBox="1"/>
          <p:nvPr/>
        </p:nvSpPr>
        <p:spPr>
          <a:xfrm>
            <a:off x="5026152" y="1938528"/>
            <a:ext cx="402336" cy="210312"/>
          </a:xfrm>
          <a:prstGeom prst="rect">
            <a:avLst/>
          </a:prstGeom>
          <a:solidFill>
            <a:srgbClr val="FFFFFF"/>
          </a:solidFill>
        </p:spPr>
        <p:txBody>
          <a:bodyPr wrap="square" lIns="0" tIns="0" rIns="0" bIns="0" anchor="ctr">
            <a:noAutofit/>
          </a:bodyPr>
          <a:lstStyle/>
          <a:p>
            <a:pPr algn="ctr">
              <a:buNone/>
            </a:pPr>
            <a:r>
              <a:rPr sz="1100" b="0" lang="ja-JP" altLang="en-US">
                <a:solidFill>
                  <a:srgbClr val="595959"/>
                </a:solidFill>
              </a:rPr>
              <a:t>2W</a:t>
            </a:r>
          </a:p>
        </p:txBody>
      </p:sp>
      <p:sp>
        <p:nvSpPr>
          <p:cNvPr id="32" name="TextBox 31"/>
          <p:cNvSpPr txBox="1"/>
          <p:nvPr/>
        </p:nvSpPr>
        <p:spPr>
          <a:xfrm>
            <a:off x="5889752" y="1938528"/>
            <a:ext cx="402336" cy="210312"/>
          </a:xfrm>
          <a:prstGeom prst="rect">
            <a:avLst/>
          </a:prstGeom>
          <a:solidFill>
            <a:srgbClr val="FFFFFF"/>
          </a:solidFill>
        </p:spPr>
        <p:txBody>
          <a:bodyPr wrap="square" lIns="0" tIns="0" rIns="0" bIns="0" anchor="ctr">
            <a:noAutofit/>
          </a:bodyPr>
          <a:lstStyle/>
          <a:p>
            <a:pPr algn="ctr">
              <a:buNone/>
            </a:pPr>
            <a:r>
              <a:rPr sz="1100" b="0" lang="ja-JP" altLang="en-US">
                <a:solidFill>
                  <a:srgbClr val="595959"/>
                </a:solidFill>
              </a:rPr>
              <a:t>3W</a:t>
            </a:r>
          </a:p>
        </p:txBody>
      </p:sp>
      <p:sp>
        <p:nvSpPr>
          <p:cNvPr id="33" name="TextBox 32"/>
          <p:cNvSpPr txBox="1"/>
          <p:nvPr/>
        </p:nvSpPr>
        <p:spPr>
          <a:xfrm>
            <a:off x="6753352" y="1938528"/>
            <a:ext cx="402336" cy="210312"/>
          </a:xfrm>
          <a:prstGeom prst="rect">
            <a:avLst/>
          </a:prstGeom>
          <a:solidFill>
            <a:srgbClr val="FFFFFF"/>
          </a:solidFill>
        </p:spPr>
        <p:txBody>
          <a:bodyPr wrap="square" lIns="0" tIns="0" rIns="0" bIns="0" anchor="ctr">
            <a:noAutofit/>
          </a:bodyPr>
          <a:lstStyle/>
          <a:p>
            <a:pPr algn="ctr">
              <a:buNone/>
            </a:pPr>
            <a:r>
              <a:rPr sz="1100" b="0" lang="ja-JP" altLang="en-US">
                <a:solidFill>
                  <a:srgbClr val="595959"/>
                </a:solidFill>
              </a:rPr>
              <a:t>4W</a:t>
            </a:r>
          </a:p>
        </p:txBody>
      </p:sp>
      <p:sp>
        <p:nvSpPr>
          <p:cNvPr id="34" name="TextBox 33"/>
          <p:cNvSpPr txBox="1"/>
          <p:nvPr/>
        </p:nvSpPr>
        <p:spPr>
          <a:xfrm>
            <a:off x="7616951" y="1938528"/>
            <a:ext cx="402336" cy="210312"/>
          </a:xfrm>
          <a:prstGeom prst="rect">
            <a:avLst/>
          </a:prstGeom>
          <a:solidFill>
            <a:srgbClr val="FFFFFF"/>
          </a:solidFill>
        </p:spPr>
        <p:txBody>
          <a:bodyPr wrap="square" lIns="0" tIns="0" rIns="0" bIns="0" anchor="ctr">
            <a:noAutofit/>
          </a:bodyPr>
          <a:lstStyle/>
          <a:p>
            <a:pPr algn="ctr">
              <a:buNone/>
            </a:pPr>
            <a:r>
              <a:rPr sz="1100" b="0" lang="ja-JP" altLang="en-US">
                <a:solidFill>
                  <a:srgbClr val="595959"/>
                </a:solidFill>
              </a:rPr>
              <a:t>5W</a:t>
            </a:r>
          </a:p>
        </p:txBody>
      </p:sp>
      <p:sp>
        <p:nvSpPr>
          <p:cNvPr id="35" name="TextBox 34"/>
          <p:cNvSpPr txBox="1"/>
          <p:nvPr/>
        </p:nvSpPr>
        <p:spPr>
          <a:xfrm>
            <a:off x="8480551" y="1938528"/>
            <a:ext cx="402336" cy="210312"/>
          </a:xfrm>
          <a:prstGeom prst="rect">
            <a:avLst/>
          </a:prstGeom>
          <a:solidFill>
            <a:srgbClr val="FFFFFF"/>
          </a:solidFill>
        </p:spPr>
        <p:txBody>
          <a:bodyPr wrap="square" lIns="0" tIns="0" rIns="0" bIns="0" anchor="ctr">
            <a:noAutofit/>
          </a:bodyPr>
          <a:lstStyle/>
          <a:p>
            <a:pPr algn="ctr">
              <a:buNone/>
            </a:pPr>
            <a:r>
              <a:rPr sz="1100" b="0" lang="ja-JP" altLang="en-US">
                <a:solidFill>
                  <a:srgbClr val="595959"/>
                </a:solidFill>
              </a:rPr>
              <a:t>1W</a:t>
            </a:r>
          </a:p>
        </p:txBody>
      </p:sp>
      <p:sp>
        <p:nvSpPr>
          <p:cNvPr id="36" name="TextBox 35"/>
          <p:cNvSpPr txBox="1"/>
          <p:nvPr/>
        </p:nvSpPr>
        <p:spPr>
          <a:xfrm>
            <a:off x="9344151" y="1938528"/>
            <a:ext cx="402336" cy="210312"/>
          </a:xfrm>
          <a:prstGeom prst="rect">
            <a:avLst/>
          </a:prstGeom>
          <a:solidFill>
            <a:srgbClr val="FFFFFF"/>
          </a:solidFill>
        </p:spPr>
        <p:txBody>
          <a:bodyPr wrap="square" lIns="0" tIns="0" rIns="0" bIns="0" anchor="ctr">
            <a:noAutofit/>
          </a:bodyPr>
          <a:lstStyle/>
          <a:p>
            <a:pPr algn="ctr">
              <a:buNone/>
            </a:pPr>
            <a:r>
              <a:rPr sz="1100" b="0" lang="ja-JP" altLang="en-US">
                <a:solidFill>
                  <a:srgbClr val="595959"/>
                </a:solidFill>
              </a:rPr>
              <a:t>2W</a:t>
            </a:r>
          </a:p>
        </p:txBody>
      </p:sp>
      <p:sp>
        <p:nvSpPr>
          <p:cNvPr id="37" name="TextBox 36"/>
          <p:cNvSpPr txBox="1"/>
          <p:nvPr/>
        </p:nvSpPr>
        <p:spPr>
          <a:xfrm>
            <a:off x="10207751" y="1938528"/>
            <a:ext cx="402336" cy="210312"/>
          </a:xfrm>
          <a:prstGeom prst="rect">
            <a:avLst/>
          </a:prstGeom>
          <a:solidFill>
            <a:srgbClr val="FFFFFF"/>
          </a:solidFill>
        </p:spPr>
        <p:txBody>
          <a:bodyPr wrap="square" lIns="0" tIns="0" rIns="0" bIns="0" anchor="ctr">
            <a:noAutofit/>
          </a:bodyPr>
          <a:lstStyle/>
          <a:p>
            <a:pPr algn="ctr">
              <a:buNone/>
            </a:pPr>
            <a:r>
              <a:rPr sz="1100" b="0" lang="ja-JP" altLang="en-US">
                <a:solidFill>
                  <a:srgbClr val="595959"/>
                </a:solidFill>
              </a:rPr>
              <a:t>3W</a:t>
            </a:r>
          </a:p>
        </p:txBody>
      </p:sp>
      <p:sp>
        <p:nvSpPr>
          <p:cNvPr id="38" name="TextBox 37"/>
          <p:cNvSpPr txBox="1"/>
          <p:nvPr/>
        </p:nvSpPr>
        <p:spPr>
          <a:xfrm>
            <a:off x="11071351" y="1938528"/>
            <a:ext cx="402336" cy="210312"/>
          </a:xfrm>
          <a:prstGeom prst="rect">
            <a:avLst/>
          </a:prstGeom>
          <a:solidFill>
            <a:srgbClr val="FFFFFF"/>
          </a:solidFill>
        </p:spPr>
        <p:txBody>
          <a:bodyPr wrap="square" lIns="0" tIns="0" rIns="0" bIns="0" anchor="ctr">
            <a:noAutofit/>
          </a:bodyPr>
          <a:lstStyle/>
          <a:p>
            <a:pPr algn="ctr">
              <a:buNone/>
            </a:pPr>
            <a:r>
              <a:rPr sz="1100" b="0" lang="ja-JP" altLang="en-US">
                <a:solidFill>
                  <a:srgbClr val="595959"/>
                </a:solidFill>
              </a:rPr>
              <a:t>4W</a:t>
            </a:r>
          </a:p>
        </p:txBody>
      </p:sp>
      <p:sp>
        <p:nvSpPr>
          <p:cNvPr id="39" name="TextBox 38"/>
          <p:cNvSpPr txBox="1"/>
          <p:nvPr/>
        </p:nvSpPr>
        <p:spPr>
          <a:xfrm>
            <a:off x="548640" y="2167128"/>
            <a:ext cx="1920240" cy="566928"/>
          </a:xfrm>
          <a:prstGeom prst="rect">
            <a:avLst/>
          </a:prstGeom>
          <a:noFill/>
        </p:spPr>
        <p:txBody>
          <a:bodyPr wrap="square" lIns="0" tIns="0" rIns="0" bIns="0" anchor="ctr">
            <a:noAutofit/>
          </a:bodyPr>
          <a:lstStyle/>
          <a:p>
            <a:pPr algn="l">
              <a:buNone/>
            </a:pPr>
            <a:r>
              <a:rPr sz="1200" b="1" lang="ja-JP" altLang="en-US">
                <a:solidFill>
                  <a:srgbClr val="262626"/>
                </a:solidFill>
              </a:rPr>
              <a:t>マイルストーン</a:t>
            </a:r>
          </a:p>
        </p:txBody>
      </p:sp>
      <p:sp>
        <p:nvSpPr>
          <p:cNvPr id="40" name="Rectangle 39"/>
          <p:cNvSpPr/>
          <p:nvPr/>
        </p:nvSpPr>
        <p:spPr>
          <a:xfrm>
            <a:off x="548640" y="2990088"/>
            <a:ext cx="384048" cy="310896"/>
          </a:xfrm>
          <a:prstGeom prst="rect">
            <a:avLst/>
          </a:prstGeom>
          <a:solidFill>
            <a:srgbClr val="404040"/>
          </a:solidFill>
          <a:ln>
            <a:noFill/>
          </a:ln>
        </p:spPr>
        <p:txBody>
          <a:bodyPr rtlCol="0" anchor="ctr" wrap="square" lIns="54864" tIns="27432" rIns="54864" bIns="27432">
            <a:noAutofit/>
          </a:bodyPr>
          <a:lstStyle/>
          <a:p>
            <a:pPr algn="ctr">
              <a:buNone/>
            </a:pPr>
            <a:r>
              <a:rPr sz="1100" b="1" lang="ja-JP" altLang="en-US">
                <a:solidFill>
                  <a:srgbClr val="FFFFFF"/>
                </a:solidFill>
              </a:rPr>
              <a:t>B1</a:t>
            </a:r>
          </a:p>
        </p:txBody>
      </p:sp>
      <p:sp>
        <p:nvSpPr>
          <p:cNvPr id="41" name="Rectangle 40"/>
          <p:cNvSpPr/>
          <p:nvPr/>
        </p:nvSpPr>
        <p:spPr>
          <a:xfrm>
            <a:off x="548640" y="3355848"/>
            <a:ext cx="384048" cy="310896"/>
          </a:xfrm>
          <a:prstGeom prst="rect">
            <a:avLst/>
          </a:prstGeom>
          <a:solidFill>
            <a:srgbClr val="404040"/>
          </a:solidFill>
          <a:ln>
            <a:noFill/>
          </a:ln>
        </p:spPr>
        <p:txBody>
          <a:bodyPr rtlCol="0" anchor="ctr" wrap="square" lIns="54864" tIns="27432" rIns="54864" bIns="27432">
            <a:noAutofit/>
          </a:bodyPr>
          <a:lstStyle/>
          <a:p>
            <a:pPr algn="ctr">
              <a:buNone/>
            </a:pPr>
            <a:r>
              <a:rPr sz="1100" b="1" lang="ja-JP" altLang="en-US">
                <a:solidFill>
                  <a:srgbClr val="FFFFFF"/>
                </a:solidFill>
              </a:rPr>
              <a:t>B2</a:t>
            </a:r>
          </a:p>
        </p:txBody>
      </p:sp>
      <p:sp>
        <p:nvSpPr>
          <p:cNvPr id="42" name="Rectangle 41"/>
          <p:cNvSpPr/>
          <p:nvPr/>
        </p:nvSpPr>
        <p:spPr>
          <a:xfrm>
            <a:off x="548640" y="3721608"/>
            <a:ext cx="384048" cy="310896"/>
          </a:xfrm>
          <a:prstGeom prst="rect">
            <a:avLst/>
          </a:prstGeom>
          <a:solidFill>
            <a:srgbClr val="404040"/>
          </a:solidFill>
          <a:ln>
            <a:noFill/>
          </a:ln>
        </p:spPr>
        <p:txBody>
          <a:bodyPr rtlCol="0" anchor="ctr" wrap="square" lIns="54864" tIns="27432" rIns="54864" bIns="27432">
            <a:noAutofit/>
          </a:bodyPr>
          <a:lstStyle/>
          <a:p>
            <a:pPr algn="ctr">
              <a:buNone/>
            </a:pPr>
            <a:r>
              <a:rPr sz="1100" b="1" lang="ja-JP" altLang="en-US">
                <a:solidFill>
                  <a:srgbClr val="FFFFFF"/>
                </a:solidFill>
              </a:rPr>
              <a:t>B3</a:t>
            </a:r>
          </a:p>
        </p:txBody>
      </p:sp>
      <p:sp>
        <p:nvSpPr>
          <p:cNvPr id="43" name="TextBox 42"/>
          <p:cNvSpPr txBox="1"/>
          <p:nvPr/>
        </p:nvSpPr>
        <p:spPr>
          <a:xfrm>
            <a:off x="1024128" y="2734056"/>
            <a:ext cx="1463040" cy="1481328"/>
          </a:xfrm>
          <a:prstGeom prst="rect">
            <a:avLst/>
          </a:prstGeom>
          <a:noFill/>
        </p:spPr>
        <p:txBody>
          <a:bodyPr wrap="square" lIns="0" tIns="0" rIns="0" bIns="0" anchor="ctr">
            <a:noAutofit/>
          </a:bodyPr>
          <a:lstStyle/>
          <a:p>
            <a:pPr algn="l">
              <a:buNone/>
            </a:pPr>
            <a:r>
              <a:rPr sz="1200" b="1" lang="ja-JP" altLang="en-US">
                <a:solidFill>
                  <a:srgbClr val="262626"/>
                </a:solidFill>
              </a:rPr>
              <a:t>既存Quick-Win</a:t>
            </a:r>
          </a:p>
          <a:p>
            <a:pPr algn="l">
              <a:buNone/>
            </a:pPr>
            <a:r>
              <a:rPr sz="1200" b="1" lang="ja-JP" altLang="en-US">
                <a:solidFill>
                  <a:srgbClr val="262626"/>
                </a:solidFill>
              </a:rPr>
              <a:t>アプリの品質対応</a:t>
            </a:r>
          </a:p>
        </p:txBody>
      </p:sp>
      <p:sp>
        <p:nvSpPr>
          <p:cNvPr id="44" name="Rectangle 43"/>
          <p:cNvSpPr/>
          <p:nvPr/>
        </p:nvSpPr>
        <p:spPr>
          <a:xfrm>
            <a:off x="548640" y="4626864"/>
            <a:ext cx="384048" cy="310896"/>
          </a:xfrm>
          <a:prstGeom prst="rect">
            <a:avLst/>
          </a:prstGeom>
          <a:solidFill>
            <a:srgbClr val="404040"/>
          </a:solidFill>
          <a:ln>
            <a:noFill/>
          </a:ln>
        </p:spPr>
        <p:txBody>
          <a:bodyPr rtlCol="0" anchor="ctr" wrap="square" lIns="54864" tIns="27432" rIns="54864" bIns="27432">
            <a:noAutofit/>
          </a:bodyPr>
          <a:lstStyle/>
          <a:p>
            <a:pPr algn="ctr">
              <a:buNone/>
            </a:pPr>
            <a:r>
              <a:rPr sz="1100" b="1" lang="ja-JP" altLang="en-US">
                <a:solidFill>
                  <a:srgbClr val="FFFFFF"/>
                </a:solidFill>
              </a:rPr>
              <a:t>B4</a:t>
            </a:r>
          </a:p>
        </p:txBody>
      </p:sp>
      <p:sp>
        <p:nvSpPr>
          <p:cNvPr id="45" name="TextBox 44"/>
          <p:cNvSpPr txBox="1"/>
          <p:nvPr/>
        </p:nvSpPr>
        <p:spPr>
          <a:xfrm>
            <a:off x="1024128" y="4215384"/>
            <a:ext cx="1463040" cy="1133855"/>
          </a:xfrm>
          <a:prstGeom prst="rect">
            <a:avLst/>
          </a:prstGeom>
          <a:noFill/>
        </p:spPr>
        <p:txBody>
          <a:bodyPr wrap="square" lIns="0" tIns="0" rIns="0" bIns="0" anchor="ctr">
            <a:noAutofit/>
          </a:bodyPr>
          <a:lstStyle/>
          <a:p>
            <a:pPr algn="l">
              <a:buNone/>
            </a:pPr>
            <a:r>
              <a:rPr sz="1200" b="1" lang="ja-JP" altLang="en-US">
                <a:solidFill>
                  <a:srgbClr val="262626"/>
                </a:solidFill>
              </a:rPr>
              <a:t>改修と引継ぎ</a:t>
            </a:r>
          </a:p>
          <a:p>
            <a:pPr algn="l">
              <a:buNone/>
            </a:pPr>
            <a:r>
              <a:rPr sz="1200" b="1" lang="ja-JP" altLang="en-US">
                <a:solidFill>
                  <a:srgbClr val="262626"/>
                </a:solidFill>
              </a:rPr>
              <a:t>（検証環境）</a:t>
            </a:r>
          </a:p>
        </p:txBody>
      </p:sp>
      <p:sp>
        <p:nvSpPr>
          <p:cNvPr id="46" name="TextBox 45"/>
          <p:cNvSpPr txBox="1"/>
          <p:nvPr/>
        </p:nvSpPr>
        <p:spPr>
          <a:xfrm>
            <a:off x="548640" y="5349240"/>
            <a:ext cx="1920240" cy="438912"/>
          </a:xfrm>
          <a:prstGeom prst="rect">
            <a:avLst/>
          </a:prstGeom>
          <a:noFill/>
        </p:spPr>
        <p:txBody>
          <a:bodyPr wrap="square" lIns="0" tIns="0" rIns="0" bIns="0" anchor="ctr">
            <a:noAutofit/>
          </a:bodyPr>
          <a:lstStyle/>
          <a:p>
            <a:pPr algn="l">
              <a:buNone/>
            </a:pPr>
            <a:r>
              <a:rPr sz="1200" b="1" lang="ja-JP" altLang="en-US">
                <a:solidFill>
                  <a:srgbClr val="262626"/>
                </a:solidFill>
              </a:rPr>
              <a:t>共通</a:t>
            </a:r>
          </a:p>
        </p:txBody>
      </p:sp>
      <p:sp>
        <p:nvSpPr>
          <p:cNvPr id="47" name="TextBox 46"/>
          <p:cNvSpPr txBox="1"/>
          <p:nvPr/>
        </p:nvSpPr>
        <p:spPr>
          <a:xfrm>
            <a:off x="2514600" y="2734056"/>
            <a:ext cx="1389888" cy="548639"/>
          </a:xfrm>
          <a:prstGeom prst="rect">
            <a:avLst/>
          </a:prstGeom>
          <a:noFill/>
        </p:spPr>
        <p:txBody>
          <a:bodyPr wrap="square" lIns="0" tIns="0" rIns="0" bIns="0" anchor="ctr">
            <a:noAutofit/>
          </a:bodyPr>
          <a:lstStyle/>
          <a:p>
            <a:pPr algn="ctr">
              <a:buNone/>
            </a:pPr>
            <a:r>
              <a:rPr sz="1100" b="0" lang="ja-JP" altLang="en-US">
                <a:solidFill>
                  <a:srgbClr val="595959"/>
                </a:solidFill>
              </a:rPr>
              <a:t>貴社・ITEC様</a:t>
            </a:r>
          </a:p>
          <a:p>
            <a:pPr algn="ctr">
              <a:buNone/>
            </a:pPr>
            <a:r>
              <a:rPr sz="1100" b="0" lang="ja-JP" altLang="en-US">
                <a:solidFill>
                  <a:srgbClr val="595959"/>
                </a:solidFill>
              </a:rPr>
              <a:t>主体</a:t>
            </a:r>
          </a:p>
        </p:txBody>
      </p:sp>
      <p:sp>
        <p:nvSpPr>
          <p:cNvPr id="48" name="TextBox 47"/>
          <p:cNvSpPr txBox="1"/>
          <p:nvPr/>
        </p:nvSpPr>
        <p:spPr>
          <a:xfrm>
            <a:off x="2514600" y="3282696"/>
            <a:ext cx="1389888" cy="932688"/>
          </a:xfrm>
          <a:prstGeom prst="rect">
            <a:avLst/>
          </a:prstGeom>
          <a:noFill/>
        </p:spPr>
        <p:txBody>
          <a:bodyPr wrap="square" lIns="0" tIns="0" rIns="0" bIns="0" anchor="ctr">
            <a:noAutofit/>
          </a:bodyPr>
          <a:lstStyle/>
          <a:p>
            <a:pPr algn="ctr">
              <a:buNone/>
            </a:pPr>
            <a:r>
              <a:rPr sz="1100" b="0" lang="ja-JP" altLang="en-US">
                <a:solidFill>
                  <a:srgbClr val="595959"/>
                </a:solidFill>
              </a:rPr>
              <a:t>弊社</a:t>
            </a:r>
          </a:p>
          <a:p>
            <a:pPr algn="ctr">
              <a:buNone/>
            </a:pPr>
            <a:r>
              <a:rPr sz="1100" b="0" lang="ja-JP" altLang="en-US">
                <a:solidFill>
                  <a:srgbClr val="595959"/>
                </a:solidFill>
              </a:rPr>
              <a:t>助言・技術支援</a:t>
            </a:r>
          </a:p>
        </p:txBody>
      </p:sp>
      <p:sp>
        <p:nvSpPr>
          <p:cNvPr id="49" name="TextBox 48"/>
          <p:cNvSpPr txBox="1"/>
          <p:nvPr/>
        </p:nvSpPr>
        <p:spPr>
          <a:xfrm>
            <a:off x="2514600" y="4215384"/>
            <a:ext cx="1389888" cy="566928"/>
          </a:xfrm>
          <a:prstGeom prst="rect">
            <a:avLst/>
          </a:prstGeom>
          <a:noFill/>
        </p:spPr>
        <p:txBody>
          <a:bodyPr wrap="square" lIns="0" tIns="0" rIns="0" bIns="0" anchor="ctr">
            <a:noAutofit/>
          </a:bodyPr>
          <a:lstStyle/>
          <a:p>
            <a:pPr algn="ctr">
              <a:buNone/>
            </a:pPr>
            <a:r>
              <a:rPr sz="1100" b="0" lang="ja-JP" altLang="en-US">
                <a:solidFill>
                  <a:srgbClr val="595959"/>
                </a:solidFill>
              </a:rPr>
              <a:t>弊社</a:t>
            </a:r>
          </a:p>
          <a:p>
            <a:pPr algn="ctr">
              <a:buNone/>
            </a:pPr>
            <a:r>
              <a:rPr sz="1100" b="0" lang="ja-JP" altLang="en-US">
                <a:solidFill>
                  <a:srgbClr val="595959"/>
                </a:solidFill>
              </a:rPr>
              <a:t>主体</a:t>
            </a:r>
          </a:p>
        </p:txBody>
      </p:sp>
      <p:sp>
        <p:nvSpPr>
          <p:cNvPr id="50" name="TextBox 49"/>
          <p:cNvSpPr txBox="1"/>
          <p:nvPr/>
        </p:nvSpPr>
        <p:spPr>
          <a:xfrm>
            <a:off x="2514600" y="4782312"/>
            <a:ext cx="1389888" cy="566927"/>
          </a:xfrm>
          <a:prstGeom prst="rect">
            <a:avLst/>
          </a:prstGeom>
          <a:noFill/>
        </p:spPr>
        <p:txBody>
          <a:bodyPr wrap="square" lIns="0" tIns="0" rIns="0" bIns="0" anchor="ctr">
            <a:noAutofit/>
          </a:bodyPr>
          <a:lstStyle/>
          <a:p>
            <a:pPr algn="ctr">
              <a:buNone/>
            </a:pPr>
            <a:r>
              <a:rPr sz="1100" b="0" lang="ja-JP" altLang="en-US">
                <a:solidFill>
                  <a:srgbClr val="595959"/>
                </a:solidFill>
              </a:rPr>
              <a:t>貴社・ITEC様</a:t>
            </a:r>
          </a:p>
          <a:p>
            <a:pPr algn="ctr">
              <a:buNone/>
            </a:pPr>
            <a:r>
              <a:rPr sz="1100" b="0" lang="ja-JP" altLang="en-US">
                <a:solidFill>
                  <a:srgbClr val="595959"/>
                </a:solidFill>
              </a:rPr>
              <a:t>確認・取り込み</a:t>
            </a:r>
          </a:p>
        </p:txBody>
      </p:sp>
      <p:sp>
        <p:nvSpPr>
          <p:cNvPr id="51" name="TextBox 50"/>
          <p:cNvSpPr txBox="1"/>
          <p:nvPr/>
        </p:nvSpPr>
        <p:spPr>
          <a:xfrm>
            <a:off x="2514600" y="5349240"/>
            <a:ext cx="1389888" cy="438912"/>
          </a:xfrm>
          <a:prstGeom prst="rect">
            <a:avLst/>
          </a:prstGeom>
          <a:noFill/>
        </p:spPr>
        <p:txBody>
          <a:bodyPr wrap="square" lIns="0" tIns="0" rIns="0" bIns="0" anchor="ctr">
            <a:noAutofit/>
          </a:bodyPr>
          <a:lstStyle/>
          <a:p>
            <a:pPr algn="ctr">
              <a:buNone/>
            </a:pPr>
            <a:r>
              <a:rPr sz="1100" b="0" lang="ja-JP" altLang="en-US">
                <a:solidFill>
                  <a:srgbClr val="595959"/>
                </a:solidFill>
              </a:rPr>
              <a:t>貴社 運営／弊社 資料</a:t>
            </a:r>
          </a:p>
        </p:txBody>
      </p:sp>
      <p:sp>
        <p:nvSpPr>
          <p:cNvPr id="52" name="Pentagon 51"/>
          <p:cNvSpPr/>
          <p:nvPr/>
        </p:nvSpPr>
        <p:spPr>
          <a:xfrm>
            <a:off x="3959352" y="2807208"/>
            <a:ext cx="808735" cy="402336"/>
          </a:xfrm>
          <a:prstGeom prst="homePlate">
            <a:avLst>
              <a:gd name="adj" fmla="val 15909"/>
            </a:avLst>
          </a:prstGeom>
          <a:solidFill>
            <a:srgbClr val="E6E6E6"/>
          </a:solidFill>
          <a:ln>
            <a:noFill/>
          </a:ln>
        </p:spPr>
        <p:txBody>
          <a:bodyPr rtlCol="0" anchor="ctr" wrap="square" lIns="27432" tIns="9144" rIns="36576" bIns="9144">
            <a:noAutofit/>
          </a:bodyPr>
          <a:lstStyle/>
          <a:p>
            <a:pPr algn="ctr">
              <a:buNone/>
            </a:pPr>
            <a:r>
              <a:rPr sz="1050" b="0" lang="ja-JP" altLang="en-US">
                <a:solidFill>
                  <a:srgbClr val="262626"/>
                </a:solidFill>
              </a:rPr>
              <a:t>移行判定</a:t>
            </a:r>
          </a:p>
          <a:p>
            <a:pPr algn="ctr">
              <a:buNone/>
            </a:pPr>
            <a:r>
              <a:rPr sz="1050" b="0" lang="ja-JP" altLang="en-US">
                <a:solidFill>
                  <a:srgbClr val="262626"/>
                </a:solidFill>
              </a:rPr>
              <a:t>→公開</a:t>
            </a:r>
          </a:p>
        </p:txBody>
      </p:sp>
      <p:sp>
        <p:nvSpPr>
          <p:cNvPr id="53" name="Pentagon 52"/>
          <p:cNvSpPr/>
          <p:nvPr/>
        </p:nvSpPr>
        <p:spPr>
          <a:xfrm>
            <a:off x="4822952" y="2807208"/>
            <a:ext cx="3399536" cy="402336"/>
          </a:xfrm>
          <a:prstGeom prst="homePlate">
            <a:avLst>
              <a:gd name="adj" fmla="val 35000"/>
            </a:avLst>
          </a:prstGeom>
          <a:solidFill>
            <a:srgbClr val="E6E6E6"/>
          </a:solidFill>
          <a:ln>
            <a:noFill/>
          </a:ln>
        </p:spPr>
        <p:txBody>
          <a:bodyPr rtlCol="0" anchor="ctr" wrap="square" lIns="54864" tIns="18288" rIns="109728" bIns="18288">
            <a:noAutofit/>
          </a:bodyPr>
          <a:lstStyle/>
          <a:p>
            <a:pPr algn="ctr">
              <a:buNone/>
            </a:pPr>
            <a:r>
              <a:rPr sz="1100" b="0" lang="ja-JP" altLang="en-US">
                <a:solidFill>
                  <a:srgbClr val="262626"/>
                </a:solidFill>
              </a:rPr>
              <a:t>初版の運用・問合せ対応（BX推進部・一部役員）</a:t>
            </a:r>
          </a:p>
        </p:txBody>
      </p:sp>
      <p:sp>
        <p:nvSpPr>
          <p:cNvPr id="54" name="Pentagon 53"/>
          <p:cNvSpPr/>
          <p:nvPr/>
        </p:nvSpPr>
        <p:spPr>
          <a:xfrm>
            <a:off x="8277351" y="2807208"/>
            <a:ext cx="3399536" cy="402336"/>
          </a:xfrm>
          <a:prstGeom prst="homePlate">
            <a:avLst>
              <a:gd name="adj" fmla="val 35000"/>
            </a:avLst>
          </a:prstGeom>
          <a:solidFill>
            <a:srgbClr val="E6E6E6"/>
          </a:solidFill>
          <a:ln>
            <a:noFill/>
          </a:ln>
        </p:spPr>
        <p:txBody>
          <a:bodyPr rtlCol="0" anchor="ctr" wrap="square" lIns="54864" tIns="18288" rIns="109728" bIns="18288">
            <a:noAutofit/>
          </a:bodyPr>
          <a:lstStyle/>
          <a:p>
            <a:pPr algn="ctr">
              <a:buNone/>
            </a:pPr>
            <a:r>
              <a:rPr sz="1100" b="0" lang="ja-JP" altLang="en-US">
                <a:solidFill>
                  <a:srgbClr val="262626"/>
                </a:solidFill>
              </a:rPr>
              <a:t>利用推進・利用者評価の収集／権限・運用の設計</a:t>
            </a:r>
          </a:p>
        </p:txBody>
      </p:sp>
      <p:sp>
        <p:nvSpPr>
          <p:cNvPr id="55" name="Pentagon 54"/>
          <p:cNvSpPr/>
          <p:nvPr/>
        </p:nvSpPr>
        <p:spPr>
          <a:xfrm>
            <a:off x="3959352" y="3337560"/>
            <a:ext cx="808735" cy="384048"/>
          </a:xfrm>
          <a:prstGeom prst="homePlate">
            <a:avLst>
              <a:gd name="adj" fmla="val 16666"/>
            </a:avLst>
          </a:prstGeom>
          <a:solidFill>
            <a:srgbClr val="FFFFFF"/>
          </a:solidFill>
          <a:ln w="12700">
            <a:solidFill>
              <a:srgbClr val="7F7F7F"/>
            </a:solidFill>
            <a:prstDash val="dash"/>
          </a:ln>
        </p:spPr>
        <p:txBody>
          <a:bodyPr rtlCol="0" anchor="ctr" wrap="square" lIns="18288" tIns="9144" rIns="27432" bIns="9144">
            <a:noAutofit/>
          </a:bodyPr>
          <a:lstStyle/>
          <a:p>
            <a:pPr algn="ctr">
              <a:buNone/>
            </a:pPr>
            <a:r>
              <a:rPr sz="950" b="1" lang="ja-JP" altLang="en-US">
                <a:solidFill>
                  <a:srgbClr val="404040"/>
                </a:solidFill>
              </a:rPr>
              <a:t>B1</a:t>
            </a:r>
          </a:p>
          <a:p>
            <a:pPr algn="ctr">
              <a:buNone/>
            </a:pPr>
            <a:r>
              <a:rPr sz="950" b="1" lang="ja-JP" altLang="en-US">
                <a:solidFill>
                  <a:srgbClr val="404040"/>
                </a:solidFill>
              </a:rPr>
              <a:t>公開前支援</a:t>
            </a:r>
          </a:p>
        </p:txBody>
      </p:sp>
      <p:sp>
        <p:nvSpPr>
          <p:cNvPr id="56" name="Pentagon 55"/>
          <p:cNvSpPr/>
          <p:nvPr/>
        </p:nvSpPr>
        <p:spPr>
          <a:xfrm>
            <a:off x="4822952" y="3337560"/>
            <a:ext cx="3399536" cy="384048"/>
          </a:xfrm>
          <a:prstGeom prst="homePlate">
            <a:avLst>
              <a:gd name="adj" fmla="val 35000"/>
            </a:avLst>
          </a:prstGeom>
          <a:solidFill>
            <a:srgbClr val="FFFFFF"/>
          </a:solidFill>
          <a:ln w="12700">
            <a:solidFill>
              <a:srgbClr val="7F7F7F"/>
            </a:solidFill>
            <a:prstDash val="dash"/>
          </a:ln>
        </p:spPr>
        <p:txBody>
          <a:bodyPr rtlCol="0" anchor="ctr" wrap="square" lIns="54864" tIns="18288" rIns="109728" bIns="18288">
            <a:noAutofit/>
          </a:bodyPr>
          <a:lstStyle/>
          <a:p>
            <a:pPr algn="ctr">
              <a:buNone/>
            </a:pPr>
            <a:r>
              <a:rPr sz="1100" b="1" lang="ja-JP" altLang="en-US">
                <a:solidFill>
                  <a:srgbClr val="404040"/>
                </a:solidFill>
              </a:rPr>
              <a:t>B2 初版公開フォロー</a:t>
            </a:r>
          </a:p>
        </p:txBody>
      </p:sp>
      <p:sp>
        <p:nvSpPr>
          <p:cNvPr id="57" name="Pentagon 56"/>
          <p:cNvSpPr/>
          <p:nvPr/>
        </p:nvSpPr>
        <p:spPr>
          <a:xfrm>
            <a:off x="5686552" y="3776472"/>
            <a:ext cx="5990336" cy="384048"/>
          </a:xfrm>
          <a:prstGeom prst="homePlate">
            <a:avLst>
              <a:gd name="adj" fmla="val 35000"/>
            </a:avLst>
          </a:prstGeom>
          <a:solidFill>
            <a:srgbClr val="FFFFFF"/>
          </a:solidFill>
          <a:ln w="12700">
            <a:solidFill>
              <a:srgbClr val="7F7F7F"/>
            </a:solidFill>
            <a:prstDash val="dash"/>
          </a:ln>
        </p:spPr>
        <p:txBody>
          <a:bodyPr rtlCol="0" anchor="ctr" wrap="square" lIns="54864" tIns="18288" rIns="109728" bIns="18288">
            <a:noAutofit/>
          </a:bodyPr>
          <a:lstStyle/>
          <a:p>
            <a:pPr algn="ctr">
              <a:buNone/>
            </a:pPr>
            <a:r>
              <a:rPr sz="1100" b="1" lang="ja-JP" altLang="en-US">
                <a:solidFill>
                  <a:srgbClr val="404040"/>
                </a:solidFill>
              </a:rPr>
              <a:t>B3 品質評価・定着支援（定点評価、AI回答の粒度・品質のチューニング、改修優先順位）</a:t>
            </a:r>
          </a:p>
        </p:txBody>
      </p:sp>
      <p:sp>
        <p:nvSpPr>
          <p:cNvPr id="58" name="Pentagon 57"/>
          <p:cNvSpPr/>
          <p:nvPr/>
        </p:nvSpPr>
        <p:spPr>
          <a:xfrm>
            <a:off x="3959352" y="4279392"/>
            <a:ext cx="4263136" cy="438912"/>
          </a:xfrm>
          <a:prstGeom prst="homePlate">
            <a:avLst>
              <a:gd name="adj" fmla="val 35000"/>
            </a:avLst>
          </a:prstGeom>
          <a:solidFill>
            <a:srgbClr val="046A38"/>
          </a:solidFill>
          <a:ln>
            <a:noFill/>
          </a:ln>
        </p:spPr>
        <p:txBody>
          <a:bodyPr rtlCol="0" anchor="ctr" wrap="square" lIns="54864" tIns="18288" rIns="109728" bIns="18288">
            <a:noAutofit/>
          </a:bodyPr>
          <a:lstStyle/>
          <a:p>
            <a:pPr algn="ctr">
              <a:buNone/>
            </a:pPr>
            <a:r>
              <a:rPr sz="1100" b="1" lang="ja-JP" altLang="en-US">
                <a:solidFill>
                  <a:srgbClr val="FFFFFF"/>
                </a:solidFill>
              </a:rPr>
              <a:t>B4 検証環境での改修（9/11版以降の残要望・新規要望）</a:t>
            </a:r>
          </a:p>
          <a:p>
            <a:pPr algn="ctr">
              <a:buNone/>
            </a:pPr>
            <a:r>
              <a:rPr sz="1100" b="1" lang="ja-JP" altLang="en-US">
                <a:solidFill>
                  <a:srgbClr val="FFFFFF"/>
                </a:solidFill>
              </a:rPr>
              <a:t>と改修台帳の管理・引継ぎ</a:t>
            </a:r>
          </a:p>
        </p:txBody>
      </p:sp>
      <p:sp>
        <p:nvSpPr>
          <p:cNvPr id="59" name="Pentagon 58"/>
          <p:cNvSpPr/>
          <p:nvPr/>
        </p:nvSpPr>
        <p:spPr>
          <a:xfrm>
            <a:off x="8277351" y="4306824"/>
            <a:ext cx="3399536" cy="384048"/>
          </a:xfrm>
          <a:prstGeom prst="homePlate">
            <a:avLst>
              <a:gd name="adj" fmla="val 35000"/>
            </a:avLst>
          </a:prstGeom>
          <a:solidFill>
            <a:srgbClr val="FFFFFF"/>
          </a:solidFill>
          <a:ln w="12700">
            <a:solidFill>
              <a:srgbClr val="BFBFBF"/>
            </a:solidFill>
            <a:prstDash val="dash"/>
          </a:ln>
        </p:spPr>
        <p:txBody>
          <a:bodyPr rtlCol="0" anchor="ctr" wrap="square" lIns="54864" tIns="18288" rIns="109728" bIns="18288">
            <a:noAutofit/>
          </a:bodyPr>
          <a:lstStyle/>
          <a:p>
            <a:pPr algn="ctr">
              <a:buNone/>
            </a:pPr>
            <a:r>
              <a:rPr sz="1100" b="0" lang="ja-JP" altLang="en-US">
                <a:solidFill>
                  <a:srgbClr val="595959"/>
                </a:solidFill>
              </a:rPr>
              <a:t>11月以降に発生する場合は相談のうえ対応</a:t>
            </a:r>
          </a:p>
        </p:txBody>
      </p:sp>
      <p:sp>
        <p:nvSpPr>
          <p:cNvPr id="60" name="Pentagon 59"/>
          <p:cNvSpPr/>
          <p:nvPr/>
        </p:nvSpPr>
        <p:spPr>
          <a:xfrm>
            <a:off x="3959352" y="5413248"/>
            <a:ext cx="7717536" cy="310896"/>
          </a:xfrm>
          <a:prstGeom prst="homePlate">
            <a:avLst>
              <a:gd name="adj" fmla="val 35000"/>
            </a:avLst>
          </a:prstGeom>
          <a:solidFill>
            <a:srgbClr val="FFFFFF"/>
          </a:solidFill>
          <a:ln w="12700">
            <a:solidFill>
              <a:srgbClr val="BFBFBF"/>
            </a:solidFill>
            <a:prstDash val="dash"/>
          </a:ln>
        </p:spPr>
        <p:txBody>
          <a:bodyPr rtlCol="0" anchor="ctr" wrap="square" lIns="54864" tIns="18288" rIns="109728" bIns="18288">
            <a:noAutofit/>
          </a:bodyPr>
          <a:lstStyle/>
          <a:p>
            <a:pPr algn="ctr">
              <a:buNone/>
            </a:pPr>
            <a:r>
              <a:rPr sz="1100" b="0" lang="ja-JP" altLang="en-US">
                <a:solidFill>
                  <a:srgbClr val="595959"/>
                </a:solidFill>
              </a:rPr>
              <a:t>週次定例（進捗・課題・改修台帳の確認）</a:t>
            </a:r>
          </a:p>
        </p:txBody>
      </p:sp>
      <p:sp>
        <p:nvSpPr>
          <p:cNvPr id="61" name="Diamond 60"/>
          <p:cNvSpPr/>
          <p:nvPr/>
        </p:nvSpPr>
        <p:spPr>
          <a:xfrm>
            <a:off x="5972048" y="4946904"/>
            <a:ext cx="237744" cy="237744"/>
          </a:xfrm>
          <a:prstGeom prst="diamond">
            <a:avLst/>
          </a:prstGeom>
          <a:solidFill>
            <a:srgbClr val="FFFFFF"/>
          </a:solidFill>
          <a:ln w="15875">
            <a:solidFill>
              <a:srgbClr val="404040"/>
            </a:solidFill>
          </a:ln>
        </p:spPr>
        <p:txBody>
          <a:bodyPr rtlCol="0" anchor="ctr" wrap="square" lIns="54864" tIns="27432" rIns="54864" bIns="27432">
            <a:noAutofit/>
          </a:bodyPr>
          <a:lstStyle/>
          <a:p>
            <a:pPr algn="ctr"/>
          </a:p>
        </p:txBody>
      </p:sp>
      <p:sp>
        <p:nvSpPr>
          <p:cNvPr id="62" name="Diamond 61"/>
          <p:cNvSpPr/>
          <p:nvPr/>
        </p:nvSpPr>
        <p:spPr>
          <a:xfrm>
            <a:off x="7699248" y="4946904"/>
            <a:ext cx="237744" cy="237744"/>
          </a:xfrm>
          <a:prstGeom prst="diamond">
            <a:avLst/>
          </a:prstGeom>
          <a:solidFill>
            <a:srgbClr val="FFFFFF"/>
          </a:solidFill>
          <a:ln w="15875">
            <a:solidFill>
              <a:srgbClr val="404040"/>
            </a:solidFill>
          </a:ln>
        </p:spPr>
        <p:txBody>
          <a:bodyPr rtlCol="0" anchor="ctr" wrap="square" lIns="54864" tIns="27432" rIns="54864" bIns="27432">
            <a:noAutofit/>
          </a:bodyPr>
          <a:lstStyle/>
          <a:p>
            <a:pPr algn="ctr"/>
          </a:p>
        </p:txBody>
      </p:sp>
      <p:sp>
        <p:nvSpPr>
          <p:cNvPr id="63" name="Diamond 62"/>
          <p:cNvSpPr/>
          <p:nvPr/>
        </p:nvSpPr>
        <p:spPr>
          <a:xfrm>
            <a:off x="4704080" y="2231136"/>
            <a:ext cx="182880" cy="182880"/>
          </a:xfrm>
          <a:prstGeom prst="diamond">
            <a:avLst/>
          </a:prstGeom>
          <a:solidFill>
            <a:srgbClr val="404040"/>
          </a:solidFill>
          <a:ln>
            <a:noFill/>
          </a:ln>
        </p:spPr>
        <p:txBody>
          <a:bodyPr rtlCol="0" anchor="ctr" wrap="square" lIns="54864" tIns="27432" rIns="54864" bIns="27432">
            <a:noAutofit/>
          </a:bodyPr>
          <a:lstStyle/>
          <a:p>
            <a:pPr algn="ctr"/>
          </a:p>
        </p:txBody>
      </p:sp>
      <p:sp>
        <p:nvSpPr>
          <p:cNvPr id="64" name="TextBox 63"/>
          <p:cNvSpPr txBox="1"/>
          <p:nvPr/>
        </p:nvSpPr>
        <p:spPr>
          <a:xfrm>
            <a:off x="4923536" y="2203704"/>
            <a:ext cx="1638934" cy="237744"/>
          </a:xfrm>
          <a:prstGeom prst="rect">
            <a:avLst/>
          </a:prstGeom>
          <a:solidFill>
            <a:srgbClr val="FFFFFF"/>
          </a:solidFill>
        </p:spPr>
        <p:txBody>
          <a:bodyPr wrap="square" lIns="0" tIns="0" rIns="0" bIns="0" anchor="ctr">
            <a:noAutofit/>
          </a:bodyPr>
          <a:lstStyle/>
          <a:p>
            <a:pPr algn="l">
              <a:buNone/>
            </a:pPr>
            <a:r>
              <a:rPr sz="1100" b="1" lang="ja-JP" altLang="en-US">
                <a:solidFill>
                  <a:srgbClr val="404040"/>
                </a:solidFill>
              </a:rPr>
              <a:t>10/5 初版セキュア公開</a:t>
            </a:r>
          </a:p>
        </p:txBody>
      </p:sp>
      <p:sp>
        <p:nvSpPr>
          <p:cNvPr id="65" name="Diamond 64"/>
          <p:cNvSpPr/>
          <p:nvPr/>
        </p:nvSpPr>
        <p:spPr>
          <a:xfrm>
            <a:off x="8158480" y="2231136"/>
            <a:ext cx="182880" cy="182880"/>
          </a:xfrm>
          <a:prstGeom prst="diamond">
            <a:avLst/>
          </a:prstGeom>
          <a:solidFill>
            <a:srgbClr val="404040"/>
          </a:solidFill>
          <a:ln>
            <a:noFill/>
          </a:ln>
        </p:spPr>
        <p:txBody>
          <a:bodyPr rtlCol="0" anchor="ctr" wrap="square" lIns="54864" tIns="27432" rIns="54864" bIns="27432">
            <a:noAutofit/>
          </a:bodyPr>
          <a:lstStyle/>
          <a:p>
            <a:pPr algn="ctr"/>
          </a:p>
        </p:txBody>
      </p:sp>
      <p:sp>
        <p:nvSpPr>
          <p:cNvPr id="66" name="TextBox 65"/>
          <p:cNvSpPr txBox="1"/>
          <p:nvPr/>
        </p:nvSpPr>
        <p:spPr>
          <a:xfrm>
            <a:off x="8377936" y="2203704"/>
            <a:ext cx="1408430" cy="237744"/>
          </a:xfrm>
          <a:prstGeom prst="rect">
            <a:avLst/>
          </a:prstGeom>
          <a:solidFill>
            <a:srgbClr val="FFFFFF"/>
          </a:solidFill>
        </p:spPr>
        <p:txBody>
          <a:bodyPr wrap="square" lIns="0" tIns="0" rIns="0" bIns="0" anchor="ctr">
            <a:noAutofit/>
          </a:bodyPr>
          <a:lstStyle/>
          <a:p>
            <a:pPr algn="l">
              <a:buNone/>
            </a:pPr>
            <a:r>
              <a:rPr sz="1100" b="1" lang="ja-JP" altLang="en-US">
                <a:solidFill>
                  <a:srgbClr val="404040"/>
                </a:solidFill>
              </a:rPr>
              <a:t>中間報告（10月末）</a:t>
            </a:r>
          </a:p>
        </p:txBody>
      </p:sp>
      <p:sp>
        <p:nvSpPr>
          <p:cNvPr id="67" name="Diamond 66"/>
          <p:cNvSpPr/>
          <p:nvPr/>
        </p:nvSpPr>
        <p:spPr>
          <a:xfrm>
            <a:off x="11483339" y="2231136"/>
            <a:ext cx="182880" cy="182880"/>
          </a:xfrm>
          <a:prstGeom prst="diamond">
            <a:avLst/>
          </a:prstGeom>
          <a:solidFill>
            <a:srgbClr val="404040"/>
          </a:solidFill>
          <a:ln>
            <a:noFill/>
          </a:ln>
        </p:spPr>
        <p:txBody>
          <a:bodyPr rtlCol="0" anchor="ctr" wrap="square" lIns="54864" tIns="27432" rIns="54864" bIns="27432">
            <a:noAutofit/>
          </a:bodyPr>
          <a:lstStyle/>
          <a:p>
            <a:pPr algn="ctr"/>
          </a:p>
        </p:txBody>
      </p:sp>
      <p:sp>
        <p:nvSpPr>
          <p:cNvPr id="68" name="TextBox 67"/>
          <p:cNvSpPr txBox="1"/>
          <p:nvPr/>
        </p:nvSpPr>
        <p:spPr>
          <a:xfrm>
            <a:off x="9898633" y="2203704"/>
            <a:ext cx="1548130" cy="237744"/>
          </a:xfrm>
          <a:prstGeom prst="rect">
            <a:avLst/>
          </a:prstGeom>
          <a:solidFill>
            <a:srgbClr val="FFFFFF"/>
          </a:solidFill>
        </p:spPr>
        <p:txBody>
          <a:bodyPr wrap="square" lIns="0" tIns="0" rIns="0" bIns="0" anchor="ctr">
            <a:noAutofit/>
          </a:bodyPr>
          <a:lstStyle/>
          <a:p>
            <a:pPr algn="r">
              <a:buNone/>
            </a:pPr>
            <a:r>
              <a:rPr sz="1100" b="1" lang="ja-JP" altLang="en-US">
                <a:solidFill>
                  <a:srgbClr val="404040"/>
                </a:solidFill>
              </a:rPr>
              <a:t>最終報告（11月下旬）</a:t>
            </a:r>
          </a:p>
        </p:txBody>
      </p:sp>
      <p:sp>
        <p:nvSpPr>
          <p:cNvPr id="69" name="Diamond 68"/>
          <p:cNvSpPr/>
          <p:nvPr/>
        </p:nvSpPr>
        <p:spPr>
          <a:xfrm>
            <a:off x="6172200" y="2487168"/>
            <a:ext cx="182880" cy="182880"/>
          </a:xfrm>
          <a:prstGeom prst="diamond">
            <a:avLst/>
          </a:prstGeom>
          <a:solidFill>
            <a:srgbClr val="046A38"/>
          </a:solidFill>
          <a:ln>
            <a:noFill/>
          </a:ln>
        </p:spPr>
        <p:txBody>
          <a:bodyPr rtlCol="0" anchor="ctr" wrap="square" lIns="54864" tIns="27432" rIns="54864" bIns="27432">
            <a:noAutofit/>
          </a:bodyPr>
          <a:lstStyle/>
          <a:p>
            <a:pPr algn="ctr"/>
          </a:p>
        </p:txBody>
      </p:sp>
      <p:sp>
        <p:nvSpPr>
          <p:cNvPr id="70" name="TextBox 69"/>
          <p:cNvSpPr txBox="1"/>
          <p:nvPr/>
        </p:nvSpPr>
        <p:spPr>
          <a:xfrm>
            <a:off x="6391655" y="2459736"/>
            <a:ext cx="2442209" cy="237744"/>
          </a:xfrm>
          <a:prstGeom prst="rect">
            <a:avLst/>
          </a:prstGeom>
          <a:solidFill>
            <a:srgbClr val="FFFFFF"/>
          </a:solidFill>
        </p:spPr>
        <p:txBody>
          <a:bodyPr wrap="square" lIns="0" tIns="0" rIns="0" bIns="0" anchor="ctr">
            <a:noAutofit/>
          </a:bodyPr>
          <a:lstStyle/>
          <a:p>
            <a:pPr algn="l">
              <a:buNone/>
            </a:pPr>
            <a:r>
              <a:rPr sz="1100" b="1" lang="ja-JP" altLang="en-US">
                <a:solidFill>
                  <a:srgbClr val="046A38"/>
                </a:solidFill>
              </a:rPr>
              <a:t>10/15頃 10/7版を公開＋データ投入</a:t>
            </a:r>
          </a:p>
        </p:txBody>
      </p:sp>
      <p:sp>
        <p:nvSpPr>
          <p:cNvPr id="71" name="Diamond 70"/>
          <p:cNvSpPr/>
          <p:nvPr/>
        </p:nvSpPr>
        <p:spPr>
          <a:xfrm>
            <a:off x="9281160" y="2487168"/>
            <a:ext cx="182880" cy="182880"/>
          </a:xfrm>
          <a:prstGeom prst="diamond">
            <a:avLst/>
          </a:prstGeom>
          <a:solidFill>
            <a:srgbClr val="046A38"/>
          </a:solidFill>
          <a:ln>
            <a:noFill/>
          </a:ln>
        </p:spPr>
        <p:txBody>
          <a:bodyPr rtlCol="0" anchor="ctr" wrap="square" lIns="54864" tIns="27432" rIns="54864" bIns="27432">
            <a:noAutofit/>
          </a:bodyPr>
          <a:lstStyle/>
          <a:p>
            <a:pPr algn="ctr"/>
          </a:p>
        </p:txBody>
      </p:sp>
      <p:sp>
        <p:nvSpPr>
          <p:cNvPr id="72" name="TextBox 71"/>
          <p:cNvSpPr txBox="1"/>
          <p:nvPr/>
        </p:nvSpPr>
        <p:spPr>
          <a:xfrm>
            <a:off x="9500616" y="2459736"/>
            <a:ext cx="1995169" cy="237744"/>
          </a:xfrm>
          <a:prstGeom prst="rect">
            <a:avLst/>
          </a:prstGeom>
          <a:solidFill>
            <a:srgbClr val="FFFFFF"/>
          </a:solidFill>
        </p:spPr>
        <p:txBody>
          <a:bodyPr wrap="square" lIns="0" tIns="0" rIns="0" bIns="0" anchor="ctr">
            <a:noAutofit/>
          </a:bodyPr>
          <a:lstStyle/>
          <a:p>
            <a:pPr algn="l">
              <a:buNone/>
            </a:pPr>
            <a:r>
              <a:rPr sz="1100" b="1" lang="ja-JP" altLang="en-US">
                <a:solidFill>
                  <a:srgbClr val="046A38"/>
                </a:solidFill>
              </a:rPr>
              <a:t>11/10 嶋田社長・野村専務へ</a:t>
            </a:r>
          </a:p>
        </p:txBody>
      </p:sp>
      <p:sp>
        <p:nvSpPr>
          <p:cNvPr id="73" name="Rectangle 72"/>
          <p:cNvSpPr/>
          <p:nvPr/>
        </p:nvSpPr>
        <p:spPr>
          <a:xfrm>
            <a:off x="475488" y="5961888"/>
            <a:ext cx="310896" cy="182880"/>
          </a:xfrm>
          <a:prstGeom prst="rect">
            <a:avLst/>
          </a:prstGeom>
          <a:solidFill>
            <a:srgbClr val="E6E6E6"/>
          </a:solidFill>
          <a:ln>
            <a:noFill/>
          </a:ln>
        </p:spPr>
        <p:txBody>
          <a:bodyPr rtlCol="0" anchor="ctr" wrap="square" lIns="54864" tIns="27432" rIns="54864" bIns="27432">
            <a:noAutofit/>
          </a:bodyPr>
          <a:lstStyle/>
          <a:p>
            <a:pPr algn="ctr"/>
          </a:p>
        </p:txBody>
      </p:sp>
      <p:sp>
        <p:nvSpPr>
          <p:cNvPr id="74" name="TextBox 73"/>
          <p:cNvSpPr txBox="1"/>
          <p:nvPr/>
        </p:nvSpPr>
        <p:spPr>
          <a:xfrm>
            <a:off x="841248" y="5916168"/>
            <a:ext cx="1386839" cy="274320"/>
          </a:xfrm>
          <a:prstGeom prst="rect">
            <a:avLst/>
          </a:prstGeom>
          <a:noFill/>
        </p:spPr>
        <p:txBody>
          <a:bodyPr wrap="square" lIns="0" tIns="0" rIns="0" bIns="0" anchor="ctr">
            <a:noAutofit/>
          </a:bodyPr>
          <a:lstStyle/>
          <a:p>
            <a:pPr algn="l">
              <a:buNone/>
            </a:pPr>
            <a:r>
              <a:rPr sz="1000" b="0" lang="ja-JP" altLang="en-US">
                <a:solidFill>
                  <a:srgbClr val="595959"/>
                </a:solidFill>
              </a:rPr>
              <a:t>貴社・ITEC様（主体）</a:t>
            </a:r>
          </a:p>
        </p:txBody>
      </p:sp>
      <p:sp>
        <p:nvSpPr>
          <p:cNvPr id="75" name="Rectangle 74"/>
          <p:cNvSpPr/>
          <p:nvPr/>
        </p:nvSpPr>
        <p:spPr>
          <a:xfrm>
            <a:off x="2374392" y="5961888"/>
            <a:ext cx="310896" cy="182880"/>
          </a:xfrm>
          <a:prstGeom prst="rect">
            <a:avLst/>
          </a:prstGeom>
          <a:solidFill>
            <a:srgbClr val="046A38"/>
          </a:solidFill>
          <a:ln>
            <a:noFill/>
          </a:ln>
        </p:spPr>
        <p:txBody>
          <a:bodyPr rtlCol="0" anchor="ctr" wrap="square" lIns="54864" tIns="27432" rIns="54864" bIns="27432">
            <a:noAutofit/>
          </a:bodyPr>
          <a:lstStyle/>
          <a:p>
            <a:pPr algn="ctr"/>
          </a:p>
        </p:txBody>
      </p:sp>
      <p:sp>
        <p:nvSpPr>
          <p:cNvPr id="76" name="TextBox 75"/>
          <p:cNvSpPr txBox="1"/>
          <p:nvPr/>
        </p:nvSpPr>
        <p:spPr>
          <a:xfrm>
            <a:off x="2740152" y="5916168"/>
            <a:ext cx="853439" cy="274320"/>
          </a:xfrm>
          <a:prstGeom prst="rect">
            <a:avLst/>
          </a:prstGeom>
          <a:noFill/>
        </p:spPr>
        <p:txBody>
          <a:bodyPr wrap="square" lIns="0" tIns="0" rIns="0" bIns="0" anchor="ctr">
            <a:noAutofit/>
          </a:bodyPr>
          <a:lstStyle/>
          <a:p>
            <a:pPr algn="l">
              <a:buNone/>
            </a:pPr>
            <a:r>
              <a:rPr sz="1000" b="0" lang="ja-JP" altLang="en-US">
                <a:solidFill>
                  <a:srgbClr val="595959"/>
                </a:solidFill>
              </a:rPr>
              <a:t>弊社（主体）</a:t>
            </a:r>
          </a:p>
        </p:txBody>
      </p:sp>
      <p:sp>
        <p:nvSpPr>
          <p:cNvPr id="77" name="Rectangle 76"/>
          <p:cNvSpPr/>
          <p:nvPr/>
        </p:nvSpPr>
        <p:spPr>
          <a:xfrm>
            <a:off x="3739896" y="5961888"/>
            <a:ext cx="310896" cy="182880"/>
          </a:xfrm>
          <a:prstGeom prst="rect">
            <a:avLst/>
          </a:prstGeom>
          <a:solidFill>
            <a:srgbClr val="FFFFFF"/>
          </a:solidFill>
          <a:ln w="9525">
            <a:solidFill>
              <a:srgbClr val="7F7F7F"/>
            </a:solidFill>
            <a:prstDash val="dash"/>
          </a:ln>
        </p:spPr>
        <p:txBody>
          <a:bodyPr rtlCol="0" anchor="ctr" wrap="square" lIns="54864" tIns="27432" rIns="54864" bIns="27432">
            <a:noAutofit/>
          </a:bodyPr>
          <a:lstStyle/>
          <a:p>
            <a:pPr algn="ctr"/>
          </a:p>
        </p:txBody>
      </p:sp>
      <p:sp>
        <p:nvSpPr>
          <p:cNvPr id="78" name="TextBox 77"/>
          <p:cNvSpPr txBox="1"/>
          <p:nvPr/>
        </p:nvSpPr>
        <p:spPr>
          <a:xfrm>
            <a:off x="4105656" y="5916168"/>
            <a:ext cx="1488439" cy="274320"/>
          </a:xfrm>
          <a:prstGeom prst="rect">
            <a:avLst/>
          </a:prstGeom>
          <a:noFill/>
        </p:spPr>
        <p:txBody>
          <a:bodyPr wrap="square" lIns="0" tIns="0" rIns="0" bIns="0" anchor="ctr">
            <a:noAutofit/>
          </a:bodyPr>
          <a:lstStyle/>
          <a:p>
            <a:pPr algn="l">
              <a:buNone/>
            </a:pPr>
            <a:r>
              <a:rPr sz="1000" b="0" lang="ja-JP" altLang="en-US">
                <a:solidFill>
                  <a:srgbClr val="595959"/>
                </a:solidFill>
              </a:rPr>
              <a:t>弊社（助言・技術支援）</a:t>
            </a:r>
          </a:p>
        </p:txBody>
      </p:sp>
      <p:sp>
        <p:nvSpPr>
          <p:cNvPr id="79" name="Diamond 78"/>
          <p:cNvSpPr/>
          <p:nvPr/>
        </p:nvSpPr>
        <p:spPr>
          <a:xfrm>
            <a:off x="5813552" y="5961888"/>
            <a:ext cx="182880" cy="182880"/>
          </a:xfrm>
          <a:prstGeom prst="diamond">
            <a:avLst/>
          </a:prstGeom>
          <a:solidFill>
            <a:srgbClr val="404040"/>
          </a:solidFill>
          <a:ln>
            <a:noFill/>
          </a:ln>
        </p:spPr>
        <p:txBody>
          <a:bodyPr rtlCol="0" anchor="ctr" wrap="square" lIns="54864" tIns="27432" rIns="54864" bIns="27432">
            <a:noAutofit/>
          </a:bodyPr>
          <a:lstStyle/>
          <a:p>
            <a:pPr algn="ctr"/>
          </a:p>
        </p:txBody>
      </p:sp>
      <p:sp>
        <p:nvSpPr>
          <p:cNvPr id="80" name="TextBox 79"/>
          <p:cNvSpPr txBox="1"/>
          <p:nvPr/>
        </p:nvSpPr>
        <p:spPr>
          <a:xfrm>
            <a:off x="6106160" y="5916168"/>
            <a:ext cx="980440" cy="274320"/>
          </a:xfrm>
          <a:prstGeom prst="rect">
            <a:avLst/>
          </a:prstGeom>
          <a:noFill/>
        </p:spPr>
        <p:txBody>
          <a:bodyPr wrap="square" lIns="0" tIns="0" rIns="0" bIns="0" anchor="ctr">
            <a:noAutofit/>
          </a:bodyPr>
          <a:lstStyle/>
          <a:p>
            <a:pPr algn="l">
              <a:buNone/>
            </a:pPr>
            <a:r>
              <a:rPr sz="1000" b="0" lang="ja-JP" altLang="en-US">
                <a:solidFill>
                  <a:srgbClr val="595959"/>
                </a:solidFill>
              </a:rPr>
              <a:t>マイルストーン</a:t>
            </a:r>
          </a:p>
        </p:txBody>
      </p:sp>
      <p:sp>
        <p:nvSpPr>
          <p:cNvPr id="81" name="Diamond 80"/>
          <p:cNvSpPr/>
          <p:nvPr/>
        </p:nvSpPr>
        <p:spPr>
          <a:xfrm>
            <a:off x="7306056" y="5961888"/>
            <a:ext cx="182880" cy="182880"/>
          </a:xfrm>
          <a:prstGeom prst="diamond">
            <a:avLst/>
          </a:prstGeom>
          <a:solidFill>
            <a:srgbClr val="046A38"/>
          </a:solidFill>
          <a:ln>
            <a:noFill/>
          </a:ln>
        </p:spPr>
        <p:txBody>
          <a:bodyPr rtlCol="0" anchor="ctr" wrap="square" lIns="54864" tIns="27432" rIns="54864" bIns="27432">
            <a:noAutofit/>
          </a:bodyPr>
          <a:lstStyle/>
          <a:p>
            <a:pPr algn="ctr"/>
          </a:p>
        </p:txBody>
      </p:sp>
      <p:sp>
        <p:nvSpPr>
          <p:cNvPr id="82" name="TextBox 81"/>
          <p:cNvSpPr txBox="1"/>
          <p:nvPr/>
        </p:nvSpPr>
        <p:spPr>
          <a:xfrm>
            <a:off x="7598664" y="5916168"/>
            <a:ext cx="1234439" cy="274320"/>
          </a:xfrm>
          <a:prstGeom prst="rect">
            <a:avLst/>
          </a:prstGeom>
          <a:noFill/>
        </p:spPr>
        <p:txBody>
          <a:bodyPr wrap="square" lIns="0" tIns="0" rIns="0" bIns="0" anchor="ctr">
            <a:noAutofit/>
          </a:bodyPr>
          <a:lstStyle/>
          <a:p>
            <a:pPr algn="l">
              <a:buNone/>
            </a:pPr>
            <a:r>
              <a:rPr sz="1000" b="0" lang="ja-JP" altLang="en-US">
                <a:solidFill>
                  <a:srgbClr val="595959"/>
                </a:solidFill>
              </a:rPr>
              <a:t>足元で合意した予定</a:t>
            </a:r>
          </a:p>
        </p:txBody>
      </p:sp>
      <p:sp>
        <p:nvSpPr>
          <p:cNvPr id="83" name="Diamond 82"/>
          <p:cNvSpPr/>
          <p:nvPr/>
        </p:nvSpPr>
        <p:spPr>
          <a:xfrm>
            <a:off x="9052560" y="5961888"/>
            <a:ext cx="182880" cy="182880"/>
          </a:xfrm>
          <a:prstGeom prst="diamond">
            <a:avLst/>
          </a:prstGeom>
          <a:solidFill>
            <a:srgbClr val="FFFFFF"/>
          </a:solidFill>
          <a:ln w="15875">
            <a:solidFill>
              <a:srgbClr val="404040"/>
            </a:solidFill>
          </a:ln>
        </p:spPr>
        <p:txBody>
          <a:bodyPr rtlCol="0" anchor="ctr" wrap="square" lIns="54864" tIns="27432" rIns="54864" bIns="27432">
            <a:noAutofit/>
          </a:bodyPr>
          <a:lstStyle/>
          <a:p>
            <a:pPr algn="ctr"/>
          </a:p>
        </p:txBody>
      </p:sp>
      <p:sp>
        <p:nvSpPr>
          <p:cNvPr id="84" name="TextBox 83"/>
          <p:cNvSpPr txBox="1"/>
          <p:nvPr/>
        </p:nvSpPr>
        <p:spPr>
          <a:xfrm>
            <a:off x="9345168" y="5916168"/>
            <a:ext cx="1824989" cy="274320"/>
          </a:xfrm>
          <a:prstGeom prst="rect">
            <a:avLst/>
          </a:prstGeom>
          <a:noFill/>
        </p:spPr>
        <p:txBody>
          <a:bodyPr wrap="square" lIns="0" tIns="0" rIns="0" bIns="0" anchor="ctr">
            <a:noAutofit/>
          </a:bodyPr>
          <a:lstStyle/>
          <a:p>
            <a:pPr algn="l">
              <a:buNone/>
            </a:pPr>
            <a:r>
              <a:rPr sz="1000" b="0" lang="ja-JP" altLang="en-US">
                <a:solidFill>
                  <a:srgbClr val="595959"/>
                </a:solidFill>
              </a:rPr>
              <a:t>BX推進部の確認→本番取り込み</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r>
              <a:t>プロジェクトステータス概要（10/1〜10/6）</a:t>
            </a:r>
          </a:p>
        </p:txBody>
      </p:sp>
      <p:sp>
        <p:nvSpPr>
          <p:cNvPr id="3" name="Title 2"/>
          <p:cNvSpPr>
            <a:spLocks noGrp="1"/>
          </p:cNvSpPr>
          <p:nvPr>
            <p:ph type="title"/>
          </p:nvPr>
        </p:nvSpPr>
        <p:spPr/>
        <p:txBody>
          <a:bodyPr/>
          <a:lstStyle/>
          <a:p>
            <a:r>
              <a:t>Phase2初週は予定通りの進捗です。10/5にセキュア公開版（9/11版）がリリースされ、最新版を早期に反映するための準備を進めています</a:t>
            </a:r>
          </a:p>
        </p:txBody>
      </p:sp>
      <p:sp>
        <p:nvSpPr>
          <p:cNvPr id="6" name="スライド番号プレースホルダー 1">
            <a:extLst>
              <a:ext uri="{FF2B5EF4-FFF2-40B4-BE49-F238E27FC236}">
                <a16:creationId xmlns:a16="http://schemas.microsoft.com/office/drawing/2014/main" id="{0BED03D4-18EC-E4B0-DF9A-83D2D27C9427}"/>
              </a:ext>
            </a:extLst>
          </p:cNvPr>
          <p:cNvSpPr>
            <a:spLocks noGrp="1"/>
          </p:cNvSpPr>
          <p:nvPr>
            <p:ph type="sldNum" sz="quarter" idx="11"/>
          </p:nvPr>
        </p:nvSpPr>
        <p:spPr>
          <a:xfrm>
            <a:off x="480000" y="6588000"/>
            <a:ext cx="180000" cy="169200"/>
          </a:xfrm>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lang="ja-JP" altLang="en-US"/>
            </a:pPr>
            <a:fld id="{AA5FCFE5-FE56-4EF1-80A8-07776887C2A1}" type="slidenum">
              <a:rPr kumimoji="0" lang="ja-JP" altLang="en-US" sz="900" b="0" i="0" u="none" strike="noStrike" kern="1200" cap="none" spc="0" normalizeH="0" baseline="0" noProof="0" smtClean="0">
                <a:ln>
                  <a:noFill/>
                </a:ln>
                <a:solidFill>
                  <a:prstClr val="black"/>
                </a:solidFill>
                <a:effectLst/>
                <a:uLnTx/>
                <a:uFillTx/>
                <a:latin typeface="Calibri"/>
                <a:ea typeface="Yu Gothic UI"/>
                <a:cs typeface="+mn-cs"/>
              </a:rPr>
              <a:pPr marL="0" marR="0" lvl="0" indent="0" algn="r" defTabSz="914400" rtl="0" eaLnBrk="1" fontAlgn="base" latinLnBrk="0" hangingPunct="1">
                <a:lnSpc>
                  <a:spcPct val="100000"/>
                </a:lnSpc>
                <a:spcBef>
                  <a:spcPct val="0"/>
                </a:spcBef>
                <a:spcAft>
                  <a:spcPct val="0"/>
                </a:spcAft>
                <a:buClrTx/>
                <a:buSzTx/>
                <a:buFontTx/>
                <a:buNone/>
                <a:tabLst/>
                <a:defRPr lang="ja-JP" altLang="en-US"/>
              </a:pPr>
              <a:t>5</a:t>
            </a:fld>
            <a:endParaRPr kumimoji="0" lang="ja-JP" altLang="en-US" sz="900" b="0" i="0" u="none" strike="noStrike" kern="1200" cap="none" spc="0" normalizeH="0" baseline="0" noProof="0">
              <a:ln>
                <a:noFill/>
              </a:ln>
              <a:solidFill>
                <a:prstClr val="black"/>
              </a:solidFill>
              <a:effectLst/>
              <a:uLnTx/>
              <a:uFillTx/>
              <a:latin typeface="Calibri"/>
              <a:ea typeface="Yu Gothic UI"/>
              <a:cs typeface="+mn-cs"/>
            </a:endParaRPr>
          </a:p>
        </p:txBody>
      </p:sp>
      <p:sp>
        <p:nvSpPr>
          <p:cNvPr id="7" name="Oval 6"/>
          <p:cNvSpPr/>
          <p:nvPr/>
        </p:nvSpPr>
        <p:spPr>
          <a:xfrm>
            <a:off x="9098280" y="1069848"/>
            <a:ext cx="237744" cy="146304"/>
          </a:xfrm>
          <a:prstGeom prst="ellipse">
            <a:avLst/>
          </a:prstGeom>
          <a:solidFill>
            <a:srgbClr val="046A38"/>
          </a:solidFill>
          <a:ln>
            <a:noFill/>
          </a:ln>
        </p:spPr>
        <p:txBody>
          <a:bodyPr rtlCol="0" anchor="ctr" wrap="square" lIns="54864" tIns="27432" rIns="54864" bIns="27432">
            <a:noAutofit/>
          </a:bodyPr>
          <a:lstStyle/>
          <a:p>
            <a:pPr algn="ctr"/>
          </a:p>
        </p:txBody>
      </p:sp>
      <p:sp>
        <p:nvSpPr>
          <p:cNvPr id="8" name="TextBox 7"/>
          <p:cNvSpPr txBox="1"/>
          <p:nvPr/>
        </p:nvSpPr>
        <p:spPr>
          <a:xfrm>
            <a:off x="8732520" y="1234440"/>
            <a:ext cx="969264" cy="182880"/>
          </a:xfrm>
          <a:prstGeom prst="rect">
            <a:avLst/>
          </a:prstGeom>
          <a:noFill/>
        </p:spPr>
        <p:txBody>
          <a:bodyPr wrap="square" lIns="0" tIns="0" rIns="0" bIns="0" anchor="ctr">
            <a:noAutofit/>
          </a:bodyPr>
          <a:lstStyle/>
          <a:p>
            <a:pPr algn="ctr">
              <a:buNone/>
            </a:pPr>
            <a:r>
              <a:rPr sz="950" b="1" lang="ja-JP" altLang="en-US">
                <a:solidFill>
                  <a:srgbClr val="262626"/>
                </a:solidFill>
              </a:rPr>
              <a:t>予定通り</a:t>
            </a:r>
          </a:p>
        </p:txBody>
      </p:sp>
      <p:sp>
        <p:nvSpPr>
          <p:cNvPr id="9" name="Oval 8"/>
          <p:cNvSpPr/>
          <p:nvPr/>
        </p:nvSpPr>
        <p:spPr>
          <a:xfrm>
            <a:off x="10104120" y="1069848"/>
            <a:ext cx="237744" cy="146304"/>
          </a:xfrm>
          <a:prstGeom prst="ellipse">
            <a:avLst/>
          </a:prstGeom>
          <a:solidFill>
            <a:srgbClr val="D9D9D9"/>
          </a:solidFill>
          <a:ln>
            <a:noFill/>
          </a:ln>
        </p:spPr>
        <p:txBody>
          <a:bodyPr rtlCol="0" anchor="ctr" wrap="square" lIns="54864" tIns="27432" rIns="54864" bIns="27432">
            <a:noAutofit/>
          </a:bodyPr>
          <a:lstStyle/>
          <a:p>
            <a:pPr algn="ctr"/>
          </a:p>
        </p:txBody>
      </p:sp>
      <p:sp>
        <p:nvSpPr>
          <p:cNvPr id="10" name="TextBox 9"/>
          <p:cNvSpPr txBox="1"/>
          <p:nvPr/>
        </p:nvSpPr>
        <p:spPr>
          <a:xfrm>
            <a:off x="9738360" y="1234440"/>
            <a:ext cx="969264" cy="182880"/>
          </a:xfrm>
          <a:prstGeom prst="rect">
            <a:avLst/>
          </a:prstGeom>
          <a:noFill/>
        </p:spPr>
        <p:txBody>
          <a:bodyPr wrap="square" lIns="0" tIns="0" rIns="0" bIns="0" anchor="ctr">
            <a:noAutofit/>
          </a:bodyPr>
          <a:lstStyle/>
          <a:p>
            <a:pPr algn="ctr">
              <a:buNone/>
            </a:pPr>
            <a:r>
              <a:rPr sz="950" b="0" lang="ja-JP" altLang="en-US">
                <a:solidFill>
                  <a:srgbClr val="8C8C8C"/>
                </a:solidFill>
              </a:rPr>
              <a:t>遅延（挽回可）</a:t>
            </a:r>
          </a:p>
        </p:txBody>
      </p:sp>
      <p:sp>
        <p:nvSpPr>
          <p:cNvPr id="11" name="Oval 10"/>
          <p:cNvSpPr/>
          <p:nvPr/>
        </p:nvSpPr>
        <p:spPr>
          <a:xfrm>
            <a:off x="11109960" y="1069848"/>
            <a:ext cx="237744" cy="146304"/>
          </a:xfrm>
          <a:prstGeom prst="ellipse">
            <a:avLst/>
          </a:prstGeom>
          <a:solidFill>
            <a:srgbClr val="D9D9D9"/>
          </a:solidFill>
          <a:ln>
            <a:noFill/>
          </a:ln>
        </p:spPr>
        <p:txBody>
          <a:bodyPr rtlCol="0" anchor="ctr" wrap="square" lIns="54864" tIns="27432" rIns="54864" bIns="27432">
            <a:noAutofit/>
          </a:bodyPr>
          <a:lstStyle/>
          <a:p>
            <a:pPr algn="ctr"/>
          </a:p>
        </p:txBody>
      </p:sp>
      <p:sp>
        <p:nvSpPr>
          <p:cNvPr id="12" name="TextBox 11"/>
          <p:cNvSpPr txBox="1"/>
          <p:nvPr/>
        </p:nvSpPr>
        <p:spPr>
          <a:xfrm>
            <a:off x="10744200" y="1234440"/>
            <a:ext cx="969264" cy="182880"/>
          </a:xfrm>
          <a:prstGeom prst="rect">
            <a:avLst/>
          </a:prstGeom>
          <a:noFill/>
        </p:spPr>
        <p:txBody>
          <a:bodyPr wrap="square" lIns="0" tIns="0" rIns="0" bIns="0" anchor="ctr">
            <a:noAutofit/>
          </a:bodyPr>
          <a:lstStyle/>
          <a:p>
            <a:pPr algn="ctr">
              <a:buNone/>
            </a:pPr>
            <a:r>
              <a:rPr sz="950" b="0" lang="ja-JP" altLang="en-US">
                <a:solidFill>
                  <a:srgbClr val="8C8C8C"/>
                </a:solidFill>
              </a:rPr>
              <a:t>遅延（見直し要）</a:t>
            </a:r>
          </a:p>
        </p:txBody>
      </p:sp>
      <p:sp>
        <p:nvSpPr>
          <p:cNvPr id="13" name="Oval 12"/>
          <p:cNvSpPr/>
          <p:nvPr/>
        </p:nvSpPr>
        <p:spPr>
          <a:xfrm>
            <a:off x="8769096" y="987552"/>
            <a:ext cx="896112" cy="475488"/>
          </a:xfrm>
          <a:prstGeom prst="ellipse">
            <a:avLst/>
          </a:prstGeom>
          <a:noFill/>
          <a:ln w="12700">
            <a:solidFill>
              <a:srgbClr val="262626"/>
            </a:solidFill>
          </a:ln>
        </p:spPr>
        <p:txBody>
          <a:bodyPr rtlCol="0" anchor="ctr" wrap="square" lIns="54864" tIns="27432" rIns="54864" bIns="27432">
            <a:noAutofit/>
          </a:bodyPr>
          <a:lstStyle/>
          <a:p>
            <a:pPr algn="ctr"/>
          </a:p>
        </p:txBody>
      </p:sp>
      <p:sp>
        <p:nvSpPr>
          <p:cNvPr id="14" name="Rectangle 13"/>
          <p:cNvSpPr/>
          <p:nvPr/>
        </p:nvSpPr>
        <p:spPr>
          <a:xfrm>
            <a:off x="475488" y="1600200"/>
            <a:ext cx="5486400" cy="347472"/>
          </a:xfrm>
          <a:prstGeom prst="rect">
            <a:avLst/>
          </a:prstGeom>
          <a:solidFill>
            <a:srgbClr val="63666A"/>
          </a:solidFill>
          <a:ln>
            <a:noFill/>
          </a:ln>
        </p:spPr>
        <p:txBody>
          <a:bodyPr rtlCol="0" anchor="ctr" wrap="square" lIns="54864" tIns="27432" rIns="54864" bIns="27432">
            <a:noAutofit/>
          </a:bodyPr>
          <a:lstStyle/>
          <a:p>
            <a:pPr algn="ctr">
              <a:buNone/>
            </a:pPr>
            <a:r>
              <a:rPr sz="1300" b="1" lang="ja-JP" altLang="en-US">
                <a:solidFill>
                  <a:srgbClr val="FFFFFF"/>
                </a:solidFill>
              </a:rPr>
              <a:t>今週までの実施事項（実績）</a:t>
            </a:r>
          </a:p>
        </p:txBody>
      </p:sp>
      <p:sp>
        <p:nvSpPr>
          <p:cNvPr id="15" name="Rectangle 14"/>
          <p:cNvSpPr/>
          <p:nvPr/>
        </p:nvSpPr>
        <p:spPr>
          <a:xfrm>
            <a:off x="475488" y="1947672"/>
            <a:ext cx="5486400" cy="2487168"/>
          </a:xfrm>
          <a:prstGeom prst="rect">
            <a:avLst/>
          </a:prstGeom>
          <a:solidFill>
            <a:srgbClr val="FFFFFF"/>
          </a:solidFill>
          <a:ln w="9525">
            <a:solidFill>
              <a:srgbClr val="D0D0CE"/>
            </a:solidFill>
          </a:ln>
        </p:spPr>
        <p:txBody>
          <a:bodyPr rtlCol="0" anchor="ctr" wrap="square" lIns="54864" tIns="27432" rIns="54864" bIns="27432">
            <a:noAutofit/>
          </a:bodyPr>
          <a:lstStyle/>
          <a:p>
            <a:pPr algn="ctr"/>
          </a:p>
        </p:txBody>
      </p:sp>
      <p:sp>
        <p:nvSpPr>
          <p:cNvPr id="16" name="TextBox 15"/>
          <p:cNvSpPr txBox="1"/>
          <p:nvPr/>
        </p:nvSpPr>
        <p:spPr>
          <a:xfrm>
            <a:off x="640080" y="2048256"/>
            <a:ext cx="5175504" cy="2331720"/>
          </a:xfrm>
          <a:prstGeom prst="rect">
            <a:avLst/>
          </a:prstGeom>
          <a:noFill/>
        </p:spPr>
        <p:txBody>
          <a:bodyPr wrap="square" lIns="0" tIns="0" rIns="0" bIns="0" anchor="t">
            <a:noAutofit/>
          </a:bodyPr>
          <a:lstStyle/>
          <a:p>
            <a:pPr algn="l" marL="146304" indent="-146304">
              <a:lnSpc>
                <a:spcPct val="105000"/>
              </a:lnSpc>
              <a:spcBef>
                <a:spcPts val="500"/>
              </a:spcBef>
              <a:buClr>
                <a:srgbClr val="8C8C8C"/>
              </a:buClr>
              <a:buFont typeface="Arial"/>
              <a:buChar char="•"/>
            </a:pPr>
            <a:r>
              <a:rPr sz="1200" b="1" lang="ja-JP" altLang="en-US">
                <a:solidFill>
                  <a:srgbClr val="262626"/>
                </a:solidFill>
              </a:rPr>
              <a:t>10/5 </a:t>
            </a:r>
            <a:r>
              <a:rPr sz="1200" b="0" lang="ja-JP" altLang="en-US">
                <a:solidFill>
                  <a:srgbClr val="262626"/>
                </a:solidFill>
              </a:rPr>
              <a:t>セキュア公開版（9/11版）のリリースと、ログイン・アクセス確認の開始（ITEC様→BX推進部）</a:t>
            </a:r>
          </a:p>
          <a:p>
            <a:pPr algn="l" marL="146304" indent="-146304">
              <a:lnSpc>
                <a:spcPct val="105000"/>
              </a:lnSpc>
              <a:spcBef>
                <a:spcPts val="500"/>
              </a:spcBef>
              <a:buClr>
                <a:srgbClr val="8C8C8C"/>
              </a:buClr>
              <a:buFont typeface="Arial"/>
              <a:buChar char="•"/>
            </a:pPr>
            <a:r>
              <a:rPr sz="1200" b="1" lang="ja-JP" altLang="en-US">
                <a:solidFill>
                  <a:srgbClr val="262626"/>
                </a:solidFill>
              </a:rPr>
              <a:t>改修 </a:t>
            </a:r>
            <a:r>
              <a:rPr sz="1200" b="0" lang="ja-JP" altLang="en-US">
                <a:solidFill>
                  <a:srgbClr val="262626"/>
                </a:solidFill>
              </a:rPr>
              <a:t>最終報告以降のご依頼・改善62件を、すべて検証環境に反映（計画系3機能の追加改修①ほか）</a:t>
            </a:r>
          </a:p>
          <a:p>
            <a:pPr algn="l" marL="146304" indent="-146304">
              <a:lnSpc>
                <a:spcPct val="105000"/>
              </a:lnSpc>
              <a:spcBef>
                <a:spcPts val="500"/>
              </a:spcBef>
              <a:buClr>
                <a:srgbClr val="8C8C8C"/>
              </a:buClr>
              <a:buFont typeface="Arial"/>
              <a:buChar char="•"/>
            </a:pPr>
            <a:r>
              <a:rPr sz="1200" b="1" lang="ja-JP" altLang="en-US">
                <a:solidFill>
                  <a:srgbClr val="262626"/>
                </a:solidFill>
              </a:rPr>
              <a:t>外部データ </a:t>
            </a:r>
            <a:r>
              <a:rPr sz="1200" b="0" lang="ja-JP" altLang="en-US">
                <a:solidFill>
                  <a:srgbClr val="262626"/>
                </a:solidFill>
              </a:rPr>
              <a:t>10/2時点で取れていなかった70ソースのうち57ソースで取得が進んだ</a:t>
            </a:r>
          </a:p>
          <a:p>
            <a:pPr algn="l" marL="146304" indent="-146304">
              <a:lnSpc>
                <a:spcPct val="105000"/>
              </a:lnSpc>
              <a:spcBef>
                <a:spcPts val="500"/>
              </a:spcBef>
              <a:buClr>
                <a:srgbClr val="8C8C8C"/>
              </a:buClr>
              <a:buFont typeface="Arial"/>
              <a:buChar char="•"/>
            </a:pPr>
            <a:r>
              <a:rPr sz="1200" b="1" lang="ja-JP" altLang="en-US">
                <a:solidFill>
                  <a:srgbClr val="262626"/>
                </a:solidFill>
              </a:rPr>
              <a:t>品質 </a:t>
            </a:r>
            <a:r>
              <a:rPr sz="1200" b="0" lang="ja-JP" altLang="en-US">
                <a:solidFill>
                  <a:srgbClr val="262626"/>
                </a:solidFill>
              </a:rPr>
              <a:t>ログイン直後の読み込みの高速化、全画面の点検とコード整理</a:t>
            </a:r>
          </a:p>
          <a:p>
            <a:pPr algn="l" marL="146304" indent="-146304">
              <a:lnSpc>
                <a:spcPct val="105000"/>
              </a:lnSpc>
              <a:spcBef>
                <a:spcPts val="500"/>
              </a:spcBef>
              <a:buClr>
                <a:srgbClr val="8C8C8C"/>
              </a:buClr>
              <a:buFont typeface="Arial"/>
              <a:buChar char="•"/>
            </a:pPr>
            <a:r>
              <a:rPr sz="1200" b="1" lang="ja-JP" altLang="en-US">
                <a:solidFill>
                  <a:srgbClr val="262626"/>
                </a:solidFill>
              </a:rPr>
              <a:t>ドキュメント </a:t>
            </a:r>
            <a:r>
              <a:rPr sz="1200" b="0" lang="ja-JP" altLang="en-US">
                <a:solidFill>
                  <a:srgbClr val="262626"/>
                </a:solidFill>
              </a:rPr>
              <a:t>アプリ仕様書・利用者マニュアル・開発者マニュアルを最新版に合わせて更新</a:t>
            </a:r>
          </a:p>
        </p:txBody>
      </p:sp>
      <p:sp>
        <p:nvSpPr>
          <p:cNvPr id="17" name="Rectangle 16"/>
          <p:cNvSpPr/>
          <p:nvPr/>
        </p:nvSpPr>
        <p:spPr>
          <a:xfrm>
            <a:off x="6217920" y="1600200"/>
            <a:ext cx="5486400" cy="347472"/>
          </a:xfrm>
          <a:prstGeom prst="rect">
            <a:avLst/>
          </a:prstGeom>
          <a:solidFill>
            <a:srgbClr val="63666A"/>
          </a:solidFill>
          <a:ln>
            <a:noFill/>
          </a:ln>
        </p:spPr>
        <p:txBody>
          <a:bodyPr rtlCol="0" anchor="ctr" wrap="square" lIns="54864" tIns="27432" rIns="54864" bIns="27432">
            <a:noAutofit/>
          </a:bodyPr>
          <a:lstStyle/>
          <a:p>
            <a:pPr algn="ctr">
              <a:buNone/>
            </a:pPr>
            <a:r>
              <a:rPr sz="1300" b="1" lang="ja-JP" altLang="en-US">
                <a:solidFill>
                  <a:srgbClr val="FFFFFF"/>
                </a:solidFill>
              </a:rPr>
              <a:t>次回定例までの実施事項（予定）</a:t>
            </a:r>
          </a:p>
        </p:txBody>
      </p:sp>
      <p:sp>
        <p:nvSpPr>
          <p:cNvPr id="18" name="Rectangle 17"/>
          <p:cNvSpPr/>
          <p:nvPr/>
        </p:nvSpPr>
        <p:spPr>
          <a:xfrm>
            <a:off x="6217920" y="1947672"/>
            <a:ext cx="5486400" cy="2487168"/>
          </a:xfrm>
          <a:prstGeom prst="rect">
            <a:avLst/>
          </a:prstGeom>
          <a:solidFill>
            <a:srgbClr val="FFFFFF"/>
          </a:solidFill>
          <a:ln w="9525">
            <a:solidFill>
              <a:srgbClr val="D0D0CE"/>
            </a:solidFill>
          </a:ln>
        </p:spPr>
        <p:txBody>
          <a:bodyPr rtlCol="0" anchor="ctr" wrap="square" lIns="54864" tIns="27432" rIns="54864" bIns="27432">
            <a:noAutofit/>
          </a:bodyPr>
          <a:lstStyle/>
          <a:p>
            <a:pPr algn="ctr"/>
          </a:p>
        </p:txBody>
      </p:sp>
      <p:sp>
        <p:nvSpPr>
          <p:cNvPr id="19" name="TextBox 18"/>
          <p:cNvSpPr txBox="1"/>
          <p:nvPr/>
        </p:nvSpPr>
        <p:spPr>
          <a:xfrm>
            <a:off x="6382512" y="2048256"/>
            <a:ext cx="5175504" cy="2331720"/>
          </a:xfrm>
          <a:prstGeom prst="rect">
            <a:avLst/>
          </a:prstGeom>
          <a:noFill/>
        </p:spPr>
        <p:txBody>
          <a:bodyPr wrap="square" lIns="0" tIns="0" rIns="0" bIns="0" anchor="t">
            <a:noAutofit/>
          </a:bodyPr>
          <a:lstStyle/>
          <a:p>
            <a:pPr algn="l" marL="146304" indent="-146304">
              <a:lnSpc>
                <a:spcPct val="105000"/>
              </a:lnSpc>
              <a:spcBef>
                <a:spcPts val="500"/>
              </a:spcBef>
              <a:buClr>
                <a:srgbClr val="8C8C8C"/>
              </a:buClr>
              <a:buFont typeface="Arial"/>
              <a:buChar char="•"/>
            </a:pPr>
            <a:r>
              <a:rPr sz="1200" b="1" lang="ja-JP" altLang="en-US">
                <a:solidFill>
                  <a:srgbClr val="262626"/>
                </a:solidFill>
              </a:rPr>
              <a:t>10/7 </a:t>
            </a:r>
            <a:r>
              <a:rPr sz="1200" b="0" lang="ja-JP" altLang="en-US">
                <a:solidFill>
                  <a:srgbClr val="262626"/>
                </a:solidFill>
              </a:rPr>
              <a:t>午前にアドホック改修を一旦Close（10/7版として確定）</a:t>
            </a:r>
          </a:p>
          <a:p>
            <a:pPr algn="l" marL="146304" indent="-146304">
              <a:lnSpc>
                <a:spcPct val="105000"/>
              </a:lnSpc>
              <a:spcBef>
                <a:spcPts val="500"/>
              </a:spcBef>
              <a:buClr>
                <a:srgbClr val="8C8C8C"/>
              </a:buClr>
              <a:buFont typeface="Arial"/>
              <a:buChar char="•"/>
            </a:pPr>
            <a:r>
              <a:rPr sz="1200" b="1" lang="ja-JP" altLang="en-US">
                <a:solidFill>
                  <a:srgbClr val="262626"/>
                </a:solidFill>
              </a:rPr>
              <a:t>10/8〜 </a:t>
            </a:r>
            <a:r>
              <a:rPr sz="1200" b="0" lang="ja-JP" altLang="en-US">
                <a:solidFill>
                  <a:srgbClr val="262626"/>
                </a:solidFill>
              </a:rPr>
              <a:t>ITEC様による10/7版のセキュア環境への反映</a:t>
            </a:r>
          </a:p>
          <a:p>
            <a:pPr algn="l" marL="146304" indent="-146304">
              <a:lnSpc>
                <a:spcPct val="105000"/>
              </a:lnSpc>
              <a:spcBef>
                <a:spcPts val="500"/>
              </a:spcBef>
              <a:buClr>
                <a:srgbClr val="8C8C8C"/>
              </a:buClr>
              <a:buFont typeface="Arial"/>
              <a:buChar char="•"/>
            </a:pPr>
            <a:r>
              <a:rPr sz="1200" b="1" lang="ja-JP" altLang="en-US">
                <a:solidFill>
                  <a:srgbClr val="262626"/>
                </a:solidFill>
              </a:rPr>
              <a:t>引継ぎ </a:t>
            </a:r>
            <a:r>
              <a:rPr sz="1200" b="0" lang="ja-JP" altLang="en-US">
                <a:solidFill>
                  <a:srgbClr val="262626"/>
                </a:solidFill>
              </a:rPr>
              <a:t>今週1回・来週1回の引継ぎ会で、差分と反映の手順をご説明（弊社）</a:t>
            </a:r>
          </a:p>
          <a:p>
            <a:pPr algn="l" marL="146304" indent="-146304">
              <a:lnSpc>
                <a:spcPct val="105000"/>
              </a:lnSpc>
              <a:spcBef>
                <a:spcPts val="500"/>
              </a:spcBef>
              <a:buClr>
                <a:srgbClr val="8C8C8C"/>
              </a:buClr>
              <a:buFont typeface="Arial"/>
              <a:buChar char="•"/>
            </a:pPr>
            <a:r>
              <a:rPr sz="1200" b="1" lang="ja-JP" altLang="en-US">
                <a:solidFill>
                  <a:srgbClr val="262626"/>
                </a:solidFill>
              </a:rPr>
              <a:t>10/15頃 </a:t>
            </a:r>
            <a:r>
              <a:rPr sz="1200" b="0" lang="ja-JP" altLang="en-US">
                <a:solidFill>
                  <a:srgbClr val="262626"/>
                </a:solidFill>
              </a:rPr>
              <a:t>セキュア環境に10/7版を公開＋本番データ投入（ITEC様・BX推進部）</a:t>
            </a:r>
          </a:p>
          <a:p>
            <a:pPr algn="l" marL="146304" indent="-146304">
              <a:lnSpc>
                <a:spcPct val="105000"/>
              </a:lnSpc>
              <a:spcBef>
                <a:spcPts val="500"/>
              </a:spcBef>
              <a:buClr>
                <a:srgbClr val="8C8C8C"/>
              </a:buClr>
              <a:buFont typeface="Arial"/>
              <a:buChar char="•"/>
            </a:pPr>
            <a:r>
              <a:rPr sz="1200" b="1" lang="ja-JP" altLang="en-US">
                <a:solidFill>
                  <a:srgbClr val="262626"/>
                </a:solidFill>
              </a:rPr>
              <a:t>外部データ </a:t>
            </a:r>
            <a:r>
              <a:rPr sz="1200" b="0" lang="ja-JP" altLang="en-US">
                <a:solidFill>
                  <a:srgbClr val="262626"/>
                </a:solidFill>
              </a:rPr>
              <a:t>残課題の担い手と優先度の整理（有償・許諾はBX推進部でご判断）</a:t>
            </a:r>
          </a:p>
        </p:txBody>
      </p:sp>
      <p:sp>
        <p:nvSpPr>
          <p:cNvPr id="20" name="Rectangle 19"/>
          <p:cNvSpPr/>
          <p:nvPr/>
        </p:nvSpPr>
        <p:spPr>
          <a:xfrm>
            <a:off x="475488" y="4590288"/>
            <a:ext cx="11228832" cy="310896"/>
          </a:xfrm>
          <a:prstGeom prst="rect">
            <a:avLst/>
          </a:prstGeom>
          <a:solidFill>
            <a:srgbClr val="63666A"/>
          </a:solidFill>
          <a:ln>
            <a:noFill/>
          </a:ln>
        </p:spPr>
        <p:txBody>
          <a:bodyPr rtlCol="0" anchor="ctr" wrap="square" lIns="54864" tIns="27432" rIns="54864" bIns="27432">
            <a:noAutofit/>
          </a:bodyPr>
          <a:lstStyle/>
          <a:p>
            <a:pPr algn="ctr">
              <a:buNone/>
            </a:pPr>
            <a:r>
              <a:rPr sz="1250" b="1" lang="ja-JP" altLang="en-US">
                <a:solidFill>
                  <a:srgbClr val="FFFFFF"/>
                </a:solidFill>
              </a:rPr>
              <a:t>主なリスクと課題</a:t>
            </a:r>
          </a:p>
        </p:txBody>
      </p:sp>
      <p:graphicFrame>
        <p:nvGraphicFramePr>
          <p:cNvPr id="21" name="Table 20"/>
          <p:cNvGraphicFramePr>
            <a:graphicFrameLocks noGrp="1"/>
          </p:cNvGraphicFramePr>
          <p:nvPr/>
        </p:nvGraphicFramePr>
        <p:xfrm>
          <a:off x="475488" y="4901184"/>
          <a:ext cx="11228832" cy="1408176"/>
        </p:xfrm>
        <a:graphic>
          <a:graphicData uri="http://schemas.openxmlformats.org/drawingml/2006/table">
            <a:tbl>
              <a:tblPr firstRow="0" bandRow="0" firstCol="0" lastRow="0" lastCol="0" bandCol="0">
                <a:tableStyleId>{2D5ABB26-0587-4C30-8999-92F81FD0307C}</a:tableStyleId>
              </a:tblPr>
              <a:tblGrid>
                <a:gridCol w="731520"/>
                <a:gridCol w="457200"/>
                <a:gridCol w="2606040"/>
                <a:gridCol w="6382512"/>
                <a:gridCol w="1051560"/>
              </a:tblGrid>
              <a:tr h="256032">
                <a:tc>
                  <a:txBody>
                    <a:bodyPr wrap="square"/>
                    <a:lstStyle/>
                    <a:p>
                      <a:pPr algn="ctr">
                        <a:lnSpc>
                          <a:spcPts val="1350"/>
                        </a:lnSpc>
                        <a:buNone/>
                      </a:pPr>
                      <a:r>
                        <a:rPr sz="1100" b="1" lang="ja-JP" altLang="en-US">
                          <a:solidFill>
                            <a:srgbClr val="595959"/>
                          </a:solidFill>
                        </a:rPr>
                        <a:t>区分</a:t>
                      </a:r>
                    </a:p>
                  </a:txBody>
                  <a:tcPr marL="73152" marT="27432" marR="73152" marB="27432" anchor="ctr">
                    <a:lnL w="0">
                      <a:noFill/>
                    </a:lnL>
                    <a:lnR w="0">
                      <a:noFill/>
                    </a:lnR>
                    <a:lnT w="0">
                      <a:noFill/>
                    </a:lnT>
                    <a:lnB w="9525">
                      <a:solidFill>
                        <a:srgbClr val="E3E3E3"/>
                      </a:solidFill>
                    </a:lnB>
                    <a:solidFill>
                      <a:srgbClr val="F3F3F3"/>
                    </a:solidFill>
                  </a:tcPr>
                </a:tc>
                <a:tc>
                  <a:txBody>
                    <a:bodyPr wrap="square"/>
                    <a:lstStyle/>
                    <a:p>
                      <a:pPr algn="ctr">
                        <a:lnSpc>
                          <a:spcPts val="1350"/>
                        </a:lnSpc>
                        <a:buNone/>
                      </a:pPr>
                      <a:r>
                        <a:rPr sz="1100" b="1" lang="ja-JP" altLang="en-US">
                          <a:solidFill>
                            <a:srgbClr val="595959"/>
                          </a:solidFill>
                        </a:rPr>
                        <a:t>No</a:t>
                      </a:r>
                    </a:p>
                  </a:txBody>
                  <a:tcPr marL="73152" marT="27432" marR="73152" marB="27432" anchor="ctr">
                    <a:lnL w="0">
                      <a:noFill/>
                    </a:lnL>
                    <a:lnR w="0">
                      <a:noFill/>
                    </a:lnR>
                    <a:lnT w="0">
                      <a:noFill/>
                    </a:lnT>
                    <a:lnB w="9525">
                      <a:solidFill>
                        <a:srgbClr val="E3E3E3"/>
                      </a:solidFill>
                    </a:lnB>
                    <a:solidFill>
                      <a:srgbClr val="F3F3F3"/>
                    </a:solidFill>
                  </a:tcPr>
                </a:tc>
                <a:tc>
                  <a:txBody>
                    <a:bodyPr wrap="square"/>
                    <a:lstStyle/>
                    <a:p>
                      <a:pPr algn="l">
                        <a:lnSpc>
                          <a:spcPts val="1350"/>
                        </a:lnSpc>
                        <a:buNone/>
                      </a:pPr>
                      <a:r>
                        <a:rPr sz="1100" b="1" lang="ja-JP" altLang="en-US">
                          <a:solidFill>
                            <a:srgbClr val="595959"/>
                          </a:solidFill>
                        </a:rPr>
                        <a:t>リスク／課題</a:t>
                      </a:r>
                    </a:p>
                  </a:txBody>
                  <a:tcPr marL="73152" marT="27432" marR="73152" marB="27432" anchor="ctr">
                    <a:lnL w="0">
                      <a:noFill/>
                    </a:lnL>
                    <a:lnR w="0">
                      <a:noFill/>
                    </a:lnR>
                    <a:lnT w="0">
                      <a:noFill/>
                    </a:lnT>
                    <a:lnB w="9525">
                      <a:solidFill>
                        <a:srgbClr val="E3E3E3"/>
                      </a:solidFill>
                    </a:lnB>
                    <a:solidFill>
                      <a:srgbClr val="F3F3F3"/>
                    </a:solidFill>
                  </a:tcPr>
                </a:tc>
                <a:tc>
                  <a:txBody>
                    <a:bodyPr wrap="square"/>
                    <a:lstStyle/>
                    <a:p>
                      <a:pPr algn="l">
                        <a:lnSpc>
                          <a:spcPts val="1350"/>
                        </a:lnSpc>
                        <a:buNone/>
                      </a:pPr>
                      <a:r>
                        <a:rPr sz="1100" b="1" lang="ja-JP" altLang="en-US">
                          <a:solidFill>
                            <a:srgbClr val="595959"/>
                          </a:solidFill>
                        </a:rPr>
                        <a:t>概要</a:t>
                      </a:r>
                    </a:p>
                  </a:txBody>
                  <a:tcPr marL="73152" marT="27432" marR="73152" marB="27432" anchor="ctr">
                    <a:lnL w="0">
                      <a:noFill/>
                    </a:lnL>
                    <a:lnR w="0">
                      <a:noFill/>
                    </a:lnR>
                    <a:lnT w="0">
                      <a:noFill/>
                    </a:lnT>
                    <a:lnB w="9525">
                      <a:solidFill>
                        <a:srgbClr val="E3E3E3"/>
                      </a:solidFill>
                    </a:lnB>
                    <a:solidFill>
                      <a:srgbClr val="F3F3F3"/>
                    </a:solidFill>
                  </a:tcPr>
                </a:tc>
                <a:tc>
                  <a:txBody>
                    <a:bodyPr wrap="square"/>
                    <a:lstStyle/>
                    <a:p>
                      <a:pPr algn="ctr">
                        <a:lnSpc>
                          <a:spcPts val="1350"/>
                        </a:lnSpc>
                        <a:buNone/>
                      </a:pPr>
                      <a:r>
                        <a:rPr sz="1100" b="1" lang="ja-JP" altLang="en-US">
                          <a:solidFill>
                            <a:srgbClr val="595959"/>
                          </a:solidFill>
                        </a:rPr>
                        <a:t>対応期限</a:t>
                      </a:r>
                    </a:p>
                  </a:txBody>
                  <a:tcPr marL="73152" marT="27432" marR="73152" marB="27432" anchor="ctr">
                    <a:lnL w="0">
                      <a:noFill/>
                    </a:lnL>
                    <a:lnR w="0">
                      <a:noFill/>
                    </a:lnR>
                    <a:lnT w="0">
                      <a:noFill/>
                    </a:lnT>
                    <a:lnB w="9525">
                      <a:solidFill>
                        <a:srgbClr val="E3E3E3"/>
                      </a:solidFill>
                    </a:lnB>
                    <a:solidFill>
                      <a:srgbClr val="F3F3F3"/>
                    </a:solidFill>
                  </a:tcPr>
                </a:tc>
              </a:tr>
              <a:tr h="384048">
                <a:tc>
                  <a:txBody>
                    <a:bodyPr wrap="square"/>
                    <a:lstStyle/>
                    <a:p>
                      <a:pPr algn="ctr">
                        <a:lnSpc>
                          <a:spcPts val="1350"/>
                        </a:lnSpc>
                        <a:buNone/>
                      </a:pPr>
                      <a:r>
                        <a:rPr sz="1100" b="0" lang="ja-JP" altLang="en-US">
                          <a:solidFill>
                            <a:srgbClr val="1A1A1A"/>
                          </a:solidFill>
                        </a:rPr>
                        <a:t>課題</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350"/>
                        </a:lnSpc>
                        <a:buNone/>
                      </a:pPr>
                      <a:r>
                        <a:rPr sz="1100" b="0" lang="ja-JP" altLang="en-US">
                          <a:solidFill>
                            <a:srgbClr val="1A1A1A"/>
                          </a:solidFill>
                        </a:rPr>
                        <a:t>1</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50"/>
                        </a:lnSpc>
                        <a:buNone/>
                      </a:pPr>
                      <a:r>
                        <a:rPr sz="1100" b="1" lang="ja-JP" altLang="en-US">
                          <a:solidFill>
                            <a:srgbClr val="1A1A1A"/>
                          </a:solidFill>
                        </a:rPr>
                        <a:t>10/7版への切り替え</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50"/>
                        </a:lnSpc>
                        <a:buNone/>
                      </a:pPr>
                      <a:r>
                        <a:rPr sz="1100" b="0" lang="ja-JP" altLang="en-US">
                          <a:solidFill>
                            <a:srgbClr val="1A1A1A"/>
                          </a:solidFill>
                        </a:rPr>
                        <a:t>9/11版からの改修の差分が大きい（台帳17項目）。反映の手順と確認の観点を、ITEC様と早期に共有する必要</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350"/>
                        </a:lnSpc>
                        <a:buNone/>
                      </a:pPr>
                      <a:r>
                        <a:rPr sz="1100" b="0" lang="ja-JP" altLang="en-US">
                          <a:solidFill>
                            <a:srgbClr val="1A1A1A"/>
                          </a:solidFill>
                        </a:rPr>
                        <a:t>10/14</a:t>
                      </a:r>
                    </a:p>
                  </a:txBody>
                  <a:tcPr marL="73152" marT="27432" marR="73152" marB="27432" anchor="ctr">
                    <a:lnL w="0">
                      <a:noFill/>
                    </a:lnL>
                    <a:lnR w="0">
                      <a:noFill/>
                    </a:lnR>
                    <a:lnT w="0">
                      <a:noFill/>
                    </a:lnT>
                    <a:lnB w="9525">
                      <a:solidFill>
                        <a:srgbClr val="E3E3E3"/>
                      </a:solidFill>
                    </a:lnB>
                    <a:noFill/>
                  </a:tcPr>
                </a:tc>
              </a:tr>
              <a:tr h="384048">
                <a:tc>
                  <a:txBody>
                    <a:bodyPr wrap="square"/>
                    <a:lstStyle/>
                    <a:p>
                      <a:pPr algn="ctr">
                        <a:lnSpc>
                          <a:spcPts val="1350"/>
                        </a:lnSpc>
                        <a:buNone/>
                      </a:pPr>
                      <a:r>
                        <a:rPr sz="1100" b="0" lang="ja-JP" altLang="en-US">
                          <a:solidFill>
                            <a:srgbClr val="1A1A1A"/>
                          </a:solidFill>
                        </a:rPr>
                        <a:t>課題</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350"/>
                        </a:lnSpc>
                        <a:buNone/>
                      </a:pPr>
                      <a:r>
                        <a:rPr sz="1100" b="0" lang="ja-JP" altLang="en-US">
                          <a:solidFill>
                            <a:srgbClr val="1A1A1A"/>
                          </a:solidFill>
                        </a:rPr>
                        <a:t>2</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50"/>
                        </a:lnSpc>
                        <a:buNone/>
                      </a:pPr>
                      <a:r>
                        <a:rPr sz="1100" b="1" lang="ja-JP" altLang="en-US">
                          <a:solidFill>
                            <a:srgbClr val="1A1A1A"/>
                          </a:solidFill>
                        </a:rPr>
                        <a:t>本番データ投入の段取り</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50"/>
                        </a:lnSpc>
                        <a:buNone/>
                      </a:pPr>
                      <a:r>
                        <a:rPr sz="1100" b="0" lang="ja-JP" altLang="en-US">
                          <a:solidFill>
                            <a:srgbClr val="1A1A1A"/>
                          </a:solidFill>
                        </a:rPr>
                        <a:t>投入するデータの範囲と時期、取り込み後の確認の方法を、ITEC様・BX推進部で合意する必要</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350"/>
                        </a:lnSpc>
                        <a:buNone/>
                      </a:pPr>
                      <a:r>
                        <a:rPr sz="1100" b="0" lang="ja-JP" altLang="en-US">
                          <a:solidFill>
                            <a:srgbClr val="1A1A1A"/>
                          </a:solidFill>
                        </a:rPr>
                        <a:t>10/14</a:t>
                      </a:r>
                    </a:p>
                  </a:txBody>
                  <a:tcPr marL="73152" marT="27432" marR="73152" marB="27432" anchor="ctr">
                    <a:lnL w="0">
                      <a:noFill/>
                    </a:lnL>
                    <a:lnR w="0">
                      <a:noFill/>
                    </a:lnR>
                    <a:lnT w="0">
                      <a:noFill/>
                    </a:lnT>
                    <a:lnB w="9525">
                      <a:solidFill>
                        <a:srgbClr val="E3E3E3"/>
                      </a:solidFill>
                    </a:lnB>
                    <a:noFill/>
                  </a:tcPr>
                </a:tc>
              </a:tr>
              <a:tr h="384048">
                <a:tc>
                  <a:txBody>
                    <a:bodyPr wrap="square"/>
                    <a:lstStyle/>
                    <a:p>
                      <a:pPr algn="ctr">
                        <a:lnSpc>
                          <a:spcPts val="1350"/>
                        </a:lnSpc>
                        <a:buNone/>
                      </a:pPr>
                      <a:r>
                        <a:rPr sz="1100" b="1" lang="ja-JP" altLang="en-US">
                          <a:solidFill>
                            <a:srgbClr val="1A1A1A"/>
                          </a:solidFill>
                        </a:rPr>
                        <a:t>リスク</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350"/>
                        </a:lnSpc>
                        <a:buNone/>
                      </a:pPr>
                      <a:r>
                        <a:rPr sz="1100" b="0" lang="ja-JP" altLang="en-US">
                          <a:solidFill>
                            <a:srgbClr val="1A1A1A"/>
                          </a:solidFill>
                        </a:rPr>
                        <a:t>3</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50"/>
                        </a:lnSpc>
                        <a:buNone/>
                      </a:pPr>
                      <a:r>
                        <a:rPr sz="1100" b="1" lang="ja-JP" altLang="en-US">
                          <a:solidFill>
                            <a:srgbClr val="1A1A1A"/>
                          </a:solidFill>
                        </a:rPr>
                        <a:t>実データに触れない体制での不具合の切り分け</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50"/>
                        </a:lnSpc>
                        <a:buNone/>
                      </a:pPr>
                      <a:r>
                        <a:rPr sz="1100" b="0" lang="ja-JP" altLang="en-US">
                          <a:solidFill>
                            <a:srgbClr val="1A1A1A"/>
                          </a:solidFill>
                        </a:rPr>
                        <a:t>公開後の不具合は、ITEC様がマスキングしたデータを検証環境で再現して解析する。手順を事前に整える必要</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350"/>
                        </a:lnSpc>
                        <a:buNone/>
                      </a:pPr>
                      <a:r>
                        <a:rPr sz="1100" b="0" lang="ja-JP" altLang="en-US">
                          <a:solidFill>
                            <a:srgbClr val="1A1A1A"/>
                          </a:solidFill>
                        </a:rPr>
                        <a:t>10/15以降</a:t>
                      </a:r>
                    </a:p>
                  </a:txBody>
                  <a:tcPr marL="73152" marT="27432" marR="73152" marB="27432" anchor="ctr">
                    <a:lnL w="0">
                      <a:noFill/>
                    </a:lnL>
                    <a:lnR w="0">
                      <a:noFill/>
                    </a:lnR>
                    <a:lnT w="0">
                      <a:noFill/>
                    </a:lnT>
                    <a:lnB w="9525">
                      <a:solidFill>
                        <a:srgbClr val="E3E3E3"/>
                      </a:solidFill>
                    </a:lnB>
                    <a:no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r>
              <a:t>改修台帳（Phase1の15項目＋Phase2の追加）と今週の改修</a:t>
            </a:r>
          </a:p>
        </p:txBody>
      </p:sp>
      <p:sp>
        <p:nvSpPr>
          <p:cNvPr id="3" name="Title 2"/>
          <p:cNvSpPr>
            <a:spLocks noGrp="1"/>
          </p:cNvSpPr>
          <p:nvPr>
            <p:ph type="title"/>
          </p:nvPr>
        </p:nvSpPr>
        <p:spPr/>
        <p:txBody>
          <a:bodyPr/>
          <a:lstStyle/>
          <a:p>
            <a:r>
              <a:t>最終報告以降も62件のご依頼・改善をすべて検証環境に反映し、改修台帳は17項目になりました。この断面を10/7版としてITEC様へ引き継ぎます</a:t>
            </a:r>
          </a:p>
        </p:txBody>
      </p:sp>
      <p:sp>
        <p:nvSpPr>
          <p:cNvPr id="6" name="スライド番号プレースホルダー 1">
            <a:extLst>
              <a:ext uri="{FF2B5EF4-FFF2-40B4-BE49-F238E27FC236}">
                <a16:creationId xmlns:a16="http://schemas.microsoft.com/office/drawing/2014/main" id="{0BED03D4-18EC-E4B0-DF9A-83D2D27C9427}"/>
              </a:ext>
            </a:extLst>
          </p:cNvPr>
          <p:cNvSpPr>
            <a:spLocks noGrp="1"/>
          </p:cNvSpPr>
          <p:nvPr>
            <p:ph type="sldNum" sz="quarter" idx="11"/>
          </p:nvPr>
        </p:nvSpPr>
        <p:spPr>
          <a:xfrm>
            <a:off x="480000" y="6588000"/>
            <a:ext cx="180000" cy="169200"/>
          </a:xfrm>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lang="ja-JP" altLang="en-US"/>
            </a:pPr>
            <a:fld id="{AA5FCFE5-FE56-4EF1-80A8-07776887C2A1}" type="slidenum">
              <a:rPr kumimoji="0" lang="ja-JP" altLang="en-US" sz="900" b="0" i="0" u="none" strike="noStrike" kern="1200" cap="none" spc="0" normalizeH="0" baseline="0" noProof="0" smtClean="0">
                <a:ln>
                  <a:noFill/>
                </a:ln>
                <a:solidFill>
                  <a:prstClr val="black"/>
                </a:solidFill>
                <a:effectLst/>
                <a:uLnTx/>
                <a:uFillTx/>
                <a:latin typeface="Calibri"/>
                <a:ea typeface="Yu Gothic UI"/>
                <a:cs typeface="+mn-cs"/>
              </a:rPr>
              <a:pPr marL="0" marR="0" lvl="0" indent="0" algn="r" defTabSz="914400" rtl="0" eaLnBrk="1" fontAlgn="base" latinLnBrk="0" hangingPunct="1">
                <a:lnSpc>
                  <a:spcPct val="100000"/>
                </a:lnSpc>
                <a:spcBef>
                  <a:spcPct val="0"/>
                </a:spcBef>
                <a:spcAft>
                  <a:spcPct val="0"/>
                </a:spcAft>
                <a:buClrTx/>
                <a:buSzTx/>
                <a:buFontTx/>
                <a:buNone/>
                <a:tabLst/>
                <a:defRPr lang="ja-JP" altLang="en-US"/>
              </a:pPr>
              <a:t>5</a:t>
            </a:fld>
            <a:endParaRPr kumimoji="0" lang="ja-JP" altLang="en-US" sz="900" b="0" i="0" u="none" strike="noStrike" kern="1200" cap="none" spc="0" normalizeH="0" baseline="0" noProof="0">
              <a:ln>
                <a:noFill/>
              </a:ln>
              <a:solidFill>
                <a:prstClr val="black"/>
              </a:solidFill>
              <a:effectLst/>
              <a:uLnTx/>
              <a:uFillTx/>
              <a:latin typeface="Calibri"/>
              <a:ea typeface="Yu Gothic UI"/>
              <a:cs typeface="+mn-cs"/>
            </a:endParaRPr>
          </a:p>
        </p:txBody>
      </p:sp>
      <p:graphicFrame>
        <p:nvGraphicFramePr>
          <p:cNvPr id="7" name="Table 6"/>
          <p:cNvGraphicFramePr>
            <a:graphicFrameLocks noGrp="1"/>
          </p:cNvGraphicFramePr>
          <p:nvPr/>
        </p:nvGraphicFramePr>
        <p:xfrm>
          <a:off x="475488" y="1627632"/>
          <a:ext cx="6766560" cy="4347044"/>
        </p:xfrm>
        <a:graphic>
          <a:graphicData uri="http://schemas.openxmlformats.org/drawingml/2006/table">
            <a:tbl>
              <a:tblPr firstRow="0" bandRow="0" firstCol="0" lastRow="0" lastCol="0" bandCol="0">
                <a:tableStyleId>{2D5ABB26-0587-4C30-8999-92F81FD0307C}</a:tableStyleId>
              </a:tblPr>
              <a:tblGrid>
                <a:gridCol w="914400"/>
                <a:gridCol w="384048"/>
                <a:gridCol w="2852928"/>
                <a:gridCol w="2615184"/>
              </a:tblGrid>
              <a:tr h="274320">
                <a:tc>
                  <a:txBody>
                    <a:bodyPr wrap="square"/>
                    <a:lstStyle/>
                    <a:p>
                      <a:pPr algn="ctr">
                        <a:lnSpc>
                          <a:spcPts val="1350"/>
                        </a:lnSpc>
                        <a:buNone/>
                      </a:pPr>
                      <a:r>
                        <a:rPr sz="1150" b="1" lang="ja-JP" altLang="en-US">
                          <a:solidFill>
                            <a:srgbClr val="FFFFFF"/>
                          </a:solidFill>
                        </a:rPr>
                        <a:t>アプリ</a:t>
                      </a:r>
                    </a:p>
                  </a:txBody>
                  <a:tcPr marL="73152" marT="27432" marR="73152" marB="27432" anchor="ctr">
                    <a:lnL w="0">
                      <a:noFill/>
                    </a:lnL>
                    <a:lnR w="0">
                      <a:noFill/>
                    </a:lnR>
                    <a:lnT w="0">
                      <a:noFill/>
                    </a:lnT>
                    <a:lnB w="9525">
                      <a:solidFill>
                        <a:srgbClr val="E3E3E3"/>
                      </a:solidFill>
                    </a:lnB>
                    <a:solidFill>
                      <a:srgbClr val="63666A"/>
                    </a:solidFill>
                  </a:tcPr>
                </a:tc>
                <a:tc>
                  <a:txBody>
                    <a:bodyPr wrap="square"/>
                    <a:lstStyle/>
                    <a:p>
                      <a:pPr algn="ctr">
                        <a:lnSpc>
                          <a:spcPts val="1350"/>
                        </a:lnSpc>
                        <a:buNone/>
                      </a:pPr>
                      <a:r>
                        <a:rPr sz="1150" b="1" lang="ja-JP" altLang="en-US">
                          <a:solidFill>
                            <a:srgbClr val="FFFFFF"/>
                          </a:solidFill>
                        </a:rPr>
                        <a:t>No</a:t>
                      </a:r>
                    </a:p>
                  </a:txBody>
                  <a:tcPr marL="73152" marT="27432" marR="73152" marB="27432" anchor="ctr">
                    <a:lnL w="0">
                      <a:noFill/>
                    </a:lnL>
                    <a:lnR w="0">
                      <a:noFill/>
                    </a:lnR>
                    <a:lnT w="0">
                      <a:noFill/>
                    </a:lnT>
                    <a:lnB w="9525">
                      <a:solidFill>
                        <a:srgbClr val="E3E3E3"/>
                      </a:solidFill>
                    </a:lnB>
                    <a:solidFill>
                      <a:srgbClr val="63666A"/>
                    </a:solidFill>
                  </a:tcPr>
                </a:tc>
                <a:tc>
                  <a:txBody>
                    <a:bodyPr wrap="square"/>
                    <a:lstStyle/>
                    <a:p>
                      <a:pPr algn="ctr">
                        <a:lnSpc>
                          <a:spcPts val="1350"/>
                        </a:lnSpc>
                        <a:buNone/>
                      </a:pPr>
                      <a:r>
                        <a:rPr sz="1150" b="1" lang="ja-JP" altLang="en-US">
                          <a:solidFill>
                            <a:srgbClr val="FFFFFF"/>
                          </a:solidFill>
                        </a:rPr>
                        <a:t>機能</a:t>
                      </a:r>
                    </a:p>
                  </a:txBody>
                  <a:tcPr marL="73152" marT="27432" marR="73152" marB="27432" anchor="ctr">
                    <a:lnL w="0">
                      <a:noFill/>
                    </a:lnL>
                    <a:lnR w="0">
                      <a:noFill/>
                    </a:lnR>
                    <a:lnT w="0">
                      <a:noFill/>
                    </a:lnT>
                    <a:lnB w="9525">
                      <a:solidFill>
                        <a:srgbClr val="E3E3E3"/>
                      </a:solidFill>
                    </a:lnB>
                    <a:solidFill>
                      <a:srgbClr val="63666A"/>
                    </a:solidFill>
                  </a:tcPr>
                </a:tc>
                <a:tc>
                  <a:txBody>
                    <a:bodyPr wrap="square"/>
                    <a:lstStyle/>
                    <a:p>
                      <a:pPr algn="ctr">
                        <a:lnSpc>
                          <a:spcPts val="1350"/>
                        </a:lnSpc>
                        <a:buNone/>
                      </a:pPr>
                      <a:r>
                        <a:rPr sz="1150" b="1" lang="ja-JP" altLang="en-US">
                          <a:solidFill>
                            <a:srgbClr val="FFFFFF"/>
                          </a:solidFill>
                        </a:rPr>
                        <a:t>今週（9/28〜10/6）の改修</a:t>
                      </a:r>
                    </a:p>
                  </a:txBody>
                  <a:tcPr marL="73152" marT="27432" marR="73152" marB="27432" anchor="ctr">
                    <a:lnL w="0">
                      <a:noFill/>
                    </a:lnL>
                    <a:lnR w="0">
                      <a:noFill/>
                    </a:lnR>
                    <a:lnT w="0">
                      <a:noFill/>
                    </a:lnT>
                    <a:lnB w="9525">
                      <a:solidFill>
                        <a:srgbClr val="E3E3E3"/>
                      </a:solidFill>
                    </a:lnB>
                    <a:solidFill>
                      <a:srgbClr val="63666A"/>
                    </a:solidFill>
                  </a:tcPr>
                </a:tc>
              </a:tr>
              <a:tr h="239572">
                <a:tc rowSpan="7">
                  <a:txBody>
                    <a:bodyPr wrap="square"/>
                    <a:lstStyle/>
                    <a:p>
                      <a:pPr algn="ctr">
                        <a:lnSpc>
                          <a:spcPts val="1350"/>
                        </a:lnSpc>
                        <a:buNone/>
                      </a:pPr>
                      <a:r>
                        <a:rPr sz="1100" b="1" lang="ja-JP" altLang="en-US">
                          <a:solidFill>
                            <a:srgbClr val="262626"/>
                          </a:solidFill>
                        </a:rPr>
                        <a:t>AI経営ナビ</a:t>
                      </a:r>
                    </a:p>
                  </a:txBody>
                  <a:tcPr marL="27432" marT="18288" marR="27432" marB="18288" anchor="ctr">
                    <a:lnL w="0">
                      <a:noFill/>
                    </a:lnL>
                    <a:lnR w="0">
                      <a:noFill/>
                    </a:lnR>
                    <a:lnT w="0">
                      <a:noFill/>
                    </a:lnT>
                    <a:lnB w="25400">
                      <a:solidFill>
                        <a:srgbClr val="FFFFFF"/>
                      </a:solidFill>
                    </a:lnB>
                    <a:solidFill>
                      <a:srgbClr val="F3F3F3"/>
                    </a:solidFill>
                  </a:tcPr>
                </a:tc>
                <a:tc>
                  <a:txBody>
                    <a:bodyPr wrap="square"/>
                    <a:lstStyle/>
                    <a:p>
                      <a:pPr algn="ctr">
                        <a:lnSpc>
                          <a:spcPts val="1350"/>
                        </a:lnSpc>
                        <a:buNone/>
                      </a:pPr>
                      <a:r>
                        <a:rPr sz="1100" b="0" lang="ja-JP" altLang="en-US">
                          <a:solidFill>
                            <a:srgbClr val="262626"/>
                          </a:solidFill>
                        </a:rPr>
                        <a:t>1</a:t>
                      </a:r>
                    </a:p>
                  </a:txBody>
                  <a:tcPr marL="73152" marT="27432" marR="73152" marB="27432" anchor="ctr">
                    <a:lnL w="0">
                      <a:noFill/>
                    </a:lnL>
                    <a:lnR w="0">
                      <a:noFill/>
                    </a:lnR>
                    <a:lnT w="0">
                      <a:noFill/>
                    </a:lnT>
                    <a:lnB w="9525">
                      <a:solidFill>
                        <a:srgbClr val="E3E3E3"/>
                      </a:solidFill>
                    </a:lnB>
                    <a:solidFill>
                      <a:srgbClr val="EEF3EF"/>
                    </a:solidFill>
                  </a:tcPr>
                </a:tc>
                <a:tc>
                  <a:txBody>
                    <a:bodyPr wrap="square"/>
                    <a:lstStyle/>
                    <a:p>
                      <a:pPr algn="l">
                        <a:lnSpc>
                          <a:spcPts val="1350"/>
                        </a:lnSpc>
                        <a:buNone/>
                      </a:pPr>
                      <a:r>
                        <a:rPr sz="1100" b="0" lang="ja-JP" altLang="en-US">
                          <a:solidFill>
                            <a:srgbClr val="1A1A1A"/>
                          </a:solidFill>
                        </a:rPr>
                        <a:t>センシングボード・SNS分析</a:t>
                      </a:r>
                    </a:p>
                  </a:txBody>
                  <a:tcPr marL="73152" marT="27432" marR="73152" marB="27432" anchor="ctr">
                    <a:lnL w="0">
                      <a:noFill/>
                    </a:lnL>
                    <a:lnR w="0">
                      <a:noFill/>
                    </a:lnR>
                    <a:lnT w="0">
                      <a:noFill/>
                    </a:lnT>
                    <a:lnB w="9525">
                      <a:solidFill>
                        <a:srgbClr val="E3E3E3"/>
                      </a:solidFill>
                    </a:lnB>
                    <a:solidFill>
                      <a:srgbClr val="EEF3EF"/>
                    </a:solidFill>
                  </a:tcPr>
                </a:tc>
                <a:tc>
                  <a:txBody>
                    <a:bodyPr wrap="square"/>
                    <a:lstStyle/>
                    <a:p>
                      <a:pPr algn="l">
                        <a:lnSpc>
                          <a:spcPts val="1350"/>
                        </a:lnSpc>
                        <a:buNone/>
                      </a:pPr>
                      <a:r>
                        <a:rPr sz="1100" b="1" lang="ja-JP" altLang="en-US">
                          <a:solidFill>
                            <a:srgbClr val="046A38"/>
                          </a:solidFill>
                        </a:rPr>
                        <a:t>火種の倍率順・参照時点の表示</a:t>
                      </a:r>
                    </a:p>
                  </a:txBody>
                  <a:tcPr marL="73152" marT="27432" marR="73152" marB="27432" anchor="ctr">
                    <a:lnL w="0">
                      <a:noFill/>
                    </a:lnL>
                    <a:lnR w="0">
                      <a:noFill/>
                    </a:lnR>
                    <a:lnT w="0">
                      <a:noFill/>
                    </a:lnT>
                    <a:lnB w="9525">
                      <a:solidFill>
                        <a:srgbClr val="E3E3E3"/>
                      </a:solidFill>
                    </a:lnB>
                    <a:solidFill>
                      <a:srgbClr val="EEF3EF"/>
                    </a:solidFill>
                  </a:tcPr>
                </a:tc>
              </a:tr>
              <a:tr h="239572">
                <a:tc vMerge="1">
                  <a:txBody>
                    <a:bodyPr wrap="square"/>
                    <a:lstStyle/>
                    <a:p>
                      <a:pPr algn="ctr">
                        <a:lnSpc>
                          <a:spcPts val="1350"/>
                        </a:lnSpc>
                        <a:buNone/>
                      </a:pPr>
                      <a:r>
                        <a:rPr sz="1100" b="1" lang="ja-JP" altLang="en-US">
                          <a:solidFill>
                            <a:srgbClr val="262626"/>
                          </a:solidFill>
                        </a:rPr>
                        <a:t/>
                      </a:r>
                    </a:p>
                  </a:txBody>
                  <a:tcPr marL="27432" marT="18288" marR="27432" marB="18288" anchor="ctr">
                    <a:lnL w="0">
                      <a:noFill/>
                    </a:lnL>
                    <a:lnR w="0">
                      <a:noFill/>
                    </a:lnR>
                    <a:lnT w="0">
                      <a:noFill/>
                    </a:lnT>
                    <a:lnB w="9525">
                      <a:solidFill>
                        <a:srgbClr val="E3E3E3"/>
                      </a:solidFill>
                    </a:lnB>
                    <a:solidFill>
                      <a:srgbClr val="F3F3F3"/>
                    </a:solidFill>
                  </a:tcPr>
                </a:tc>
                <a:tc>
                  <a:txBody>
                    <a:bodyPr wrap="square"/>
                    <a:lstStyle/>
                    <a:p>
                      <a:pPr algn="ctr">
                        <a:lnSpc>
                          <a:spcPts val="1350"/>
                        </a:lnSpc>
                        <a:buNone/>
                      </a:pPr>
                      <a:r>
                        <a:rPr sz="1100" b="0" lang="ja-JP" altLang="en-US">
                          <a:solidFill>
                            <a:srgbClr val="262626"/>
                          </a:solidFill>
                        </a:rPr>
                        <a:t>2</a:t>
                      </a:r>
                    </a:p>
                  </a:txBody>
                  <a:tcPr marL="73152" marT="27432" marR="73152" marB="27432" anchor="ctr">
                    <a:lnL w="0">
                      <a:noFill/>
                    </a:lnL>
                    <a:lnR w="0">
                      <a:noFill/>
                    </a:lnR>
                    <a:lnT w="0">
                      <a:noFill/>
                    </a:lnT>
                    <a:lnB w="9525">
                      <a:solidFill>
                        <a:srgbClr val="E3E3E3"/>
                      </a:solidFill>
                    </a:lnB>
                    <a:solidFill>
                      <a:srgbClr val="EEF3EF"/>
                    </a:solidFill>
                  </a:tcPr>
                </a:tc>
                <a:tc>
                  <a:txBody>
                    <a:bodyPr wrap="square"/>
                    <a:lstStyle/>
                    <a:p>
                      <a:pPr algn="l">
                        <a:lnSpc>
                          <a:spcPts val="1350"/>
                        </a:lnSpc>
                        <a:buNone/>
                      </a:pPr>
                      <a:r>
                        <a:rPr sz="1100" b="0" lang="ja-JP" altLang="en-US">
                          <a:solidFill>
                            <a:srgbClr val="1A1A1A"/>
                          </a:solidFill>
                        </a:rPr>
                        <a:t>計画の前提を洗い直す</a:t>
                      </a:r>
                    </a:p>
                  </a:txBody>
                  <a:tcPr marL="73152" marT="27432" marR="73152" marB="27432" anchor="ctr">
                    <a:lnL w="0">
                      <a:noFill/>
                    </a:lnL>
                    <a:lnR w="0">
                      <a:noFill/>
                    </a:lnR>
                    <a:lnT w="0">
                      <a:noFill/>
                    </a:lnT>
                    <a:lnB w="9525">
                      <a:solidFill>
                        <a:srgbClr val="E3E3E3"/>
                      </a:solidFill>
                    </a:lnB>
                    <a:solidFill>
                      <a:srgbClr val="EEF3EF"/>
                    </a:solidFill>
                  </a:tcPr>
                </a:tc>
                <a:tc>
                  <a:txBody>
                    <a:bodyPr wrap="square"/>
                    <a:lstStyle/>
                    <a:p>
                      <a:pPr algn="l">
                        <a:lnSpc>
                          <a:spcPts val="1350"/>
                        </a:lnSpc>
                        <a:buNone/>
                      </a:pPr>
                      <a:r>
                        <a:rPr sz="1100" b="1" lang="ja-JP" altLang="en-US">
                          <a:solidFill>
                            <a:srgbClr val="046A38"/>
                          </a:solidFill>
                        </a:rPr>
                        <a:t>レポートの文字サイズ・行間</a:t>
                      </a:r>
                    </a:p>
                  </a:txBody>
                  <a:tcPr marL="73152" marT="27432" marR="73152" marB="27432" anchor="ctr">
                    <a:lnL w="0">
                      <a:noFill/>
                    </a:lnL>
                    <a:lnR w="0">
                      <a:noFill/>
                    </a:lnR>
                    <a:lnT w="0">
                      <a:noFill/>
                    </a:lnT>
                    <a:lnB w="9525">
                      <a:solidFill>
                        <a:srgbClr val="E3E3E3"/>
                      </a:solidFill>
                    </a:lnB>
                    <a:solidFill>
                      <a:srgbClr val="EEF3EF"/>
                    </a:solidFill>
                  </a:tcPr>
                </a:tc>
              </a:tr>
              <a:tr h="239572">
                <a:tc vMerge="1">
                  <a:txBody>
                    <a:bodyPr wrap="square"/>
                    <a:lstStyle/>
                    <a:p>
                      <a:pPr algn="ctr">
                        <a:lnSpc>
                          <a:spcPts val="1350"/>
                        </a:lnSpc>
                        <a:buNone/>
                      </a:pPr>
                      <a:r>
                        <a:rPr sz="1100" b="1" lang="ja-JP" altLang="en-US">
                          <a:solidFill>
                            <a:srgbClr val="262626"/>
                          </a:solidFill>
                        </a:rPr>
                        <a:t/>
                      </a:r>
                    </a:p>
                  </a:txBody>
                  <a:tcPr marL="27432" marT="18288" marR="27432" marB="18288" anchor="ctr">
                    <a:lnL w="0">
                      <a:noFill/>
                    </a:lnL>
                    <a:lnR w="0">
                      <a:noFill/>
                    </a:lnR>
                    <a:lnT w="0">
                      <a:noFill/>
                    </a:lnT>
                    <a:lnB w="9525">
                      <a:solidFill>
                        <a:srgbClr val="E3E3E3"/>
                      </a:solidFill>
                    </a:lnB>
                    <a:solidFill>
                      <a:srgbClr val="F3F3F3"/>
                    </a:solidFill>
                  </a:tcPr>
                </a:tc>
                <a:tc>
                  <a:txBody>
                    <a:bodyPr wrap="square"/>
                    <a:lstStyle/>
                    <a:p>
                      <a:pPr algn="ctr">
                        <a:lnSpc>
                          <a:spcPts val="1350"/>
                        </a:lnSpc>
                        <a:buNone/>
                      </a:pPr>
                      <a:r>
                        <a:rPr sz="1100" b="0" lang="ja-JP" altLang="en-US">
                          <a:solidFill>
                            <a:srgbClr val="262626"/>
                          </a:solidFill>
                        </a:rPr>
                        <a:t>3</a:t>
                      </a:r>
                    </a:p>
                  </a:txBody>
                  <a:tcPr marL="73152" marT="27432" marR="73152" marB="27432" anchor="ctr">
                    <a:lnL w="0">
                      <a:noFill/>
                    </a:lnL>
                    <a:lnR w="0">
                      <a:noFill/>
                    </a:lnR>
                    <a:lnT w="0">
                      <a:noFill/>
                    </a:lnT>
                    <a:lnB w="9525">
                      <a:solidFill>
                        <a:srgbClr val="E3E3E3"/>
                      </a:solidFill>
                    </a:lnB>
                    <a:solidFill>
                      <a:srgbClr val="EEF3EF"/>
                    </a:solidFill>
                  </a:tcPr>
                </a:tc>
                <a:tc>
                  <a:txBody>
                    <a:bodyPr wrap="square"/>
                    <a:lstStyle/>
                    <a:p>
                      <a:pPr algn="l">
                        <a:lnSpc>
                          <a:spcPts val="1350"/>
                        </a:lnSpc>
                        <a:buNone/>
                      </a:pPr>
                      <a:r>
                        <a:rPr sz="1100" b="0" lang="ja-JP" altLang="en-US">
                          <a:solidFill>
                            <a:srgbClr val="1A1A1A"/>
                          </a:solidFill>
                        </a:rPr>
                        <a:t>戦略・計画を点検する</a:t>
                      </a:r>
                    </a:p>
                  </a:txBody>
                  <a:tcPr marL="73152" marT="27432" marR="73152" marB="27432" anchor="ctr">
                    <a:lnL w="0">
                      <a:noFill/>
                    </a:lnL>
                    <a:lnR w="0">
                      <a:noFill/>
                    </a:lnR>
                    <a:lnT w="0">
                      <a:noFill/>
                    </a:lnT>
                    <a:lnB w="9525">
                      <a:solidFill>
                        <a:srgbClr val="E3E3E3"/>
                      </a:solidFill>
                    </a:lnB>
                    <a:solidFill>
                      <a:srgbClr val="EEF3EF"/>
                    </a:solidFill>
                  </a:tcPr>
                </a:tc>
                <a:tc>
                  <a:txBody>
                    <a:bodyPr wrap="square"/>
                    <a:lstStyle/>
                    <a:p>
                      <a:pPr algn="l">
                        <a:lnSpc>
                          <a:spcPts val="1350"/>
                        </a:lnSpc>
                        <a:buNone/>
                      </a:pPr>
                      <a:r>
                        <a:rPr sz="1100" b="1" lang="ja-JP" altLang="en-US">
                          <a:solidFill>
                            <a:srgbClr val="046A38"/>
                          </a:solidFill>
                        </a:rPr>
                        <a:t>追加改修①を反映（12件）</a:t>
                      </a:r>
                    </a:p>
                  </a:txBody>
                  <a:tcPr marL="73152" marT="27432" marR="73152" marB="27432" anchor="ctr">
                    <a:lnL w="0">
                      <a:noFill/>
                    </a:lnL>
                    <a:lnR w="0">
                      <a:noFill/>
                    </a:lnR>
                    <a:lnT w="0">
                      <a:noFill/>
                    </a:lnT>
                    <a:lnB w="9525">
                      <a:solidFill>
                        <a:srgbClr val="E3E3E3"/>
                      </a:solidFill>
                    </a:lnB>
                    <a:solidFill>
                      <a:srgbClr val="EEF3EF"/>
                    </a:solidFill>
                  </a:tcPr>
                </a:tc>
              </a:tr>
              <a:tr h="239572">
                <a:tc vMerge="1">
                  <a:txBody>
                    <a:bodyPr wrap="square"/>
                    <a:lstStyle/>
                    <a:p>
                      <a:pPr algn="ctr">
                        <a:lnSpc>
                          <a:spcPts val="1350"/>
                        </a:lnSpc>
                        <a:buNone/>
                      </a:pPr>
                      <a:r>
                        <a:rPr sz="1100" b="1" lang="ja-JP" altLang="en-US">
                          <a:solidFill>
                            <a:srgbClr val="262626"/>
                          </a:solidFill>
                        </a:rPr>
                        <a:t/>
                      </a:r>
                    </a:p>
                  </a:txBody>
                  <a:tcPr marL="27432" marT="18288" marR="27432" marB="18288" anchor="ctr">
                    <a:lnL w="0">
                      <a:noFill/>
                    </a:lnL>
                    <a:lnR w="0">
                      <a:noFill/>
                    </a:lnR>
                    <a:lnT w="0">
                      <a:noFill/>
                    </a:lnT>
                    <a:lnB w="9525">
                      <a:solidFill>
                        <a:srgbClr val="E3E3E3"/>
                      </a:solidFill>
                    </a:lnB>
                    <a:solidFill>
                      <a:srgbClr val="F3F3F3"/>
                    </a:solidFill>
                  </a:tcPr>
                </a:tc>
                <a:tc>
                  <a:txBody>
                    <a:bodyPr wrap="square"/>
                    <a:lstStyle/>
                    <a:p>
                      <a:pPr algn="ctr">
                        <a:lnSpc>
                          <a:spcPts val="1350"/>
                        </a:lnSpc>
                        <a:buNone/>
                      </a:pPr>
                      <a:r>
                        <a:rPr sz="1100" b="0" lang="ja-JP" altLang="en-US">
                          <a:solidFill>
                            <a:srgbClr val="262626"/>
                          </a:solidFill>
                        </a:rPr>
                        <a:t>4</a:t>
                      </a:r>
                    </a:p>
                  </a:txBody>
                  <a:tcPr marL="73152" marT="27432" marR="73152" marB="27432" anchor="ctr">
                    <a:lnL w="0">
                      <a:noFill/>
                    </a:lnL>
                    <a:lnR w="0">
                      <a:noFill/>
                    </a:lnR>
                    <a:lnT w="0">
                      <a:noFill/>
                    </a:lnT>
                    <a:lnB w="9525">
                      <a:solidFill>
                        <a:srgbClr val="E3E3E3"/>
                      </a:solidFill>
                    </a:lnB>
                    <a:solidFill>
                      <a:srgbClr val="EEF3EF"/>
                    </a:solidFill>
                  </a:tcPr>
                </a:tc>
                <a:tc>
                  <a:txBody>
                    <a:bodyPr wrap="square"/>
                    <a:lstStyle/>
                    <a:p>
                      <a:pPr algn="l">
                        <a:lnSpc>
                          <a:spcPts val="1350"/>
                        </a:lnSpc>
                        <a:buNone/>
                      </a:pPr>
                      <a:r>
                        <a:rPr sz="1100" b="0" lang="ja-JP" altLang="en-US">
                          <a:solidFill>
                            <a:srgbClr val="1A1A1A"/>
                          </a:solidFill>
                        </a:rPr>
                        <a:t>グループ横断で計画を束ねる</a:t>
                      </a:r>
                    </a:p>
                  </a:txBody>
                  <a:tcPr marL="73152" marT="27432" marR="73152" marB="27432" anchor="ctr">
                    <a:lnL w="0">
                      <a:noFill/>
                    </a:lnL>
                    <a:lnR w="0">
                      <a:noFill/>
                    </a:lnR>
                    <a:lnT w="0">
                      <a:noFill/>
                    </a:lnT>
                    <a:lnB w="9525">
                      <a:solidFill>
                        <a:srgbClr val="E3E3E3"/>
                      </a:solidFill>
                    </a:lnB>
                    <a:solidFill>
                      <a:srgbClr val="EEF3EF"/>
                    </a:solidFill>
                  </a:tcPr>
                </a:tc>
                <a:tc>
                  <a:txBody>
                    <a:bodyPr wrap="square"/>
                    <a:lstStyle/>
                    <a:p>
                      <a:pPr algn="l">
                        <a:lnSpc>
                          <a:spcPts val="1350"/>
                        </a:lnSpc>
                        <a:buNone/>
                      </a:pPr>
                      <a:r>
                        <a:rPr sz="1100" b="1" lang="ja-JP" altLang="en-US">
                          <a:solidFill>
                            <a:srgbClr val="046A38"/>
                          </a:solidFill>
                        </a:rPr>
                        <a:t>追加改修①を反映（12件）</a:t>
                      </a:r>
                    </a:p>
                  </a:txBody>
                  <a:tcPr marL="73152" marT="27432" marR="73152" marB="27432" anchor="ctr">
                    <a:lnL w="0">
                      <a:noFill/>
                    </a:lnL>
                    <a:lnR w="0">
                      <a:noFill/>
                    </a:lnR>
                    <a:lnT w="0">
                      <a:noFill/>
                    </a:lnT>
                    <a:lnB w="9525">
                      <a:solidFill>
                        <a:srgbClr val="E3E3E3"/>
                      </a:solidFill>
                    </a:lnB>
                    <a:solidFill>
                      <a:srgbClr val="EEF3EF"/>
                    </a:solidFill>
                  </a:tcPr>
                </a:tc>
              </a:tr>
              <a:tr h="239572">
                <a:tc vMerge="1">
                  <a:txBody>
                    <a:bodyPr wrap="square"/>
                    <a:lstStyle/>
                    <a:p>
                      <a:pPr algn="ctr">
                        <a:lnSpc>
                          <a:spcPts val="1350"/>
                        </a:lnSpc>
                        <a:buNone/>
                      </a:pPr>
                      <a:r>
                        <a:rPr sz="1100" b="1" lang="ja-JP" altLang="en-US">
                          <a:solidFill>
                            <a:srgbClr val="262626"/>
                          </a:solidFill>
                        </a:rPr>
                        <a:t/>
                      </a:r>
                    </a:p>
                  </a:txBody>
                  <a:tcPr marL="27432" marT="18288" marR="27432" marB="18288" anchor="ctr">
                    <a:lnL w="0">
                      <a:noFill/>
                    </a:lnL>
                    <a:lnR w="0">
                      <a:noFill/>
                    </a:lnR>
                    <a:lnT w="0">
                      <a:noFill/>
                    </a:lnT>
                    <a:lnB w="9525">
                      <a:solidFill>
                        <a:srgbClr val="E3E3E3"/>
                      </a:solidFill>
                    </a:lnB>
                    <a:solidFill>
                      <a:srgbClr val="F3F3F3"/>
                    </a:solidFill>
                  </a:tcPr>
                </a:tc>
                <a:tc>
                  <a:txBody>
                    <a:bodyPr wrap="square"/>
                    <a:lstStyle/>
                    <a:p>
                      <a:pPr algn="ctr">
                        <a:lnSpc>
                          <a:spcPts val="1350"/>
                        </a:lnSpc>
                        <a:buNone/>
                      </a:pPr>
                      <a:r>
                        <a:rPr sz="1100" b="0" lang="ja-JP" altLang="en-US">
                          <a:solidFill>
                            <a:srgbClr val="262626"/>
                          </a:solidFill>
                        </a:rPr>
                        <a:t>5</a:t>
                      </a:r>
                    </a:p>
                  </a:txBody>
                  <a:tcPr marL="73152" marT="27432" marR="73152" marB="27432" anchor="ctr">
                    <a:lnL w="0">
                      <a:noFill/>
                    </a:lnL>
                    <a:lnR w="0">
                      <a:noFill/>
                    </a:lnR>
                    <a:lnT w="0">
                      <a:noFill/>
                    </a:lnT>
                    <a:lnB w="9525">
                      <a:solidFill>
                        <a:srgbClr val="E3E3E3"/>
                      </a:solidFill>
                    </a:lnB>
                    <a:solidFill>
                      <a:srgbClr val="EEF3EF"/>
                    </a:solidFill>
                  </a:tcPr>
                </a:tc>
                <a:tc>
                  <a:txBody>
                    <a:bodyPr wrap="square"/>
                    <a:lstStyle/>
                    <a:p>
                      <a:pPr algn="l">
                        <a:lnSpc>
                          <a:spcPts val="1350"/>
                        </a:lnSpc>
                        <a:buNone/>
                      </a:pPr>
                      <a:r>
                        <a:rPr sz="1100" b="0" lang="ja-JP" altLang="en-US">
                          <a:solidFill>
                            <a:srgbClr val="1A1A1A"/>
                          </a:solidFill>
                        </a:rPr>
                        <a:t>計画・案件の検証</a:t>
                      </a:r>
                    </a:p>
                  </a:txBody>
                  <a:tcPr marL="73152" marT="27432" marR="73152" marB="27432" anchor="ctr">
                    <a:lnL w="0">
                      <a:noFill/>
                    </a:lnL>
                    <a:lnR w="0">
                      <a:noFill/>
                    </a:lnR>
                    <a:lnT w="0">
                      <a:noFill/>
                    </a:lnT>
                    <a:lnB w="9525">
                      <a:solidFill>
                        <a:srgbClr val="E3E3E3"/>
                      </a:solidFill>
                    </a:lnB>
                    <a:solidFill>
                      <a:srgbClr val="EEF3EF"/>
                    </a:solidFill>
                  </a:tcPr>
                </a:tc>
                <a:tc>
                  <a:txBody>
                    <a:bodyPr wrap="square"/>
                    <a:lstStyle/>
                    <a:p>
                      <a:pPr algn="l">
                        <a:lnSpc>
                          <a:spcPts val="1350"/>
                        </a:lnSpc>
                        <a:buNone/>
                      </a:pPr>
                      <a:r>
                        <a:rPr sz="1100" b="1" lang="ja-JP" altLang="en-US">
                          <a:solidFill>
                            <a:srgbClr val="046A38"/>
                          </a:solidFill>
                        </a:rPr>
                        <a:t>追加改修①を反映（21件）</a:t>
                      </a:r>
                    </a:p>
                  </a:txBody>
                  <a:tcPr marL="73152" marT="27432" marR="73152" marB="27432" anchor="ctr">
                    <a:lnL w="0">
                      <a:noFill/>
                    </a:lnL>
                    <a:lnR w="0">
                      <a:noFill/>
                    </a:lnR>
                    <a:lnT w="0">
                      <a:noFill/>
                    </a:lnT>
                    <a:lnB w="9525">
                      <a:solidFill>
                        <a:srgbClr val="E3E3E3"/>
                      </a:solidFill>
                    </a:lnB>
                    <a:solidFill>
                      <a:srgbClr val="EEF3EF"/>
                    </a:solidFill>
                  </a:tcPr>
                </a:tc>
              </a:tr>
              <a:tr h="239572">
                <a:tc vMerge="1">
                  <a:txBody>
                    <a:bodyPr wrap="square"/>
                    <a:lstStyle/>
                    <a:p>
                      <a:pPr algn="ctr">
                        <a:lnSpc>
                          <a:spcPts val="1350"/>
                        </a:lnSpc>
                        <a:buNone/>
                      </a:pPr>
                      <a:r>
                        <a:rPr sz="1100" b="1" lang="ja-JP" altLang="en-US">
                          <a:solidFill>
                            <a:srgbClr val="262626"/>
                          </a:solidFill>
                        </a:rPr>
                        <a:t/>
                      </a:r>
                    </a:p>
                  </a:txBody>
                  <a:tcPr marL="27432" marT="18288" marR="27432" marB="18288" anchor="ctr">
                    <a:lnL w="0">
                      <a:noFill/>
                    </a:lnL>
                    <a:lnR w="0">
                      <a:noFill/>
                    </a:lnR>
                    <a:lnT w="0">
                      <a:noFill/>
                    </a:lnT>
                    <a:lnB w="9525">
                      <a:solidFill>
                        <a:srgbClr val="E3E3E3"/>
                      </a:solidFill>
                    </a:lnB>
                    <a:solidFill>
                      <a:srgbClr val="F3F3F3"/>
                    </a:solidFill>
                  </a:tcPr>
                </a:tc>
                <a:tc>
                  <a:txBody>
                    <a:bodyPr wrap="square"/>
                    <a:lstStyle/>
                    <a:p>
                      <a:pPr algn="ctr">
                        <a:lnSpc>
                          <a:spcPts val="1350"/>
                        </a:lnSpc>
                        <a:buNone/>
                      </a:pPr>
                      <a:r>
                        <a:rPr sz="1100" b="0" lang="ja-JP" altLang="en-US">
                          <a:solidFill>
                            <a:srgbClr val="262626"/>
                          </a:solidFill>
                        </a:rPr>
                        <a:t>6</a:t>
                      </a:r>
                    </a:p>
                  </a:txBody>
                  <a:tcPr marL="73152" marT="27432" marR="73152" marB="27432" anchor="ctr">
                    <a:lnL w="0">
                      <a:noFill/>
                    </a:lnL>
                    <a:lnR w="0">
                      <a:noFill/>
                    </a:lnR>
                    <a:lnT w="0">
                      <a:noFill/>
                    </a:lnT>
                    <a:lnB w="9525">
                      <a:solidFill>
                        <a:srgbClr val="E3E3E3"/>
                      </a:solidFill>
                    </a:lnB>
                    <a:solidFill>
                      <a:srgbClr val="EEF3EF"/>
                    </a:solidFill>
                  </a:tcPr>
                </a:tc>
                <a:tc>
                  <a:txBody>
                    <a:bodyPr wrap="square"/>
                    <a:lstStyle/>
                    <a:p>
                      <a:pPr algn="l">
                        <a:lnSpc>
                          <a:spcPts val="1350"/>
                        </a:lnSpc>
                        <a:buNone/>
                      </a:pPr>
                      <a:r>
                        <a:rPr sz="1100" b="0" lang="ja-JP" altLang="en-US">
                          <a:solidFill>
                            <a:srgbClr val="1A1A1A"/>
                          </a:solidFill>
                        </a:rPr>
                        <a:t>深掘り・保存した結果（計画支援共通）</a:t>
                      </a:r>
                    </a:p>
                  </a:txBody>
                  <a:tcPr marL="73152" marT="27432" marR="73152" marB="27432" anchor="ctr">
                    <a:lnL w="0">
                      <a:noFill/>
                    </a:lnL>
                    <a:lnR w="0">
                      <a:noFill/>
                    </a:lnR>
                    <a:lnT w="0">
                      <a:noFill/>
                    </a:lnT>
                    <a:lnB w="9525">
                      <a:solidFill>
                        <a:srgbClr val="E3E3E3"/>
                      </a:solidFill>
                    </a:lnB>
                    <a:solidFill>
                      <a:srgbClr val="EEF3EF"/>
                    </a:solidFill>
                  </a:tcPr>
                </a:tc>
                <a:tc>
                  <a:txBody>
                    <a:bodyPr wrap="square"/>
                    <a:lstStyle/>
                    <a:p>
                      <a:pPr algn="l">
                        <a:lnSpc>
                          <a:spcPts val="1350"/>
                        </a:lnSpc>
                        <a:buNone/>
                      </a:pPr>
                      <a:r>
                        <a:rPr sz="1100" b="1" lang="ja-JP" altLang="en-US">
                          <a:solidFill>
                            <a:srgbClr val="046A38"/>
                          </a:solidFill>
                        </a:rPr>
                        <a:t>時期の目安の表記を調整</a:t>
                      </a:r>
                    </a:p>
                  </a:txBody>
                  <a:tcPr marL="73152" marT="27432" marR="73152" marB="27432" anchor="ctr">
                    <a:lnL w="0">
                      <a:noFill/>
                    </a:lnL>
                    <a:lnR w="0">
                      <a:noFill/>
                    </a:lnR>
                    <a:lnT w="0">
                      <a:noFill/>
                    </a:lnT>
                    <a:lnB w="9525">
                      <a:solidFill>
                        <a:srgbClr val="E3E3E3"/>
                      </a:solidFill>
                    </a:lnB>
                    <a:solidFill>
                      <a:srgbClr val="EEF3EF"/>
                    </a:solidFill>
                  </a:tcPr>
                </a:tc>
              </a:tr>
              <a:tr h="239572">
                <a:tc vMerge="1">
                  <a:txBody>
                    <a:bodyPr wrap="square"/>
                    <a:lstStyle/>
                    <a:p>
                      <a:pPr algn="ctr">
                        <a:lnSpc>
                          <a:spcPts val="1350"/>
                        </a:lnSpc>
                        <a:buNone/>
                      </a:pPr>
                      <a:r>
                        <a:rPr sz="1100" b="1" lang="ja-JP" altLang="en-US">
                          <a:solidFill>
                            <a:srgbClr val="262626"/>
                          </a:solidFill>
                        </a:rPr>
                        <a:t/>
                      </a:r>
                    </a:p>
                  </a:txBody>
                  <a:tcPr marL="27432" marT="18288" marR="27432" marB="18288" anchor="ctr">
                    <a:lnL w="0">
                      <a:noFill/>
                    </a:lnL>
                    <a:lnR w="0">
                      <a:noFill/>
                    </a:lnR>
                    <a:lnT w="0">
                      <a:noFill/>
                    </a:lnT>
                    <a:lnB w="9525">
                      <a:solidFill>
                        <a:srgbClr val="E3E3E3"/>
                      </a:solidFill>
                    </a:lnB>
                    <a:solidFill>
                      <a:srgbClr val="F3F3F3"/>
                    </a:solidFill>
                  </a:tcPr>
                </a:tc>
                <a:tc>
                  <a:txBody>
                    <a:bodyPr wrap="square"/>
                    <a:lstStyle/>
                    <a:p>
                      <a:pPr algn="ctr">
                        <a:lnSpc>
                          <a:spcPts val="1350"/>
                        </a:lnSpc>
                        <a:buNone/>
                      </a:pPr>
                      <a:r>
                        <a:rPr sz="1100" b="0" lang="ja-JP" altLang="en-US">
                          <a:solidFill>
                            <a:srgbClr val="262626"/>
                          </a:solidFill>
                        </a:rPr>
                        <a:t>7</a:t>
                      </a:r>
                    </a:p>
                  </a:txBody>
                  <a:tcPr marL="73152" marT="27432" marR="73152" marB="27432" anchor="ctr">
                    <a:lnL w="0">
                      <a:noFill/>
                    </a:lnL>
                    <a:lnR w="0">
                      <a:noFill/>
                    </a:lnR>
                    <a:lnT w="0">
                      <a:noFill/>
                    </a:lnT>
                    <a:lnB w="9525">
                      <a:solidFill>
                        <a:srgbClr val="E3E3E3"/>
                      </a:solidFill>
                    </a:lnB>
                    <a:solidFill>
                      <a:srgbClr val="EEF3EF"/>
                    </a:solidFill>
                  </a:tcPr>
                </a:tc>
                <a:tc>
                  <a:txBody>
                    <a:bodyPr wrap="square"/>
                    <a:lstStyle/>
                    <a:p>
                      <a:pPr algn="l">
                        <a:lnSpc>
                          <a:spcPts val="1350"/>
                        </a:lnSpc>
                        <a:buNone/>
                      </a:pPr>
                      <a:r>
                        <a:rPr sz="1100" b="0" lang="ja-JP" altLang="en-US">
                          <a:solidFill>
                            <a:srgbClr val="1A1A1A"/>
                          </a:solidFill>
                        </a:rPr>
                        <a:t>AI壁打ち（外部情報・成果物）</a:t>
                      </a:r>
                    </a:p>
                  </a:txBody>
                  <a:tcPr marL="73152" marT="27432" marR="73152" marB="27432" anchor="ctr">
                    <a:lnL w="0">
                      <a:noFill/>
                    </a:lnL>
                    <a:lnR w="0">
                      <a:noFill/>
                    </a:lnR>
                    <a:lnT w="0">
                      <a:noFill/>
                    </a:lnT>
                    <a:lnB w="9525">
                      <a:solidFill>
                        <a:srgbClr val="E3E3E3"/>
                      </a:solidFill>
                    </a:lnB>
                    <a:solidFill>
                      <a:srgbClr val="EEF3EF"/>
                    </a:solidFill>
                  </a:tcPr>
                </a:tc>
                <a:tc>
                  <a:txBody>
                    <a:bodyPr wrap="square"/>
                    <a:lstStyle/>
                    <a:p>
                      <a:pPr algn="l">
                        <a:lnSpc>
                          <a:spcPts val="1350"/>
                        </a:lnSpc>
                        <a:buNone/>
                      </a:pPr>
                      <a:r>
                        <a:rPr sz="1100" b="1" lang="ja-JP" altLang="en-US">
                          <a:solidFill>
                            <a:srgbClr val="046A38"/>
                          </a:solidFill>
                        </a:rPr>
                        <a:t>回答完了の表示・評価・コピー</a:t>
                      </a:r>
                    </a:p>
                  </a:txBody>
                  <a:tcPr marL="73152" marT="27432" marR="73152" marB="27432" anchor="ctr">
                    <a:lnL w="0">
                      <a:noFill/>
                    </a:lnL>
                    <a:lnR w="0">
                      <a:noFill/>
                    </a:lnR>
                    <a:lnT w="0">
                      <a:noFill/>
                    </a:lnT>
                    <a:lnB w="9525">
                      <a:solidFill>
                        <a:srgbClr val="E3E3E3"/>
                      </a:solidFill>
                    </a:lnB>
                    <a:solidFill>
                      <a:srgbClr val="EEF3EF"/>
                    </a:solidFill>
                  </a:tcPr>
                </a:tc>
              </a:tr>
              <a:tr h="239572">
                <a:tc rowSpan="5">
                  <a:txBody>
                    <a:bodyPr wrap="square"/>
                    <a:lstStyle/>
                    <a:p>
                      <a:pPr algn="ctr">
                        <a:lnSpc>
                          <a:spcPts val="1350"/>
                        </a:lnSpc>
                        <a:buNone/>
                      </a:pPr>
                      <a:r>
                        <a:rPr sz="1100" b="1" lang="ja-JP" altLang="en-US">
                          <a:solidFill>
                            <a:srgbClr val="262626"/>
                          </a:solidFill>
                        </a:rPr>
                        <a:t>総会QA</a:t>
                      </a:r>
                    </a:p>
                  </a:txBody>
                  <a:tcPr marL="27432" marT="18288" marR="27432" marB="18288" anchor="ctr">
                    <a:lnL w="0">
                      <a:noFill/>
                    </a:lnL>
                    <a:lnR w="0">
                      <a:noFill/>
                    </a:lnR>
                    <a:lnT w="0">
                      <a:noFill/>
                    </a:lnT>
                    <a:lnB w="25400">
                      <a:solidFill>
                        <a:srgbClr val="FFFFFF"/>
                      </a:solidFill>
                    </a:lnB>
                    <a:solidFill>
                      <a:srgbClr val="F3F3F3"/>
                    </a:solidFill>
                  </a:tcPr>
                </a:tc>
                <a:tc>
                  <a:txBody>
                    <a:bodyPr wrap="square"/>
                    <a:lstStyle/>
                    <a:p>
                      <a:pPr algn="ctr">
                        <a:lnSpc>
                          <a:spcPts val="1350"/>
                        </a:lnSpc>
                        <a:buNone/>
                      </a:pPr>
                      <a:r>
                        <a:rPr sz="1100" b="0" lang="ja-JP" altLang="en-US">
                          <a:solidFill>
                            <a:srgbClr val="262626"/>
                          </a:solidFill>
                        </a:rPr>
                        <a:t>8</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50"/>
                        </a:lnSpc>
                        <a:buNone/>
                      </a:pPr>
                      <a:r>
                        <a:rPr sz="1100" b="0" lang="ja-JP" altLang="en-US">
                          <a:solidFill>
                            <a:srgbClr val="1A1A1A"/>
                          </a:solidFill>
                        </a:rPr>
                        <a:t>所属階層と閲覧範囲</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350"/>
                        </a:lnSpc>
                        <a:buNone/>
                      </a:pPr>
                      <a:r>
                        <a:rPr sz="1100" b="0" lang="ja-JP" altLang="en-US">
                          <a:solidFill>
                            <a:srgbClr val="8C8C8C"/>
                          </a:solidFill>
                        </a:rPr>
                        <a:t>—</a:t>
                      </a:r>
                    </a:p>
                  </a:txBody>
                  <a:tcPr marL="73152" marT="27432" marR="73152" marB="27432" anchor="ctr">
                    <a:lnL w="0">
                      <a:noFill/>
                    </a:lnL>
                    <a:lnR w="0">
                      <a:noFill/>
                    </a:lnR>
                    <a:lnT w="0">
                      <a:noFill/>
                    </a:lnT>
                    <a:lnB w="9525">
                      <a:solidFill>
                        <a:srgbClr val="E3E3E3"/>
                      </a:solidFill>
                    </a:lnB>
                    <a:noFill/>
                  </a:tcPr>
                </a:tc>
              </a:tr>
              <a:tr h="239572">
                <a:tc vMerge="1">
                  <a:txBody>
                    <a:bodyPr wrap="square"/>
                    <a:lstStyle/>
                    <a:p>
                      <a:pPr algn="ctr">
                        <a:lnSpc>
                          <a:spcPts val="1350"/>
                        </a:lnSpc>
                        <a:buNone/>
                      </a:pPr>
                      <a:r>
                        <a:rPr sz="1100" b="1" lang="ja-JP" altLang="en-US">
                          <a:solidFill>
                            <a:srgbClr val="262626"/>
                          </a:solidFill>
                        </a:rPr>
                        <a:t/>
                      </a:r>
                    </a:p>
                  </a:txBody>
                  <a:tcPr marL="27432" marT="18288" marR="27432" marB="18288" anchor="ctr">
                    <a:lnL w="0">
                      <a:noFill/>
                    </a:lnL>
                    <a:lnR w="0">
                      <a:noFill/>
                    </a:lnR>
                    <a:lnT w="0">
                      <a:noFill/>
                    </a:lnT>
                    <a:lnB w="9525">
                      <a:solidFill>
                        <a:srgbClr val="E3E3E3"/>
                      </a:solidFill>
                    </a:lnB>
                    <a:solidFill>
                      <a:srgbClr val="F3F3F3"/>
                    </a:solidFill>
                  </a:tcPr>
                </a:tc>
                <a:tc>
                  <a:txBody>
                    <a:bodyPr wrap="square"/>
                    <a:lstStyle/>
                    <a:p>
                      <a:pPr algn="ctr">
                        <a:lnSpc>
                          <a:spcPts val="1350"/>
                        </a:lnSpc>
                        <a:buNone/>
                      </a:pPr>
                      <a:r>
                        <a:rPr sz="1100" b="0" lang="ja-JP" altLang="en-US">
                          <a:solidFill>
                            <a:srgbClr val="262626"/>
                          </a:solidFill>
                        </a:rPr>
                        <a:t>9</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50"/>
                        </a:lnSpc>
                        <a:buNone/>
                      </a:pPr>
                      <a:r>
                        <a:rPr sz="1100" b="0" lang="ja-JP" altLang="en-US">
                          <a:solidFill>
                            <a:srgbClr val="1A1A1A"/>
                          </a:solidFill>
                        </a:rPr>
                        <a:t>当日回答作成（新設）</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350"/>
                        </a:lnSpc>
                        <a:buNone/>
                      </a:pPr>
                      <a:r>
                        <a:rPr sz="1100" b="0" lang="ja-JP" altLang="en-US">
                          <a:solidFill>
                            <a:srgbClr val="8C8C8C"/>
                          </a:solidFill>
                        </a:rPr>
                        <a:t>—</a:t>
                      </a:r>
                    </a:p>
                  </a:txBody>
                  <a:tcPr marL="73152" marT="27432" marR="73152" marB="27432" anchor="ctr">
                    <a:lnL w="0">
                      <a:noFill/>
                    </a:lnL>
                    <a:lnR w="0">
                      <a:noFill/>
                    </a:lnR>
                    <a:lnT w="0">
                      <a:noFill/>
                    </a:lnT>
                    <a:lnB w="9525">
                      <a:solidFill>
                        <a:srgbClr val="E3E3E3"/>
                      </a:solidFill>
                    </a:lnB>
                    <a:noFill/>
                  </a:tcPr>
                </a:tc>
              </a:tr>
              <a:tr h="239572">
                <a:tc vMerge="1">
                  <a:txBody>
                    <a:bodyPr wrap="square"/>
                    <a:lstStyle/>
                    <a:p>
                      <a:pPr algn="ctr">
                        <a:lnSpc>
                          <a:spcPts val="1350"/>
                        </a:lnSpc>
                        <a:buNone/>
                      </a:pPr>
                      <a:r>
                        <a:rPr sz="1100" b="1" lang="ja-JP" altLang="en-US">
                          <a:solidFill>
                            <a:srgbClr val="262626"/>
                          </a:solidFill>
                        </a:rPr>
                        <a:t/>
                      </a:r>
                    </a:p>
                  </a:txBody>
                  <a:tcPr marL="27432" marT="18288" marR="27432" marB="18288" anchor="ctr">
                    <a:lnL w="0">
                      <a:noFill/>
                    </a:lnL>
                    <a:lnR w="0">
                      <a:noFill/>
                    </a:lnR>
                    <a:lnT w="0">
                      <a:noFill/>
                    </a:lnT>
                    <a:lnB w="9525">
                      <a:solidFill>
                        <a:srgbClr val="E3E3E3"/>
                      </a:solidFill>
                    </a:lnB>
                    <a:solidFill>
                      <a:srgbClr val="F3F3F3"/>
                    </a:solidFill>
                  </a:tcPr>
                </a:tc>
                <a:tc>
                  <a:txBody>
                    <a:bodyPr wrap="square"/>
                    <a:lstStyle/>
                    <a:p>
                      <a:pPr algn="ctr">
                        <a:lnSpc>
                          <a:spcPts val="1350"/>
                        </a:lnSpc>
                        <a:buNone/>
                      </a:pPr>
                      <a:r>
                        <a:rPr sz="1100" b="0" lang="ja-JP" altLang="en-US">
                          <a:solidFill>
                            <a:srgbClr val="262626"/>
                          </a:solidFill>
                        </a:rPr>
                        <a:t>10</a:t>
                      </a:r>
                    </a:p>
                  </a:txBody>
                  <a:tcPr marL="73152" marT="27432" marR="73152" marB="27432" anchor="ctr">
                    <a:lnL w="0">
                      <a:noFill/>
                    </a:lnL>
                    <a:lnR w="0">
                      <a:noFill/>
                    </a:lnR>
                    <a:lnT w="0">
                      <a:noFill/>
                    </a:lnT>
                    <a:lnB w="9525">
                      <a:solidFill>
                        <a:srgbClr val="E3E3E3"/>
                      </a:solidFill>
                    </a:lnB>
                    <a:solidFill>
                      <a:srgbClr val="EEF3EF"/>
                    </a:solidFill>
                  </a:tcPr>
                </a:tc>
                <a:tc>
                  <a:txBody>
                    <a:bodyPr wrap="square"/>
                    <a:lstStyle/>
                    <a:p>
                      <a:pPr algn="l">
                        <a:lnSpc>
                          <a:spcPts val="1350"/>
                        </a:lnSpc>
                        <a:buNone/>
                      </a:pPr>
                      <a:r>
                        <a:rPr sz="1100" b="0" lang="ja-JP" altLang="en-US">
                          <a:solidFill>
                            <a:srgbClr val="1A1A1A"/>
                          </a:solidFill>
                        </a:rPr>
                        <a:t>質問作成</a:t>
                      </a:r>
                    </a:p>
                  </a:txBody>
                  <a:tcPr marL="73152" marT="27432" marR="73152" marB="27432" anchor="ctr">
                    <a:lnL w="0">
                      <a:noFill/>
                    </a:lnL>
                    <a:lnR w="0">
                      <a:noFill/>
                    </a:lnR>
                    <a:lnT w="0">
                      <a:noFill/>
                    </a:lnT>
                    <a:lnB w="9525">
                      <a:solidFill>
                        <a:srgbClr val="E3E3E3"/>
                      </a:solidFill>
                    </a:lnB>
                    <a:solidFill>
                      <a:srgbClr val="EEF3EF"/>
                    </a:solidFill>
                  </a:tcPr>
                </a:tc>
                <a:tc>
                  <a:txBody>
                    <a:bodyPr wrap="square"/>
                    <a:lstStyle/>
                    <a:p>
                      <a:pPr algn="l">
                        <a:lnSpc>
                          <a:spcPts val="1350"/>
                        </a:lnSpc>
                        <a:buNone/>
                      </a:pPr>
                      <a:r>
                        <a:rPr sz="1100" b="1" lang="ja-JP" altLang="en-US">
                          <a:solidFill>
                            <a:srgbClr val="046A38"/>
                          </a:solidFill>
                        </a:rPr>
                        <a:t>今年度QAの取り込み</a:t>
                      </a:r>
                    </a:p>
                  </a:txBody>
                  <a:tcPr marL="73152" marT="27432" marR="73152" marB="27432" anchor="ctr">
                    <a:lnL w="0">
                      <a:noFill/>
                    </a:lnL>
                    <a:lnR w="0">
                      <a:noFill/>
                    </a:lnR>
                    <a:lnT w="0">
                      <a:noFill/>
                    </a:lnT>
                    <a:lnB w="9525">
                      <a:solidFill>
                        <a:srgbClr val="E3E3E3"/>
                      </a:solidFill>
                    </a:lnB>
                    <a:solidFill>
                      <a:srgbClr val="EEF3EF"/>
                    </a:solidFill>
                  </a:tcPr>
                </a:tc>
              </a:tr>
              <a:tr h="239572">
                <a:tc vMerge="1">
                  <a:txBody>
                    <a:bodyPr wrap="square"/>
                    <a:lstStyle/>
                    <a:p>
                      <a:pPr algn="ctr">
                        <a:lnSpc>
                          <a:spcPts val="1350"/>
                        </a:lnSpc>
                        <a:buNone/>
                      </a:pPr>
                      <a:r>
                        <a:rPr sz="1100" b="1" lang="ja-JP" altLang="en-US">
                          <a:solidFill>
                            <a:srgbClr val="262626"/>
                          </a:solidFill>
                        </a:rPr>
                        <a:t/>
                      </a:r>
                    </a:p>
                  </a:txBody>
                  <a:tcPr marL="27432" marT="18288" marR="27432" marB="18288" anchor="ctr">
                    <a:lnL w="0">
                      <a:noFill/>
                    </a:lnL>
                    <a:lnR w="0">
                      <a:noFill/>
                    </a:lnR>
                    <a:lnT w="0">
                      <a:noFill/>
                    </a:lnT>
                    <a:lnB w="9525">
                      <a:solidFill>
                        <a:srgbClr val="E3E3E3"/>
                      </a:solidFill>
                    </a:lnB>
                    <a:solidFill>
                      <a:srgbClr val="F3F3F3"/>
                    </a:solidFill>
                  </a:tcPr>
                </a:tc>
                <a:tc>
                  <a:txBody>
                    <a:bodyPr wrap="square"/>
                    <a:lstStyle/>
                    <a:p>
                      <a:pPr algn="ctr">
                        <a:lnSpc>
                          <a:spcPts val="1350"/>
                        </a:lnSpc>
                        <a:buNone/>
                      </a:pPr>
                      <a:r>
                        <a:rPr sz="1100" b="0" lang="ja-JP" altLang="en-US">
                          <a:solidFill>
                            <a:srgbClr val="262626"/>
                          </a:solidFill>
                        </a:rPr>
                        <a:t>11</a:t>
                      </a:r>
                    </a:p>
                  </a:txBody>
                  <a:tcPr marL="73152" marT="27432" marR="73152" marB="27432" anchor="ctr">
                    <a:lnL w="0">
                      <a:noFill/>
                    </a:lnL>
                    <a:lnR w="0">
                      <a:noFill/>
                    </a:lnR>
                    <a:lnT w="0">
                      <a:noFill/>
                    </a:lnT>
                    <a:lnB w="9525">
                      <a:solidFill>
                        <a:srgbClr val="E3E3E3"/>
                      </a:solidFill>
                    </a:lnB>
                    <a:solidFill>
                      <a:srgbClr val="EEF3EF"/>
                    </a:solidFill>
                  </a:tcPr>
                </a:tc>
                <a:tc>
                  <a:txBody>
                    <a:bodyPr wrap="square"/>
                    <a:lstStyle/>
                    <a:p>
                      <a:pPr algn="l">
                        <a:lnSpc>
                          <a:spcPts val="1350"/>
                        </a:lnSpc>
                        <a:buNone/>
                      </a:pPr>
                      <a:r>
                        <a:rPr sz="1100" b="0" lang="ja-JP" altLang="en-US">
                          <a:solidFill>
                            <a:srgbClr val="1A1A1A"/>
                          </a:solidFill>
                        </a:rPr>
                        <a:t>回答作成・Word出力</a:t>
                      </a:r>
                    </a:p>
                  </a:txBody>
                  <a:tcPr marL="73152" marT="27432" marR="73152" marB="27432" anchor="ctr">
                    <a:lnL w="0">
                      <a:noFill/>
                    </a:lnL>
                    <a:lnR w="0">
                      <a:noFill/>
                    </a:lnR>
                    <a:lnT w="0">
                      <a:noFill/>
                    </a:lnT>
                    <a:lnB w="9525">
                      <a:solidFill>
                        <a:srgbClr val="E3E3E3"/>
                      </a:solidFill>
                    </a:lnB>
                    <a:solidFill>
                      <a:srgbClr val="EEF3EF"/>
                    </a:solidFill>
                  </a:tcPr>
                </a:tc>
                <a:tc>
                  <a:txBody>
                    <a:bodyPr wrap="square"/>
                    <a:lstStyle/>
                    <a:p>
                      <a:pPr algn="l">
                        <a:lnSpc>
                          <a:spcPts val="1350"/>
                        </a:lnSpc>
                        <a:buNone/>
                      </a:pPr>
                      <a:r>
                        <a:rPr sz="1100" b="1" lang="ja-JP" altLang="en-US">
                          <a:solidFill>
                            <a:srgbClr val="046A38"/>
                          </a:solidFill>
                        </a:rPr>
                        <a:t>今年度QAの取り込み</a:t>
                      </a:r>
                    </a:p>
                  </a:txBody>
                  <a:tcPr marL="73152" marT="27432" marR="73152" marB="27432" anchor="ctr">
                    <a:lnL w="0">
                      <a:noFill/>
                    </a:lnL>
                    <a:lnR w="0">
                      <a:noFill/>
                    </a:lnR>
                    <a:lnT w="0">
                      <a:noFill/>
                    </a:lnT>
                    <a:lnB w="9525">
                      <a:solidFill>
                        <a:srgbClr val="E3E3E3"/>
                      </a:solidFill>
                    </a:lnB>
                    <a:solidFill>
                      <a:srgbClr val="EEF3EF"/>
                    </a:solidFill>
                  </a:tcPr>
                </a:tc>
              </a:tr>
              <a:tr h="239572">
                <a:tc vMerge="1">
                  <a:txBody>
                    <a:bodyPr wrap="square"/>
                    <a:lstStyle/>
                    <a:p>
                      <a:pPr algn="ctr">
                        <a:lnSpc>
                          <a:spcPts val="1350"/>
                        </a:lnSpc>
                        <a:buNone/>
                      </a:pPr>
                      <a:r>
                        <a:rPr sz="1100" b="1" lang="ja-JP" altLang="en-US">
                          <a:solidFill>
                            <a:srgbClr val="262626"/>
                          </a:solidFill>
                        </a:rPr>
                        <a:t/>
                      </a:r>
                    </a:p>
                  </a:txBody>
                  <a:tcPr marL="27432" marT="18288" marR="27432" marB="18288" anchor="ctr">
                    <a:lnL w="0">
                      <a:noFill/>
                    </a:lnL>
                    <a:lnR w="0">
                      <a:noFill/>
                    </a:lnR>
                    <a:lnT w="0">
                      <a:noFill/>
                    </a:lnT>
                    <a:lnB w="9525">
                      <a:solidFill>
                        <a:srgbClr val="E3E3E3"/>
                      </a:solidFill>
                    </a:lnB>
                    <a:solidFill>
                      <a:srgbClr val="F3F3F3"/>
                    </a:solidFill>
                  </a:tcPr>
                </a:tc>
                <a:tc>
                  <a:txBody>
                    <a:bodyPr wrap="square"/>
                    <a:lstStyle/>
                    <a:p>
                      <a:pPr algn="ctr">
                        <a:lnSpc>
                          <a:spcPts val="1350"/>
                        </a:lnSpc>
                        <a:buNone/>
                      </a:pPr>
                      <a:r>
                        <a:rPr sz="1100" b="0" lang="ja-JP" altLang="en-US">
                          <a:solidFill>
                            <a:srgbClr val="262626"/>
                          </a:solidFill>
                        </a:rPr>
                        <a:t>12</a:t>
                      </a:r>
                    </a:p>
                  </a:txBody>
                  <a:tcPr marL="73152" marT="27432" marR="73152" marB="27432" anchor="ctr">
                    <a:lnL w="0">
                      <a:noFill/>
                    </a:lnL>
                    <a:lnR w="0">
                      <a:noFill/>
                    </a:lnR>
                    <a:lnT w="0">
                      <a:noFill/>
                    </a:lnT>
                    <a:lnB w="9525">
                      <a:solidFill>
                        <a:srgbClr val="E3E3E3"/>
                      </a:solidFill>
                    </a:lnB>
                    <a:solidFill>
                      <a:srgbClr val="EEF3EF"/>
                    </a:solidFill>
                  </a:tcPr>
                </a:tc>
                <a:tc>
                  <a:txBody>
                    <a:bodyPr wrap="square"/>
                    <a:lstStyle/>
                    <a:p>
                      <a:pPr algn="l">
                        <a:lnSpc>
                          <a:spcPts val="1350"/>
                        </a:lnSpc>
                        <a:buNone/>
                      </a:pPr>
                      <a:r>
                        <a:rPr sz="1100" b="0" lang="ja-JP" altLang="en-US">
                          <a:solidFill>
                            <a:srgbClr val="1A1A1A"/>
                          </a:solidFill>
                        </a:rPr>
                        <a:t>AI壁打ち</a:t>
                      </a:r>
                    </a:p>
                  </a:txBody>
                  <a:tcPr marL="73152" marT="27432" marR="73152" marB="27432" anchor="ctr">
                    <a:lnL w="0">
                      <a:noFill/>
                    </a:lnL>
                    <a:lnR w="0">
                      <a:noFill/>
                    </a:lnR>
                    <a:lnT w="0">
                      <a:noFill/>
                    </a:lnT>
                    <a:lnB w="9525">
                      <a:solidFill>
                        <a:srgbClr val="E3E3E3"/>
                      </a:solidFill>
                    </a:lnB>
                    <a:solidFill>
                      <a:srgbClr val="EEF3EF"/>
                    </a:solidFill>
                  </a:tcPr>
                </a:tc>
                <a:tc>
                  <a:txBody>
                    <a:bodyPr wrap="square"/>
                    <a:lstStyle/>
                    <a:p>
                      <a:pPr algn="l">
                        <a:lnSpc>
                          <a:spcPts val="1350"/>
                        </a:lnSpc>
                        <a:buNone/>
                      </a:pPr>
                      <a:r>
                        <a:rPr sz="1100" b="1" lang="ja-JP" altLang="en-US">
                          <a:solidFill>
                            <a:srgbClr val="046A38"/>
                          </a:solidFill>
                        </a:rPr>
                        <a:t>回答完了の表示・評価・コピー</a:t>
                      </a:r>
                    </a:p>
                  </a:txBody>
                  <a:tcPr marL="73152" marT="27432" marR="73152" marB="27432" anchor="ctr">
                    <a:lnL w="0">
                      <a:noFill/>
                    </a:lnL>
                    <a:lnR w="0">
                      <a:noFill/>
                    </a:lnR>
                    <a:lnT w="0">
                      <a:noFill/>
                    </a:lnT>
                    <a:lnB w="9525">
                      <a:solidFill>
                        <a:srgbClr val="E3E3E3"/>
                      </a:solidFill>
                    </a:lnB>
                    <a:solidFill>
                      <a:srgbClr val="EEF3EF"/>
                    </a:solidFill>
                  </a:tcPr>
                </a:tc>
              </a:tr>
              <a:tr h="239572">
                <a:tc rowSpan="3">
                  <a:txBody>
                    <a:bodyPr wrap="square"/>
                    <a:lstStyle/>
                    <a:p>
                      <a:pPr algn="ctr">
                        <a:lnSpc>
                          <a:spcPts val="1350"/>
                        </a:lnSpc>
                        <a:buNone/>
                      </a:pPr>
                      <a:r>
                        <a:rPr sz="1100" b="1" lang="ja-JP" altLang="en-US">
                          <a:solidFill>
                            <a:srgbClr val="262626"/>
                          </a:solidFill>
                        </a:rPr>
                        <a:t>共通</a:t>
                      </a:r>
                    </a:p>
                  </a:txBody>
                  <a:tcPr marL="27432" marT="18288" marR="27432" marB="18288" anchor="ctr">
                    <a:lnL w="0">
                      <a:noFill/>
                    </a:lnL>
                    <a:lnR w="0">
                      <a:noFill/>
                    </a:lnR>
                    <a:lnT w="0">
                      <a:noFill/>
                    </a:lnT>
                    <a:lnB w="25400">
                      <a:solidFill>
                        <a:srgbClr val="FFFFFF"/>
                      </a:solidFill>
                    </a:lnB>
                    <a:solidFill>
                      <a:srgbClr val="F3F3F3"/>
                    </a:solidFill>
                  </a:tcPr>
                </a:tc>
                <a:tc>
                  <a:txBody>
                    <a:bodyPr wrap="square"/>
                    <a:lstStyle/>
                    <a:p>
                      <a:pPr algn="ctr">
                        <a:lnSpc>
                          <a:spcPts val="1350"/>
                        </a:lnSpc>
                        <a:buNone/>
                      </a:pPr>
                      <a:r>
                        <a:rPr sz="1100" b="0" lang="ja-JP" altLang="en-US">
                          <a:solidFill>
                            <a:srgbClr val="262626"/>
                          </a:solidFill>
                        </a:rPr>
                        <a:t>13</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50"/>
                        </a:lnSpc>
                        <a:buNone/>
                      </a:pPr>
                      <a:r>
                        <a:rPr sz="1100" b="0" lang="ja-JP" altLang="en-US">
                          <a:solidFill>
                            <a:srgbClr val="1A1A1A"/>
                          </a:solidFill>
                        </a:rPr>
                        <a:t>機密データ受け渡し箱（新設）</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350"/>
                        </a:lnSpc>
                        <a:buNone/>
                      </a:pPr>
                      <a:r>
                        <a:rPr sz="1100" b="0" lang="ja-JP" altLang="en-US">
                          <a:solidFill>
                            <a:srgbClr val="8C8C8C"/>
                          </a:solidFill>
                        </a:rPr>
                        <a:t>—</a:t>
                      </a:r>
                    </a:p>
                  </a:txBody>
                  <a:tcPr marL="73152" marT="27432" marR="73152" marB="27432" anchor="ctr">
                    <a:lnL w="0">
                      <a:noFill/>
                    </a:lnL>
                    <a:lnR w="0">
                      <a:noFill/>
                    </a:lnR>
                    <a:lnT w="0">
                      <a:noFill/>
                    </a:lnT>
                    <a:lnB w="9525">
                      <a:solidFill>
                        <a:srgbClr val="E3E3E3"/>
                      </a:solidFill>
                    </a:lnB>
                    <a:noFill/>
                  </a:tcPr>
                </a:tc>
              </a:tr>
              <a:tr h="239572">
                <a:tc vMerge="1">
                  <a:txBody>
                    <a:bodyPr wrap="square"/>
                    <a:lstStyle/>
                    <a:p>
                      <a:pPr algn="ctr">
                        <a:lnSpc>
                          <a:spcPts val="1350"/>
                        </a:lnSpc>
                        <a:buNone/>
                      </a:pPr>
                      <a:r>
                        <a:rPr sz="1100" b="1" lang="ja-JP" altLang="en-US">
                          <a:solidFill>
                            <a:srgbClr val="262626"/>
                          </a:solidFill>
                        </a:rPr>
                        <a:t/>
                      </a:r>
                    </a:p>
                  </a:txBody>
                  <a:tcPr marL="27432" marT="18288" marR="27432" marB="18288" anchor="ctr">
                    <a:lnL w="0">
                      <a:noFill/>
                    </a:lnL>
                    <a:lnR w="0">
                      <a:noFill/>
                    </a:lnR>
                    <a:lnT w="0">
                      <a:noFill/>
                    </a:lnT>
                    <a:lnB w="9525">
                      <a:solidFill>
                        <a:srgbClr val="E3E3E3"/>
                      </a:solidFill>
                    </a:lnB>
                    <a:solidFill>
                      <a:srgbClr val="F3F3F3"/>
                    </a:solidFill>
                  </a:tcPr>
                </a:tc>
                <a:tc>
                  <a:txBody>
                    <a:bodyPr wrap="square"/>
                    <a:lstStyle/>
                    <a:p>
                      <a:pPr algn="ctr">
                        <a:lnSpc>
                          <a:spcPts val="1350"/>
                        </a:lnSpc>
                        <a:buNone/>
                      </a:pPr>
                      <a:r>
                        <a:rPr sz="1100" b="0" lang="ja-JP" altLang="en-US">
                          <a:solidFill>
                            <a:srgbClr val="262626"/>
                          </a:solidFill>
                        </a:rPr>
                        <a:t>14</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50"/>
                        </a:lnSpc>
                        <a:buNone/>
                      </a:pPr>
                      <a:r>
                        <a:rPr sz="1100" b="0" lang="ja-JP" altLang="en-US">
                          <a:solidFill>
                            <a:srgbClr val="1A1A1A"/>
                          </a:solidFill>
                        </a:rPr>
                        <a:t>権限の総点検</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350"/>
                        </a:lnSpc>
                        <a:buNone/>
                      </a:pPr>
                      <a:r>
                        <a:rPr sz="1100" b="0" lang="ja-JP" altLang="en-US">
                          <a:solidFill>
                            <a:srgbClr val="8C8C8C"/>
                          </a:solidFill>
                        </a:rPr>
                        <a:t>—</a:t>
                      </a:r>
                    </a:p>
                  </a:txBody>
                  <a:tcPr marL="73152" marT="27432" marR="73152" marB="27432" anchor="ctr">
                    <a:lnL w="0">
                      <a:noFill/>
                    </a:lnL>
                    <a:lnR w="0">
                      <a:noFill/>
                    </a:lnR>
                    <a:lnT w="0">
                      <a:noFill/>
                    </a:lnT>
                    <a:lnB w="9525">
                      <a:solidFill>
                        <a:srgbClr val="E3E3E3"/>
                      </a:solidFill>
                    </a:lnB>
                    <a:noFill/>
                  </a:tcPr>
                </a:tc>
              </a:tr>
              <a:tr h="239572">
                <a:tc vMerge="1">
                  <a:txBody>
                    <a:bodyPr wrap="square"/>
                    <a:lstStyle/>
                    <a:p>
                      <a:pPr algn="ctr">
                        <a:lnSpc>
                          <a:spcPts val="1350"/>
                        </a:lnSpc>
                        <a:buNone/>
                      </a:pPr>
                      <a:r>
                        <a:rPr sz="1100" b="1" lang="ja-JP" altLang="en-US">
                          <a:solidFill>
                            <a:srgbClr val="262626"/>
                          </a:solidFill>
                        </a:rPr>
                        <a:t/>
                      </a:r>
                    </a:p>
                  </a:txBody>
                  <a:tcPr marL="27432" marT="18288" marR="27432" marB="18288" anchor="ctr">
                    <a:lnL w="0">
                      <a:noFill/>
                    </a:lnL>
                    <a:lnR w="0">
                      <a:noFill/>
                    </a:lnR>
                    <a:lnT w="0">
                      <a:noFill/>
                    </a:lnT>
                    <a:lnB w="9525">
                      <a:solidFill>
                        <a:srgbClr val="E3E3E3"/>
                      </a:solidFill>
                    </a:lnB>
                    <a:solidFill>
                      <a:srgbClr val="F3F3F3"/>
                    </a:solidFill>
                  </a:tcPr>
                </a:tc>
                <a:tc>
                  <a:txBody>
                    <a:bodyPr wrap="square"/>
                    <a:lstStyle/>
                    <a:p>
                      <a:pPr algn="ctr">
                        <a:lnSpc>
                          <a:spcPts val="1350"/>
                        </a:lnSpc>
                        <a:buNone/>
                      </a:pPr>
                      <a:r>
                        <a:rPr sz="1100" b="0" lang="ja-JP" altLang="en-US">
                          <a:solidFill>
                            <a:srgbClr val="262626"/>
                          </a:solidFill>
                        </a:rPr>
                        <a:t>15</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50"/>
                        </a:lnSpc>
                        <a:buNone/>
                      </a:pPr>
                      <a:r>
                        <a:rPr sz="1100" b="0" lang="ja-JP" altLang="en-US">
                          <a:solidFill>
                            <a:srgbClr val="1A1A1A"/>
                          </a:solidFill>
                        </a:rPr>
                        <a:t>LLMをClaude Opus 5.5へ切替</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350"/>
                        </a:lnSpc>
                        <a:buNone/>
                      </a:pPr>
                      <a:r>
                        <a:rPr sz="1100" b="0" lang="ja-JP" altLang="en-US">
                          <a:solidFill>
                            <a:srgbClr val="8C8C8C"/>
                          </a:solidFill>
                        </a:rPr>
                        <a:t>—</a:t>
                      </a:r>
                    </a:p>
                  </a:txBody>
                  <a:tcPr marL="73152" marT="27432" marR="73152" marB="27432" anchor="ctr">
                    <a:lnL w="0">
                      <a:noFill/>
                    </a:lnL>
                    <a:lnR w="0">
                      <a:noFill/>
                    </a:lnR>
                    <a:lnT w="0">
                      <a:noFill/>
                    </a:lnT>
                    <a:lnB w="9525">
                      <a:solidFill>
                        <a:srgbClr val="E3E3E3"/>
                      </a:solidFill>
                    </a:lnB>
                    <a:noFill/>
                  </a:tcPr>
                </a:tc>
              </a:tr>
              <a:tr h="239572">
                <a:tc rowSpan="2">
                  <a:txBody>
                    <a:bodyPr wrap="square"/>
                    <a:lstStyle/>
                    <a:p>
                      <a:pPr algn="ctr">
                        <a:lnSpc>
                          <a:spcPts val="1350"/>
                        </a:lnSpc>
                        <a:buNone/>
                      </a:pPr>
                      <a:r>
                        <a:rPr sz="1100" b="1" lang="ja-JP" altLang="en-US">
                          <a:solidFill>
                            <a:srgbClr val="262626"/>
                          </a:solidFill>
                        </a:rPr>
                        <a:t>Phase2で</a:t>
                      </a:r>
                    </a:p>
                    <a:p>
                      <a:pPr algn="ctr">
                        <a:lnSpc>
                          <a:spcPts val="1350"/>
                        </a:lnSpc>
                        <a:buNone/>
                      </a:pPr>
                      <a:r>
                        <a:rPr sz="1100" b="1" lang="ja-JP" altLang="en-US">
                          <a:solidFill>
                            <a:srgbClr val="262626"/>
                          </a:solidFill>
                        </a:rPr>
                        <a:t>追加</a:t>
                      </a:r>
                    </a:p>
                  </a:txBody>
                  <a:tcPr marL="27432" marT="18288" marR="27432" marB="18288" anchor="ctr">
                    <a:lnL w="0">
                      <a:noFill/>
                    </a:lnL>
                    <a:lnR w="0">
                      <a:noFill/>
                    </a:lnR>
                    <a:lnT w="0">
                      <a:noFill/>
                    </a:lnT>
                    <a:lnB w="25400">
                      <a:solidFill>
                        <a:srgbClr val="FFFFFF"/>
                      </a:solidFill>
                    </a:lnB>
                    <a:solidFill>
                      <a:srgbClr val="F3F3F3"/>
                    </a:solidFill>
                  </a:tcPr>
                </a:tc>
                <a:tc>
                  <a:txBody>
                    <a:bodyPr wrap="square"/>
                    <a:lstStyle/>
                    <a:p>
                      <a:pPr algn="ctr">
                        <a:lnSpc>
                          <a:spcPts val="1350"/>
                        </a:lnSpc>
                        <a:buNone/>
                      </a:pPr>
                      <a:r>
                        <a:rPr sz="1100" b="0" lang="ja-JP" altLang="en-US">
                          <a:solidFill>
                            <a:srgbClr val="262626"/>
                          </a:solidFill>
                        </a:rPr>
                        <a:t>16</a:t>
                      </a:r>
                    </a:p>
                  </a:txBody>
                  <a:tcPr marL="73152" marT="27432" marR="73152" marB="27432" anchor="ctr">
                    <a:lnL w="0">
                      <a:noFill/>
                    </a:lnL>
                    <a:lnR w="0">
                      <a:noFill/>
                    </a:lnR>
                    <a:lnT w="0">
                      <a:noFill/>
                    </a:lnT>
                    <a:lnB w="9525">
                      <a:solidFill>
                        <a:srgbClr val="E3E3E3"/>
                      </a:solidFill>
                    </a:lnB>
                    <a:solidFill>
                      <a:srgbClr val="EEF3EF"/>
                    </a:solidFill>
                  </a:tcPr>
                </a:tc>
                <a:tc>
                  <a:txBody>
                    <a:bodyPr wrap="square"/>
                    <a:lstStyle/>
                    <a:p>
                      <a:pPr algn="l">
                        <a:lnSpc>
                          <a:spcPts val="1350"/>
                        </a:lnSpc>
                        <a:buNone/>
                      </a:pPr>
                      <a:r>
                        <a:rPr sz="1100" b="0" lang="ja-JP" altLang="en-US">
                          <a:solidFill>
                            <a:srgbClr val="1A1A1A"/>
                          </a:solidFill>
                        </a:rPr>
                        <a:t>外部データの拡充と取得の流れ</a:t>
                      </a:r>
                      <a:r>
                        <a:rPr sz="950" b="1" lang="ja-JP" altLang="en-US">
                          <a:solidFill>
                            <a:srgbClr val="046A38"/>
                          </a:solidFill>
                        </a:rPr>
                        <a:t>  NEW</a:t>
                      </a:r>
                    </a:p>
                  </a:txBody>
                  <a:tcPr marL="73152" marT="27432" marR="73152" marB="27432" anchor="ctr">
                    <a:lnL w="0">
                      <a:noFill/>
                    </a:lnL>
                    <a:lnR w="0">
                      <a:noFill/>
                    </a:lnR>
                    <a:lnT w="0">
                      <a:noFill/>
                    </a:lnT>
                    <a:lnB w="9525">
                      <a:solidFill>
                        <a:srgbClr val="E3E3E3"/>
                      </a:solidFill>
                    </a:lnB>
                    <a:solidFill>
                      <a:srgbClr val="EEF3EF"/>
                    </a:solidFill>
                  </a:tcPr>
                </a:tc>
                <a:tc>
                  <a:txBody>
                    <a:bodyPr wrap="square"/>
                    <a:lstStyle/>
                    <a:p>
                      <a:pPr algn="l">
                        <a:lnSpc>
                          <a:spcPts val="1350"/>
                        </a:lnSpc>
                        <a:buNone/>
                      </a:pPr>
                      <a:r>
                        <a:rPr sz="1100" b="1" lang="ja-JP" altLang="en-US">
                          <a:solidFill>
                            <a:srgbClr val="046A38"/>
                          </a:solidFill>
                        </a:rPr>
                        <a:t>取得元＋59件・外部指標72</a:t>
                      </a:r>
                    </a:p>
                  </a:txBody>
                  <a:tcPr marL="73152" marT="27432" marR="73152" marB="27432" anchor="ctr">
                    <a:lnL w="0">
                      <a:noFill/>
                    </a:lnL>
                    <a:lnR w="0">
                      <a:noFill/>
                    </a:lnR>
                    <a:lnT w="0">
                      <a:noFill/>
                    </a:lnT>
                    <a:lnB w="9525">
                      <a:solidFill>
                        <a:srgbClr val="E3E3E3"/>
                      </a:solidFill>
                    </a:lnB>
                    <a:solidFill>
                      <a:srgbClr val="EEF3EF"/>
                    </a:solidFill>
                  </a:tcPr>
                </a:tc>
              </a:tr>
              <a:tr h="239572">
                <a:tc vMerge="1">
                  <a:txBody>
                    <a:bodyPr wrap="square"/>
                    <a:lstStyle/>
                    <a:p>
                      <a:pPr algn="ctr">
                        <a:lnSpc>
                          <a:spcPts val="1350"/>
                        </a:lnSpc>
                        <a:buNone/>
                      </a:pPr>
                      <a:r>
                        <a:rPr sz="1100" b="1" lang="ja-JP" altLang="en-US">
                          <a:solidFill>
                            <a:srgbClr val="262626"/>
                          </a:solidFill>
                        </a:rPr>
                        <a:t/>
                      </a:r>
                    </a:p>
                  </a:txBody>
                  <a:tcPr marL="27432" marT="18288" marR="27432" marB="18288" anchor="ctr">
                    <a:lnL w="0">
                      <a:noFill/>
                    </a:lnL>
                    <a:lnR w="0">
                      <a:noFill/>
                    </a:lnR>
                    <a:lnT w="0">
                      <a:noFill/>
                    </a:lnT>
                    <a:lnB w="9525">
                      <a:solidFill>
                        <a:srgbClr val="E3E3E3"/>
                      </a:solidFill>
                    </a:lnB>
                    <a:solidFill>
                      <a:srgbClr val="F3F3F3"/>
                    </a:solidFill>
                  </a:tcPr>
                </a:tc>
                <a:tc>
                  <a:txBody>
                    <a:bodyPr wrap="square"/>
                    <a:lstStyle/>
                    <a:p>
                      <a:pPr algn="ctr">
                        <a:lnSpc>
                          <a:spcPts val="1350"/>
                        </a:lnSpc>
                        <a:buNone/>
                      </a:pPr>
                      <a:r>
                        <a:rPr sz="1100" b="0" lang="ja-JP" altLang="en-US">
                          <a:solidFill>
                            <a:srgbClr val="262626"/>
                          </a:solidFill>
                        </a:rPr>
                        <a:t>17</a:t>
                      </a:r>
                    </a:p>
                  </a:txBody>
                  <a:tcPr marL="73152" marT="27432" marR="73152" marB="27432" anchor="ctr">
                    <a:lnL w="0">
                      <a:noFill/>
                    </a:lnL>
                    <a:lnR w="0">
                      <a:noFill/>
                    </a:lnR>
                    <a:lnT w="0">
                      <a:noFill/>
                    </a:lnT>
                    <a:lnB w="9525">
                      <a:solidFill>
                        <a:srgbClr val="E3E3E3"/>
                      </a:solidFill>
                    </a:lnB>
                    <a:solidFill>
                      <a:srgbClr val="EEF3EF"/>
                    </a:solidFill>
                  </a:tcPr>
                </a:tc>
                <a:tc>
                  <a:txBody>
                    <a:bodyPr wrap="square"/>
                    <a:lstStyle/>
                    <a:p>
                      <a:pPr algn="l">
                        <a:lnSpc>
                          <a:spcPts val="1350"/>
                        </a:lnSpc>
                        <a:buNone/>
                      </a:pPr>
                      <a:r>
                        <a:rPr sz="1100" b="0" lang="ja-JP" altLang="en-US">
                          <a:solidFill>
                            <a:srgbClr val="1A1A1A"/>
                          </a:solidFill>
                        </a:rPr>
                        <a:t>読み込みの高速化・全画面の点検</a:t>
                      </a:r>
                      <a:r>
                        <a:rPr sz="950" b="1" lang="ja-JP" altLang="en-US">
                          <a:solidFill>
                            <a:srgbClr val="046A38"/>
                          </a:solidFill>
                        </a:rPr>
                        <a:t>  NEW</a:t>
                      </a:r>
                    </a:p>
                  </a:txBody>
                  <a:tcPr marL="73152" marT="27432" marR="73152" marB="27432" anchor="ctr">
                    <a:lnL w="0">
                      <a:noFill/>
                    </a:lnL>
                    <a:lnR w="0">
                      <a:noFill/>
                    </a:lnR>
                    <a:lnT w="0">
                      <a:noFill/>
                    </a:lnT>
                    <a:lnB w="9525">
                      <a:solidFill>
                        <a:srgbClr val="E3E3E3"/>
                      </a:solidFill>
                    </a:lnB>
                    <a:solidFill>
                      <a:srgbClr val="EEF3EF"/>
                    </a:solidFill>
                  </a:tcPr>
                </a:tc>
                <a:tc>
                  <a:txBody>
                    <a:bodyPr wrap="square"/>
                    <a:lstStyle/>
                    <a:p>
                      <a:pPr algn="l">
                        <a:lnSpc>
                          <a:spcPts val="1350"/>
                        </a:lnSpc>
                        <a:buNone/>
                      </a:pPr>
                      <a:r>
                        <a:rPr sz="1100" b="1" lang="ja-JP" altLang="en-US">
                          <a:solidFill>
                            <a:srgbClr val="046A38"/>
                          </a:solidFill>
                        </a:rPr>
                        <a:t>ログイン直後の表示を高速化</a:t>
                      </a:r>
                    </a:p>
                  </a:txBody>
                  <a:tcPr marL="73152" marT="27432" marR="73152" marB="27432" anchor="ctr">
                    <a:lnL w="0">
                      <a:noFill/>
                    </a:lnL>
                    <a:lnR w="0">
                      <a:noFill/>
                    </a:lnR>
                    <a:lnT w="0">
                      <a:noFill/>
                    </a:lnT>
                    <a:lnB w="9525">
                      <a:solidFill>
                        <a:srgbClr val="E3E3E3"/>
                      </a:solidFill>
                    </a:lnB>
                    <a:solidFill>
                      <a:srgbClr val="EEF3EF"/>
                    </a:solidFill>
                  </a:tcPr>
                </a:tc>
              </a:tr>
            </a:tbl>
          </a:graphicData>
        </a:graphic>
      </p:graphicFrame>
      <p:sp>
        <p:nvSpPr>
          <p:cNvPr id="8" name="TextBox 7"/>
          <p:cNvSpPr txBox="1"/>
          <p:nvPr/>
        </p:nvSpPr>
        <p:spPr>
          <a:xfrm>
            <a:off x="475488" y="6053328"/>
            <a:ext cx="6766560" cy="256032"/>
          </a:xfrm>
          <a:prstGeom prst="rect">
            <a:avLst/>
          </a:prstGeom>
          <a:noFill/>
        </p:spPr>
        <p:txBody>
          <a:bodyPr wrap="square" lIns="0" tIns="0" rIns="0" bIns="0" anchor="ctr">
            <a:noAutofit/>
          </a:bodyPr>
          <a:lstStyle/>
          <a:p>
            <a:pPr algn="l">
              <a:buNone/>
            </a:pPr>
            <a:r>
              <a:rPr sz="1000" b="0" lang="ja-JP" altLang="en-US">
                <a:solidFill>
                  <a:srgbClr val="C9D9CE"/>
                </a:solidFill>
              </a:rPr>
              <a:t>■</a:t>
            </a:r>
            <a:r>
              <a:rPr sz="1000" b="0" lang="ja-JP" altLang="en-US">
                <a:solidFill>
                  <a:srgbClr val="595959"/>
                </a:solidFill>
              </a:rPr>
              <a:t> 今週更新・新設した項目　　No.1〜15はPhase1（9/27断面）でご報告済み</a:t>
            </a:r>
          </a:p>
        </p:txBody>
      </p:sp>
      <p:sp>
        <p:nvSpPr>
          <p:cNvPr id="9" name="Rectangle 8"/>
          <p:cNvSpPr/>
          <p:nvPr/>
        </p:nvSpPr>
        <p:spPr>
          <a:xfrm>
            <a:off x="7516368" y="1627632"/>
            <a:ext cx="2039112" cy="896112"/>
          </a:xfrm>
          <a:prstGeom prst="rect">
            <a:avLst/>
          </a:prstGeom>
          <a:solidFill>
            <a:srgbClr val="F3F3F3"/>
          </a:solidFill>
          <a:ln>
            <a:noFill/>
          </a:ln>
        </p:spPr>
        <p:txBody>
          <a:bodyPr rtlCol="0" anchor="ctr" wrap="square" lIns="54864" tIns="27432" rIns="54864" bIns="27432">
            <a:noAutofit/>
          </a:bodyPr>
          <a:lstStyle/>
          <a:p>
            <a:pPr algn="ctr"/>
          </a:p>
        </p:txBody>
      </p:sp>
      <p:sp>
        <p:nvSpPr>
          <p:cNvPr id="10" name="TextBox 9"/>
          <p:cNvSpPr txBox="1"/>
          <p:nvPr/>
        </p:nvSpPr>
        <p:spPr>
          <a:xfrm>
            <a:off x="7516368" y="1645920"/>
            <a:ext cx="2039112" cy="475488"/>
          </a:xfrm>
          <a:prstGeom prst="rect">
            <a:avLst/>
          </a:prstGeom>
          <a:noFill/>
        </p:spPr>
        <p:txBody>
          <a:bodyPr wrap="square" lIns="0" tIns="0" rIns="0" bIns="0" anchor="ctr">
            <a:noAutofit/>
          </a:bodyPr>
          <a:lstStyle/>
          <a:p>
            <a:pPr algn="ctr">
              <a:buNone/>
            </a:pPr>
            <a:r>
              <a:rPr sz="2800" b="1" lang="ja-JP" altLang="en-US">
                <a:solidFill>
                  <a:srgbClr val="046A38"/>
                </a:solidFill>
              </a:rPr>
              <a:t>62</a:t>
            </a:r>
            <a:r>
              <a:rPr sz="1200" b="1" lang="ja-JP" altLang="en-US">
                <a:solidFill>
                  <a:srgbClr val="046A38"/>
                </a:solidFill>
              </a:rPr>
              <a:t> 件</a:t>
            </a:r>
          </a:p>
        </p:txBody>
      </p:sp>
      <p:sp>
        <p:nvSpPr>
          <p:cNvPr id="11" name="TextBox 10"/>
          <p:cNvSpPr txBox="1"/>
          <p:nvPr/>
        </p:nvSpPr>
        <p:spPr>
          <a:xfrm>
            <a:off x="7516368" y="2103120"/>
            <a:ext cx="2039112" cy="384048"/>
          </a:xfrm>
          <a:prstGeom prst="rect">
            <a:avLst/>
          </a:prstGeom>
          <a:noFill/>
        </p:spPr>
        <p:txBody>
          <a:bodyPr wrap="square" lIns="0" tIns="0" rIns="0" bIns="0" anchor="t">
            <a:noAutofit/>
          </a:bodyPr>
          <a:lstStyle/>
          <a:p>
            <a:pPr algn="ctr">
              <a:buNone/>
            </a:pPr>
            <a:r>
              <a:rPr sz="1000" b="0" lang="ja-JP" altLang="en-US">
                <a:solidFill>
                  <a:srgbClr val="595959"/>
                </a:solidFill>
              </a:rPr>
              <a:t>9/28〜10/4に受けたご依頼・改善</a:t>
            </a:r>
          </a:p>
          <a:p>
            <a:pPr algn="ctr">
              <a:buNone/>
            </a:pPr>
            <a:r>
              <a:rPr sz="1000" b="1" lang="ja-JP" altLang="en-US">
                <a:solidFill>
                  <a:srgbClr val="262626"/>
                </a:solidFill>
              </a:rPr>
              <a:t>すべて反映済み</a:t>
            </a:r>
          </a:p>
        </p:txBody>
      </p:sp>
      <p:sp>
        <p:nvSpPr>
          <p:cNvPr id="12" name="Rectangle 11"/>
          <p:cNvSpPr/>
          <p:nvPr/>
        </p:nvSpPr>
        <p:spPr>
          <a:xfrm>
            <a:off x="9665208" y="1627632"/>
            <a:ext cx="2039112" cy="896112"/>
          </a:xfrm>
          <a:prstGeom prst="rect">
            <a:avLst/>
          </a:prstGeom>
          <a:solidFill>
            <a:srgbClr val="F3F3F3"/>
          </a:solidFill>
          <a:ln>
            <a:noFill/>
          </a:ln>
        </p:spPr>
        <p:txBody>
          <a:bodyPr rtlCol="0" anchor="ctr" wrap="square" lIns="54864" tIns="27432" rIns="54864" bIns="27432">
            <a:noAutofit/>
          </a:bodyPr>
          <a:lstStyle/>
          <a:p>
            <a:pPr algn="ctr"/>
          </a:p>
        </p:txBody>
      </p:sp>
      <p:sp>
        <p:nvSpPr>
          <p:cNvPr id="13" name="TextBox 12"/>
          <p:cNvSpPr txBox="1"/>
          <p:nvPr/>
        </p:nvSpPr>
        <p:spPr>
          <a:xfrm>
            <a:off x="9665208" y="1645920"/>
            <a:ext cx="2039112" cy="475488"/>
          </a:xfrm>
          <a:prstGeom prst="rect">
            <a:avLst/>
          </a:prstGeom>
          <a:noFill/>
        </p:spPr>
        <p:txBody>
          <a:bodyPr wrap="square" lIns="0" tIns="0" rIns="0" bIns="0" anchor="ctr">
            <a:noAutofit/>
          </a:bodyPr>
          <a:lstStyle/>
          <a:p>
            <a:pPr algn="ctr">
              <a:buNone/>
            </a:pPr>
            <a:r>
              <a:rPr sz="2800" b="1" lang="ja-JP" altLang="en-US">
                <a:solidFill>
                  <a:srgbClr val="046A38"/>
                </a:solidFill>
              </a:rPr>
              <a:t>17</a:t>
            </a:r>
            <a:r>
              <a:rPr sz="1200" b="1" lang="ja-JP" altLang="en-US">
                <a:solidFill>
                  <a:srgbClr val="046A38"/>
                </a:solidFill>
              </a:rPr>
              <a:t> 項目</a:t>
            </a:r>
          </a:p>
        </p:txBody>
      </p:sp>
      <p:sp>
        <p:nvSpPr>
          <p:cNvPr id="14" name="TextBox 13"/>
          <p:cNvSpPr txBox="1"/>
          <p:nvPr/>
        </p:nvSpPr>
        <p:spPr>
          <a:xfrm>
            <a:off x="9665208" y="2103120"/>
            <a:ext cx="2039112" cy="384048"/>
          </a:xfrm>
          <a:prstGeom prst="rect">
            <a:avLst/>
          </a:prstGeom>
          <a:noFill/>
        </p:spPr>
        <p:txBody>
          <a:bodyPr wrap="square" lIns="0" tIns="0" rIns="0" bIns="0" anchor="t">
            <a:noAutofit/>
          </a:bodyPr>
          <a:lstStyle/>
          <a:p>
            <a:pPr algn="ctr">
              <a:buNone/>
            </a:pPr>
            <a:r>
              <a:rPr sz="1000" b="0" lang="ja-JP" altLang="en-US">
                <a:solidFill>
                  <a:srgbClr val="595959"/>
                </a:solidFill>
              </a:rPr>
              <a:t>改修台帳</a:t>
            </a:r>
          </a:p>
          <a:p>
            <a:pPr algn="ctr">
              <a:buNone/>
            </a:pPr>
            <a:r>
              <a:rPr sz="1000" b="1" lang="ja-JP" altLang="en-US">
                <a:solidFill>
                  <a:srgbClr val="262626"/>
                </a:solidFill>
              </a:rPr>
              <a:t>Phase1の15項目＋2項目</a:t>
            </a:r>
          </a:p>
        </p:txBody>
      </p:sp>
      <p:sp>
        <p:nvSpPr>
          <p:cNvPr id="15" name="TextBox 14"/>
          <p:cNvSpPr txBox="1"/>
          <p:nvPr/>
        </p:nvSpPr>
        <p:spPr>
          <a:xfrm>
            <a:off x="7516368" y="2633472"/>
            <a:ext cx="4187952" cy="274320"/>
          </a:xfrm>
          <a:prstGeom prst="rect">
            <a:avLst/>
          </a:prstGeom>
          <a:noFill/>
        </p:spPr>
        <p:txBody>
          <a:bodyPr wrap="square" lIns="0" tIns="0" rIns="0" bIns="0" anchor="ctr">
            <a:noAutofit/>
          </a:bodyPr>
          <a:lstStyle/>
          <a:p>
            <a:pPr algn="l">
              <a:buNone/>
            </a:pPr>
            <a:r>
              <a:rPr sz="1300" b="1" lang="ja-JP" altLang="en-US">
                <a:solidFill>
                  <a:srgbClr val="262626"/>
                </a:solidFill>
              </a:rPr>
              <a:t>今週の改修のポイント</a:t>
            </a:r>
          </a:p>
        </p:txBody>
      </p:sp>
      <p:sp>
        <p:nvSpPr>
          <p:cNvPr id="16" name="Oval 15"/>
          <p:cNvSpPr/>
          <p:nvPr/>
        </p:nvSpPr>
        <p:spPr>
          <a:xfrm>
            <a:off x="7516368" y="2953512"/>
            <a:ext cx="256032" cy="256032"/>
          </a:xfrm>
          <a:prstGeom prst="ellipse">
            <a:avLst/>
          </a:prstGeom>
          <a:solidFill>
            <a:srgbClr val="046A38"/>
          </a:solidFill>
          <a:ln>
            <a:noFill/>
          </a:ln>
        </p:spPr>
        <p:txBody>
          <a:bodyPr rtlCol="0" anchor="ctr" wrap="square" lIns="0" tIns="0" rIns="0" bIns="0">
            <a:noAutofit/>
          </a:bodyPr>
          <a:lstStyle/>
          <a:p>
            <a:pPr algn="ctr">
              <a:buNone/>
            </a:pPr>
            <a:r>
              <a:rPr sz="1050" b="1" lang="ja-JP" altLang="en-US">
                <a:solidFill>
                  <a:srgbClr val="FFFFFF"/>
                </a:solidFill>
              </a:rPr>
              <a:t>1</a:t>
            </a:r>
          </a:p>
        </p:txBody>
      </p:sp>
      <p:sp>
        <p:nvSpPr>
          <p:cNvPr id="17" name="TextBox 16"/>
          <p:cNvSpPr txBox="1"/>
          <p:nvPr/>
        </p:nvSpPr>
        <p:spPr>
          <a:xfrm>
            <a:off x="7882128" y="2926080"/>
            <a:ext cx="2953511" cy="292608"/>
          </a:xfrm>
          <a:prstGeom prst="rect">
            <a:avLst/>
          </a:prstGeom>
          <a:noFill/>
        </p:spPr>
        <p:txBody>
          <a:bodyPr wrap="square" lIns="0" tIns="0" rIns="0" bIns="0" anchor="ctr">
            <a:noAutofit/>
          </a:bodyPr>
          <a:lstStyle/>
          <a:p>
            <a:pPr algn="l">
              <a:buNone/>
            </a:pPr>
            <a:r>
              <a:rPr sz="1200" b="1" lang="ja-JP" altLang="en-US">
                <a:solidFill>
                  <a:srgbClr val="262626"/>
                </a:solidFill>
              </a:rPr>
              <a:t>計画系3機能の追加改修①（45件）</a:t>
            </a:r>
          </a:p>
        </p:txBody>
      </p:sp>
      <p:sp>
        <p:nvSpPr>
          <p:cNvPr id="18" name="TextBox 17"/>
          <p:cNvSpPr txBox="1"/>
          <p:nvPr/>
        </p:nvSpPr>
        <p:spPr>
          <a:xfrm>
            <a:off x="10835640" y="2926080"/>
            <a:ext cx="868680" cy="292608"/>
          </a:xfrm>
          <a:prstGeom prst="rect">
            <a:avLst/>
          </a:prstGeom>
          <a:noFill/>
        </p:spPr>
        <p:txBody>
          <a:bodyPr wrap="square" lIns="0" tIns="0" rIns="0" bIns="0" anchor="ctr">
            <a:noAutofit/>
          </a:bodyPr>
          <a:lstStyle/>
          <a:p>
            <a:pPr algn="r">
              <a:buNone/>
            </a:pPr>
            <a:r>
              <a:rPr sz="950" b="0" lang="ja-JP" altLang="en-US">
                <a:solidFill>
                  <a:srgbClr val="8C8C8C"/>
                </a:solidFill>
              </a:rPr>
              <a:t>No.3〜5</a:t>
            </a:r>
          </a:p>
        </p:txBody>
      </p:sp>
      <p:sp>
        <p:nvSpPr>
          <p:cNvPr id="19" name="TextBox 18"/>
          <p:cNvSpPr txBox="1"/>
          <p:nvPr/>
        </p:nvSpPr>
        <p:spPr>
          <a:xfrm>
            <a:off x="7882128" y="3209544"/>
            <a:ext cx="3822191" cy="384048"/>
          </a:xfrm>
          <a:prstGeom prst="rect">
            <a:avLst/>
          </a:prstGeom>
          <a:noFill/>
        </p:spPr>
        <p:txBody>
          <a:bodyPr wrap="square" lIns="0" tIns="0" rIns="0" bIns="0" anchor="t">
            <a:noAutofit/>
          </a:bodyPr>
          <a:lstStyle/>
          <a:p>
            <a:pPr algn="l">
              <a:lnSpc>
                <a:spcPct val="100000"/>
              </a:lnSpc>
              <a:buNone/>
            </a:pPr>
            <a:r>
              <a:rPr sz="1050" b="0" lang="ja-JP" altLang="en-US">
                <a:solidFill>
                  <a:srgbClr val="595959"/>
                </a:solidFill>
              </a:rPr>
              <a:t>点検・束ねる・計画の検証で、入力欄と資料名・日付の書き方をそろえ、レポートの型を精緻化</a:t>
            </a:r>
          </a:p>
        </p:txBody>
      </p:sp>
      <p:cxnSp>
        <p:nvCxnSpPr>
          <p:cNvPr id="20" name="Connector 19"/>
          <p:cNvCxnSpPr/>
          <p:nvPr/>
        </p:nvCxnSpPr>
        <p:spPr>
          <a:xfrm>
            <a:off x="7882128" y="3584448"/>
            <a:ext cx="3822192" cy="0"/>
          </a:xfrm>
          <a:prstGeom prst="line">
            <a:avLst/>
          </a:prstGeom>
          <a:ln w="6350">
            <a:solidFill>
              <a:srgbClr val="E3E3E3"/>
            </a:solidFill>
          </a:ln>
        </p:spPr>
      </p:cxnSp>
      <p:sp>
        <p:nvSpPr>
          <p:cNvPr id="21" name="Oval 20"/>
          <p:cNvSpPr/>
          <p:nvPr/>
        </p:nvSpPr>
        <p:spPr>
          <a:xfrm>
            <a:off x="7516368" y="3630168"/>
            <a:ext cx="256032" cy="256032"/>
          </a:xfrm>
          <a:prstGeom prst="ellipse">
            <a:avLst/>
          </a:prstGeom>
          <a:solidFill>
            <a:srgbClr val="046A38"/>
          </a:solidFill>
          <a:ln>
            <a:noFill/>
          </a:ln>
        </p:spPr>
        <p:txBody>
          <a:bodyPr rtlCol="0" anchor="ctr" wrap="square" lIns="0" tIns="0" rIns="0" bIns="0">
            <a:noAutofit/>
          </a:bodyPr>
          <a:lstStyle/>
          <a:p>
            <a:pPr algn="ctr">
              <a:buNone/>
            </a:pPr>
            <a:r>
              <a:rPr sz="1050" b="1" lang="ja-JP" altLang="en-US">
                <a:solidFill>
                  <a:srgbClr val="FFFFFF"/>
                </a:solidFill>
              </a:rPr>
              <a:t>2</a:t>
            </a:r>
          </a:p>
        </p:txBody>
      </p:sp>
      <p:sp>
        <p:nvSpPr>
          <p:cNvPr id="22" name="TextBox 21"/>
          <p:cNvSpPr txBox="1"/>
          <p:nvPr/>
        </p:nvSpPr>
        <p:spPr>
          <a:xfrm>
            <a:off x="7882128" y="3602736"/>
            <a:ext cx="2953511" cy="292608"/>
          </a:xfrm>
          <a:prstGeom prst="rect">
            <a:avLst/>
          </a:prstGeom>
          <a:noFill/>
        </p:spPr>
        <p:txBody>
          <a:bodyPr wrap="square" lIns="0" tIns="0" rIns="0" bIns="0" anchor="ctr">
            <a:noAutofit/>
          </a:bodyPr>
          <a:lstStyle/>
          <a:p>
            <a:pPr algn="l">
              <a:buNone/>
            </a:pPr>
            <a:r>
              <a:rPr sz="1200" b="1" lang="ja-JP" altLang="en-US">
                <a:solidFill>
                  <a:srgbClr val="262626"/>
                </a:solidFill>
              </a:rPr>
              <a:t>0928版へのご意見（9件）</a:t>
            </a:r>
          </a:p>
        </p:txBody>
      </p:sp>
      <p:sp>
        <p:nvSpPr>
          <p:cNvPr id="23" name="TextBox 22"/>
          <p:cNvSpPr txBox="1"/>
          <p:nvPr/>
        </p:nvSpPr>
        <p:spPr>
          <a:xfrm>
            <a:off x="10835640" y="3602736"/>
            <a:ext cx="868680" cy="292608"/>
          </a:xfrm>
          <a:prstGeom prst="rect">
            <a:avLst/>
          </a:prstGeom>
          <a:noFill/>
        </p:spPr>
        <p:txBody>
          <a:bodyPr wrap="square" lIns="0" tIns="0" rIns="0" bIns="0" anchor="ctr">
            <a:noAutofit/>
          </a:bodyPr>
          <a:lstStyle/>
          <a:p>
            <a:pPr algn="r">
              <a:buNone/>
            </a:pPr>
            <a:r>
              <a:rPr sz="950" b="0" lang="ja-JP" altLang="en-US">
                <a:solidFill>
                  <a:srgbClr val="8C8C8C"/>
                </a:solidFill>
              </a:rPr>
              <a:t>No.1・2・4・6</a:t>
            </a:r>
          </a:p>
        </p:txBody>
      </p:sp>
      <p:sp>
        <p:nvSpPr>
          <p:cNvPr id="24" name="TextBox 23"/>
          <p:cNvSpPr txBox="1"/>
          <p:nvPr/>
        </p:nvSpPr>
        <p:spPr>
          <a:xfrm>
            <a:off x="7882128" y="3886200"/>
            <a:ext cx="3822191" cy="384048"/>
          </a:xfrm>
          <a:prstGeom prst="rect">
            <a:avLst/>
          </a:prstGeom>
          <a:noFill/>
        </p:spPr>
        <p:txBody>
          <a:bodyPr wrap="square" lIns="0" tIns="0" rIns="0" bIns="0" anchor="t">
            <a:noAutofit/>
          </a:bodyPr>
          <a:lstStyle/>
          <a:p>
            <a:pPr algn="l">
              <a:lnSpc>
                <a:spcPct val="100000"/>
              </a:lnSpc>
              <a:buNone/>
            </a:pPr>
            <a:r>
              <a:rPr sz="1050" b="0" lang="ja-JP" altLang="en-US">
                <a:solidFill>
                  <a:srgbClr val="595959"/>
                </a:solidFill>
              </a:rPr>
              <a:t>SNSの火種を前週比の倍率順に、各指標に「いつの値か」を表示、BX推進部の利用者の権限を整理</a:t>
            </a:r>
          </a:p>
        </p:txBody>
      </p:sp>
      <p:cxnSp>
        <p:nvCxnSpPr>
          <p:cNvPr id="25" name="Connector 24"/>
          <p:cNvCxnSpPr/>
          <p:nvPr/>
        </p:nvCxnSpPr>
        <p:spPr>
          <a:xfrm>
            <a:off x="7882128" y="4261104"/>
            <a:ext cx="3822192" cy="0"/>
          </a:xfrm>
          <a:prstGeom prst="line">
            <a:avLst/>
          </a:prstGeom>
          <a:ln w="6350">
            <a:solidFill>
              <a:srgbClr val="E3E3E3"/>
            </a:solidFill>
          </a:ln>
        </p:spPr>
      </p:cxnSp>
      <p:sp>
        <p:nvSpPr>
          <p:cNvPr id="26" name="Oval 25"/>
          <p:cNvSpPr/>
          <p:nvPr/>
        </p:nvSpPr>
        <p:spPr>
          <a:xfrm>
            <a:off x="7516368" y="4306824"/>
            <a:ext cx="256032" cy="256032"/>
          </a:xfrm>
          <a:prstGeom prst="ellipse">
            <a:avLst/>
          </a:prstGeom>
          <a:solidFill>
            <a:srgbClr val="046A38"/>
          </a:solidFill>
          <a:ln>
            <a:noFill/>
          </a:ln>
        </p:spPr>
        <p:txBody>
          <a:bodyPr rtlCol="0" anchor="ctr" wrap="square" lIns="0" tIns="0" rIns="0" bIns="0">
            <a:noAutofit/>
          </a:bodyPr>
          <a:lstStyle/>
          <a:p>
            <a:pPr algn="ctr">
              <a:buNone/>
            </a:pPr>
            <a:r>
              <a:rPr sz="1050" b="1" lang="ja-JP" altLang="en-US">
                <a:solidFill>
                  <a:srgbClr val="FFFFFF"/>
                </a:solidFill>
              </a:rPr>
              <a:t>3</a:t>
            </a:r>
          </a:p>
        </p:txBody>
      </p:sp>
      <p:sp>
        <p:nvSpPr>
          <p:cNvPr id="27" name="TextBox 26"/>
          <p:cNvSpPr txBox="1"/>
          <p:nvPr/>
        </p:nvSpPr>
        <p:spPr>
          <a:xfrm>
            <a:off x="7882128" y="4279392"/>
            <a:ext cx="2953511" cy="292608"/>
          </a:xfrm>
          <a:prstGeom prst="rect">
            <a:avLst/>
          </a:prstGeom>
          <a:noFill/>
        </p:spPr>
        <p:txBody>
          <a:bodyPr wrap="square" lIns="0" tIns="0" rIns="0" bIns="0" anchor="ctr">
            <a:noAutofit/>
          </a:bodyPr>
          <a:lstStyle/>
          <a:p>
            <a:pPr algn="l">
              <a:buNone/>
            </a:pPr>
            <a:r>
              <a:rPr sz="1200" b="1" lang="ja-JP" altLang="en-US">
                <a:solidFill>
                  <a:srgbClr val="262626"/>
                </a:solidFill>
              </a:rPr>
              <a:t>外部データの拡充（10/5）</a:t>
            </a:r>
          </a:p>
        </p:txBody>
      </p:sp>
      <p:sp>
        <p:nvSpPr>
          <p:cNvPr id="28" name="TextBox 27"/>
          <p:cNvSpPr txBox="1"/>
          <p:nvPr/>
        </p:nvSpPr>
        <p:spPr>
          <a:xfrm>
            <a:off x="10835640" y="4279392"/>
            <a:ext cx="868680" cy="292608"/>
          </a:xfrm>
          <a:prstGeom prst="rect">
            <a:avLst/>
          </a:prstGeom>
          <a:noFill/>
        </p:spPr>
        <p:txBody>
          <a:bodyPr wrap="square" lIns="0" tIns="0" rIns="0" bIns="0" anchor="ctr">
            <a:noAutofit/>
          </a:bodyPr>
          <a:lstStyle/>
          <a:p>
            <a:pPr algn="r">
              <a:buNone/>
            </a:pPr>
            <a:r>
              <a:rPr sz="950" b="0" lang="ja-JP" altLang="en-US">
                <a:solidFill>
                  <a:srgbClr val="8C8C8C"/>
                </a:solidFill>
              </a:rPr>
              <a:t>No.16</a:t>
            </a:r>
          </a:p>
        </p:txBody>
      </p:sp>
      <p:sp>
        <p:nvSpPr>
          <p:cNvPr id="29" name="TextBox 28"/>
          <p:cNvSpPr txBox="1"/>
          <p:nvPr/>
        </p:nvSpPr>
        <p:spPr>
          <a:xfrm>
            <a:off x="7882128" y="4562855"/>
            <a:ext cx="3822191" cy="384048"/>
          </a:xfrm>
          <a:prstGeom prst="rect">
            <a:avLst/>
          </a:prstGeom>
          <a:noFill/>
        </p:spPr>
        <p:txBody>
          <a:bodyPr wrap="square" lIns="0" tIns="0" rIns="0" bIns="0" anchor="t">
            <a:noAutofit/>
          </a:bodyPr>
          <a:lstStyle/>
          <a:p>
            <a:pPr algn="l">
              <a:lnSpc>
                <a:spcPct val="100000"/>
              </a:lnSpc>
              <a:buNone/>
            </a:pPr>
            <a:r>
              <a:rPr sz="1050" b="0" lang="ja-JP" altLang="en-US">
                <a:solidFill>
                  <a:srgbClr val="595959"/>
                </a:solidFill>
              </a:rPr>
              <a:t>取得元を59件追加し、センシングボードで選べる外部指標は72に。取得のタイミングも見直し（次頁）</a:t>
            </a:r>
          </a:p>
        </p:txBody>
      </p:sp>
      <p:cxnSp>
        <p:nvCxnSpPr>
          <p:cNvPr id="30" name="Connector 29"/>
          <p:cNvCxnSpPr/>
          <p:nvPr/>
        </p:nvCxnSpPr>
        <p:spPr>
          <a:xfrm>
            <a:off x="7882128" y="4937759"/>
            <a:ext cx="3822192" cy="0"/>
          </a:xfrm>
          <a:prstGeom prst="line">
            <a:avLst/>
          </a:prstGeom>
          <a:ln w="6350">
            <a:solidFill>
              <a:srgbClr val="E3E3E3"/>
            </a:solidFill>
          </a:ln>
        </p:spPr>
      </p:cxnSp>
      <p:sp>
        <p:nvSpPr>
          <p:cNvPr id="31" name="Oval 30"/>
          <p:cNvSpPr/>
          <p:nvPr/>
        </p:nvSpPr>
        <p:spPr>
          <a:xfrm>
            <a:off x="7516368" y="4983480"/>
            <a:ext cx="256032" cy="256032"/>
          </a:xfrm>
          <a:prstGeom prst="ellipse">
            <a:avLst/>
          </a:prstGeom>
          <a:solidFill>
            <a:srgbClr val="046A38"/>
          </a:solidFill>
          <a:ln>
            <a:noFill/>
          </a:ln>
        </p:spPr>
        <p:txBody>
          <a:bodyPr rtlCol="0" anchor="ctr" wrap="square" lIns="0" tIns="0" rIns="0" bIns="0">
            <a:noAutofit/>
          </a:bodyPr>
          <a:lstStyle/>
          <a:p>
            <a:pPr algn="ctr">
              <a:buNone/>
            </a:pPr>
            <a:r>
              <a:rPr sz="1050" b="1" lang="ja-JP" altLang="en-US">
                <a:solidFill>
                  <a:srgbClr val="FFFFFF"/>
                </a:solidFill>
              </a:rPr>
              <a:t>4</a:t>
            </a:r>
          </a:p>
        </p:txBody>
      </p:sp>
      <p:sp>
        <p:nvSpPr>
          <p:cNvPr id="32" name="TextBox 31"/>
          <p:cNvSpPr txBox="1"/>
          <p:nvPr/>
        </p:nvSpPr>
        <p:spPr>
          <a:xfrm>
            <a:off x="7882128" y="4956048"/>
            <a:ext cx="2953511" cy="292608"/>
          </a:xfrm>
          <a:prstGeom prst="rect">
            <a:avLst/>
          </a:prstGeom>
          <a:noFill/>
        </p:spPr>
        <p:txBody>
          <a:bodyPr wrap="square" lIns="0" tIns="0" rIns="0" bIns="0" anchor="ctr">
            <a:noAutofit/>
          </a:bodyPr>
          <a:lstStyle/>
          <a:p>
            <a:pPr algn="l">
              <a:buNone/>
            </a:pPr>
            <a:r>
              <a:rPr sz="1200" b="1" lang="ja-JP" altLang="en-US">
                <a:solidFill>
                  <a:srgbClr val="262626"/>
                </a:solidFill>
              </a:rPr>
              <a:t>総会QA：今年度QAの取り込み（1件）</a:t>
            </a:r>
          </a:p>
        </p:txBody>
      </p:sp>
      <p:sp>
        <p:nvSpPr>
          <p:cNvPr id="33" name="TextBox 32"/>
          <p:cNvSpPr txBox="1"/>
          <p:nvPr/>
        </p:nvSpPr>
        <p:spPr>
          <a:xfrm>
            <a:off x="10835640" y="4956048"/>
            <a:ext cx="868680" cy="292608"/>
          </a:xfrm>
          <a:prstGeom prst="rect">
            <a:avLst/>
          </a:prstGeom>
          <a:noFill/>
        </p:spPr>
        <p:txBody>
          <a:bodyPr wrap="square" lIns="0" tIns="0" rIns="0" bIns="0" anchor="ctr">
            <a:noAutofit/>
          </a:bodyPr>
          <a:lstStyle/>
          <a:p>
            <a:pPr algn="r">
              <a:buNone/>
            </a:pPr>
            <a:r>
              <a:rPr sz="950" b="0" lang="ja-JP" altLang="en-US">
                <a:solidFill>
                  <a:srgbClr val="8C8C8C"/>
                </a:solidFill>
              </a:rPr>
              <a:t>No.10・11</a:t>
            </a:r>
          </a:p>
        </p:txBody>
      </p:sp>
      <p:sp>
        <p:nvSpPr>
          <p:cNvPr id="34" name="TextBox 33"/>
          <p:cNvSpPr txBox="1"/>
          <p:nvPr/>
        </p:nvSpPr>
        <p:spPr>
          <a:xfrm>
            <a:off x="7882128" y="5239512"/>
            <a:ext cx="3822191" cy="384048"/>
          </a:xfrm>
          <a:prstGeom prst="rect">
            <a:avLst/>
          </a:prstGeom>
          <a:noFill/>
        </p:spPr>
        <p:txBody>
          <a:bodyPr wrap="square" lIns="0" tIns="0" rIns="0" bIns="0" anchor="t">
            <a:noAutofit/>
          </a:bodyPr>
          <a:lstStyle/>
          <a:p>
            <a:pPr algn="l">
              <a:lnSpc>
                <a:spcPct val="100000"/>
              </a:lnSpc>
              <a:buNone/>
            </a:pPr>
            <a:r>
              <a:rPr sz="1050" b="0" lang="ja-JP" altLang="en-US">
                <a:solidFill>
                  <a:srgbClr val="595959"/>
                </a:solidFill>
              </a:rPr>
              <a:t>質問作成・回答作成で今年度のQAを取り込めるように。取り込んだ行の表示と重複の確認つき</a:t>
            </a:r>
          </a:p>
        </p:txBody>
      </p:sp>
      <p:cxnSp>
        <p:nvCxnSpPr>
          <p:cNvPr id="35" name="Connector 34"/>
          <p:cNvCxnSpPr/>
          <p:nvPr/>
        </p:nvCxnSpPr>
        <p:spPr>
          <a:xfrm>
            <a:off x="7882128" y="5614416"/>
            <a:ext cx="3822192" cy="0"/>
          </a:xfrm>
          <a:prstGeom prst="line">
            <a:avLst/>
          </a:prstGeom>
          <a:ln w="6350">
            <a:solidFill>
              <a:srgbClr val="E3E3E3"/>
            </a:solidFill>
          </a:ln>
        </p:spPr>
      </p:cxnSp>
      <p:sp>
        <p:nvSpPr>
          <p:cNvPr id="36" name="Oval 35"/>
          <p:cNvSpPr/>
          <p:nvPr/>
        </p:nvSpPr>
        <p:spPr>
          <a:xfrm>
            <a:off x="7516368" y="5660136"/>
            <a:ext cx="256032" cy="256032"/>
          </a:xfrm>
          <a:prstGeom prst="ellipse">
            <a:avLst/>
          </a:prstGeom>
          <a:solidFill>
            <a:srgbClr val="046A38"/>
          </a:solidFill>
          <a:ln>
            <a:noFill/>
          </a:ln>
        </p:spPr>
        <p:txBody>
          <a:bodyPr rtlCol="0" anchor="ctr" wrap="square" lIns="0" tIns="0" rIns="0" bIns="0">
            <a:noAutofit/>
          </a:bodyPr>
          <a:lstStyle/>
          <a:p>
            <a:pPr algn="ctr">
              <a:buNone/>
            </a:pPr>
            <a:r>
              <a:rPr sz="1050" b="1" lang="ja-JP" altLang="en-US">
                <a:solidFill>
                  <a:srgbClr val="FFFFFF"/>
                </a:solidFill>
              </a:rPr>
              <a:t>5</a:t>
            </a:r>
          </a:p>
        </p:txBody>
      </p:sp>
      <p:sp>
        <p:nvSpPr>
          <p:cNvPr id="37" name="TextBox 36"/>
          <p:cNvSpPr txBox="1"/>
          <p:nvPr/>
        </p:nvSpPr>
        <p:spPr>
          <a:xfrm>
            <a:off x="7882128" y="5632704"/>
            <a:ext cx="2953511" cy="292608"/>
          </a:xfrm>
          <a:prstGeom prst="rect">
            <a:avLst/>
          </a:prstGeom>
          <a:noFill/>
        </p:spPr>
        <p:txBody>
          <a:bodyPr wrap="square" lIns="0" tIns="0" rIns="0" bIns="0" anchor="ctr">
            <a:noAutofit/>
          </a:bodyPr>
          <a:lstStyle/>
          <a:p>
            <a:pPr algn="l">
              <a:buNone/>
            </a:pPr>
            <a:r>
              <a:rPr sz="1200" b="1" lang="ja-JP" altLang="en-US">
                <a:solidFill>
                  <a:srgbClr val="262626"/>
                </a:solidFill>
              </a:rPr>
              <a:t>速さ・使い勝手の底上げ（7件）</a:t>
            </a:r>
          </a:p>
        </p:txBody>
      </p:sp>
      <p:sp>
        <p:nvSpPr>
          <p:cNvPr id="38" name="TextBox 37"/>
          <p:cNvSpPr txBox="1"/>
          <p:nvPr/>
        </p:nvSpPr>
        <p:spPr>
          <a:xfrm>
            <a:off x="10835640" y="5632704"/>
            <a:ext cx="868680" cy="292608"/>
          </a:xfrm>
          <a:prstGeom prst="rect">
            <a:avLst/>
          </a:prstGeom>
          <a:noFill/>
        </p:spPr>
        <p:txBody>
          <a:bodyPr wrap="square" lIns="0" tIns="0" rIns="0" bIns="0" anchor="ctr">
            <a:noAutofit/>
          </a:bodyPr>
          <a:lstStyle/>
          <a:p>
            <a:pPr algn="r">
              <a:buNone/>
            </a:pPr>
            <a:r>
              <a:rPr sz="950" b="0" lang="ja-JP" altLang="en-US">
                <a:solidFill>
                  <a:srgbClr val="8C8C8C"/>
                </a:solidFill>
              </a:rPr>
              <a:t>No.7・12・17</a:t>
            </a:r>
          </a:p>
        </p:txBody>
      </p:sp>
      <p:sp>
        <p:nvSpPr>
          <p:cNvPr id="39" name="TextBox 38"/>
          <p:cNvSpPr txBox="1"/>
          <p:nvPr/>
        </p:nvSpPr>
        <p:spPr>
          <a:xfrm>
            <a:off x="7882128" y="5916168"/>
            <a:ext cx="3822191" cy="384048"/>
          </a:xfrm>
          <a:prstGeom prst="rect">
            <a:avLst/>
          </a:prstGeom>
          <a:noFill/>
        </p:spPr>
        <p:txBody>
          <a:bodyPr wrap="square" lIns="0" tIns="0" rIns="0" bIns="0" anchor="t">
            <a:noAutofit/>
          </a:bodyPr>
          <a:lstStyle/>
          <a:p>
            <a:pPr algn="l">
              <a:lnSpc>
                <a:spcPct val="100000"/>
              </a:lnSpc>
              <a:buNone/>
            </a:pPr>
            <a:r>
              <a:rPr sz="1050" b="0" lang="ja-JP" altLang="en-US">
                <a:solidFill>
                  <a:srgbClr val="595959"/>
                </a:solidFill>
              </a:rPr>
              <a:t>ログイン直後の読み込みを高速化。AI回答の後ろに回答完了・評価・コピーを表示し、全画面を点検</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r>
              <a:t>外部取得データソースの改善結果（10/2 → 10/5）</a:t>
            </a:r>
          </a:p>
        </p:txBody>
      </p:sp>
      <p:sp>
        <p:nvSpPr>
          <p:cNvPr id="3" name="Title 2"/>
          <p:cNvSpPr>
            <a:spLocks noGrp="1"/>
          </p:cNvSpPr>
          <p:nvPr>
            <p:ph type="title"/>
          </p:nvPr>
        </p:nvSpPr>
        <p:spPr/>
        <p:txBody>
          <a:bodyPr/>
          <a:lstStyle/>
          <a:p>
            <a:r>
              <a:t>外部データは、10/2時点で取れていなかった70ソースのうち57ソース（81%）で取得が進みました。残る課題は担い手と時期を分けて進めます</a:t>
            </a:r>
          </a:p>
        </p:txBody>
      </p:sp>
      <p:sp>
        <p:nvSpPr>
          <p:cNvPr id="6" name="スライド番号プレースホルダー 1">
            <a:extLst>
              <a:ext uri="{FF2B5EF4-FFF2-40B4-BE49-F238E27FC236}">
                <a16:creationId xmlns:a16="http://schemas.microsoft.com/office/drawing/2014/main" id="{0BED03D4-18EC-E4B0-DF9A-83D2D27C9427}"/>
              </a:ext>
            </a:extLst>
          </p:cNvPr>
          <p:cNvSpPr>
            <a:spLocks noGrp="1"/>
          </p:cNvSpPr>
          <p:nvPr>
            <p:ph type="sldNum" sz="quarter" idx="11"/>
          </p:nvPr>
        </p:nvSpPr>
        <p:spPr>
          <a:xfrm>
            <a:off x="480000" y="6588000"/>
            <a:ext cx="180000" cy="169200"/>
          </a:xfrm>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lang="ja-JP" altLang="en-US"/>
            </a:pPr>
            <a:fld id="{AA5FCFE5-FE56-4EF1-80A8-07776887C2A1}" type="slidenum">
              <a:rPr kumimoji="0" lang="ja-JP" altLang="en-US" sz="900" b="0" i="0" u="none" strike="noStrike" kern="1200" cap="none" spc="0" normalizeH="0" baseline="0" noProof="0" smtClean="0">
                <a:ln>
                  <a:noFill/>
                </a:ln>
                <a:solidFill>
                  <a:prstClr val="black"/>
                </a:solidFill>
                <a:effectLst/>
                <a:uLnTx/>
                <a:uFillTx/>
                <a:latin typeface="Calibri"/>
                <a:ea typeface="Yu Gothic UI"/>
                <a:cs typeface="+mn-cs"/>
              </a:rPr>
              <a:pPr marL="0" marR="0" lvl="0" indent="0" algn="r" defTabSz="914400" rtl="0" eaLnBrk="1" fontAlgn="base" latinLnBrk="0" hangingPunct="1">
                <a:lnSpc>
                  <a:spcPct val="100000"/>
                </a:lnSpc>
                <a:spcBef>
                  <a:spcPct val="0"/>
                </a:spcBef>
                <a:spcAft>
                  <a:spcPct val="0"/>
                </a:spcAft>
                <a:buClrTx/>
                <a:buSzTx/>
                <a:buFontTx/>
                <a:buNone/>
                <a:tabLst/>
                <a:defRPr lang="ja-JP" altLang="en-US"/>
              </a:pPr>
              <a:t>5</a:t>
            </a:fld>
            <a:endParaRPr kumimoji="0" lang="ja-JP" altLang="en-US" sz="900" b="0" i="0" u="none" strike="noStrike" kern="1200" cap="none" spc="0" normalizeH="0" baseline="0" noProof="0">
              <a:ln>
                <a:noFill/>
              </a:ln>
              <a:solidFill>
                <a:prstClr val="black"/>
              </a:solidFill>
              <a:effectLst/>
              <a:uLnTx/>
              <a:uFillTx/>
              <a:latin typeface="Calibri"/>
              <a:ea typeface="Yu Gothic UI"/>
              <a:cs typeface="+mn-cs"/>
            </a:endParaRPr>
          </a:p>
        </p:txBody>
      </p:sp>
      <p:sp>
        <p:nvSpPr>
          <p:cNvPr id="7" name="Rectangle 6"/>
          <p:cNvSpPr/>
          <p:nvPr/>
        </p:nvSpPr>
        <p:spPr>
          <a:xfrm>
            <a:off x="475488" y="1627632"/>
            <a:ext cx="5257800" cy="914400"/>
          </a:xfrm>
          <a:prstGeom prst="rect">
            <a:avLst/>
          </a:prstGeom>
          <a:solidFill>
            <a:srgbClr val="F3F3F3"/>
          </a:solidFill>
          <a:ln>
            <a:noFill/>
          </a:ln>
        </p:spPr>
        <p:txBody>
          <a:bodyPr rtlCol="0" anchor="ctr" wrap="square" lIns="54864" tIns="27432" rIns="54864" bIns="27432">
            <a:noAutofit/>
          </a:bodyPr>
          <a:lstStyle/>
          <a:p>
            <a:pPr algn="ctr"/>
          </a:p>
        </p:txBody>
      </p:sp>
      <p:sp>
        <p:nvSpPr>
          <p:cNvPr id="8" name="TextBox 7"/>
          <p:cNvSpPr txBox="1"/>
          <p:nvPr/>
        </p:nvSpPr>
        <p:spPr>
          <a:xfrm>
            <a:off x="658368" y="1664208"/>
            <a:ext cx="2103120" cy="822960"/>
          </a:xfrm>
          <a:prstGeom prst="rect">
            <a:avLst/>
          </a:prstGeom>
          <a:noFill/>
        </p:spPr>
        <p:txBody>
          <a:bodyPr wrap="square" lIns="0" tIns="0" rIns="0" bIns="0" anchor="ctr">
            <a:noAutofit/>
          </a:bodyPr>
          <a:lstStyle/>
          <a:p>
            <a:pPr algn="l">
              <a:buNone/>
            </a:pPr>
            <a:r>
              <a:rPr sz="4000" b="1" lang="ja-JP" altLang="en-US">
                <a:solidFill>
                  <a:srgbClr val="046A38"/>
                </a:solidFill>
              </a:rPr>
              <a:t>57</a:t>
            </a:r>
            <a:r>
              <a:rPr sz="2000" b="1" lang="ja-JP" altLang="en-US">
                <a:solidFill>
                  <a:srgbClr val="046A38"/>
                </a:solidFill>
              </a:rPr>
              <a:t> / 70</a:t>
            </a:r>
          </a:p>
        </p:txBody>
      </p:sp>
      <p:sp>
        <p:nvSpPr>
          <p:cNvPr id="9" name="TextBox 8"/>
          <p:cNvSpPr txBox="1"/>
          <p:nvPr/>
        </p:nvSpPr>
        <p:spPr>
          <a:xfrm>
            <a:off x="2514600" y="1700784"/>
            <a:ext cx="3108960" cy="786384"/>
          </a:xfrm>
          <a:prstGeom prst="rect">
            <a:avLst/>
          </a:prstGeom>
          <a:noFill/>
        </p:spPr>
        <p:txBody>
          <a:bodyPr wrap="square" lIns="0" tIns="0" rIns="0" bIns="0" anchor="ctr">
            <a:noAutofit/>
          </a:bodyPr>
          <a:lstStyle/>
          <a:p>
            <a:pPr algn="l">
              <a:buNone/>
            </a:pPr>
            <a:r>
              <a:rPr sz="1300" b="1" lang="ja-JP" altLang="en-US">
                <a:solidFill>
                  <a:srgbClr val="262626"/>
                </a:solidFill>
              </a:rPr>
              <a:t>ソースで取得が進んだ（81%）</a:t>
            </a:r>
          </a:p>
          <a:p>
            <a:pPr algn="l">
              <a:spcBef>
                <a:spcPts val="300"/>
              </a:spcBef>
              <a:buNone/>
            </a:pPr>
            <a:r>
              <a:rPr sz="1050" b="0" lang="ja-JP" altLang="en-US">
                <a:solidFill>
                  <a:srgbClr val="595959"/>
                </a:solidFill>
              </a:rPr>
              <a:t>解消21：主な項目まで取得　改善36：一部・代わりの指標で取得　変化なし13</a:t>
            </a:r>
          </a:p>
        </p:txBody>
      </p:sp>
      <p:sp>
        <p:nvSpPr>
          <p:cNvPr id="10" name="TextBox 9"/>
          <p:cNvSpPr txBox="1"/>
          <p:nvPr/>
        </p:nvSpPr>
        <p:spPr>
          <a:xfrm>
            <a:off x="475488" y="2651760"/>
            <a:ext cx="5257800" cy="274320"/>
          </a:xfrm>
          <a:prstGeom prst="rect">
            <a:avLst/>
          </a:prstGeom>
          <a:noFill/>
        </p:spPr>
        <p:txBody>
          <a:bodyPr wrap="square" lIns="0" tIns="0" rIns="0" bIns="0" anchor="ctr">
            <a:noAutofit/>
          </a:bodyPr>
          <a:lstStyle/>
          <a:p>
            <a:pPr algn="l">
              <a:buNone/>
            </a:pPr>
            <a:r>
              <a:rPr sz="1200" b="1" lang="ja-JP" altLang="en-US">
                <a:solidFill>
                  <a:srgbClr val="262626"/>
                </a:solidFill>
              </a:rPr>
              <a:t>10/2時点の状況別の結果（ソース数）</a:t>
            </a:r>
          </a:p>
        </p:txBody>
      </p:sp>
      <p:graphicFrame>
        <p:nvGraphicFramePr>
          <p:cNvPr id="11" name="Chart 10"/>
          <p:cNvGraphicFramePr>
            <a:graphicFrameLocks noGrp="1"/>
          </p:cNvGraphicFramePr>
          <p:nvPr/>
        </p:nvGraphicFramePr>
        <p:xfrm>
          <a:off x="384048" y="2907792"/>
          <a:ext cx="5349240" cy="1783080"/>
        </p:xfrm>
        <a:graphic>
          <a:graphicData uri="http://schemas.openxmlformats.org/drawingml/2006/chart">
            <c:chart xmlns:c="http://schemas.openxmlformats.org/drawingml/2006/chart" r:id="rId3"/>
          </a:graphicData>
        </a:graphic>
      </p:graphicFrame>
      <p:sp>
        <p:nvSpPr>
          <p:cNvPr id="12" name="TextBox 11"/>
          <p:cNvSpPr txBox="1"/>
          <p:nvPr/>
        </p:nvSpPr>
        <p:spPr>
          <a:xfrm>
            <a:off x="475488" y="4754880"/>
            <a:ext cx="5257800" cy="274320"/>
          </a:xfrm>
          <a:prstGeom prst="rect">
            <a:avLst/>
          </a:prstGeom>
          <a:noFill/>
        </p:spPr>
        <p:txBody>
          <a:bodyPr wrap="square" lIns="0" tIns="0" rIns="0" bIns="0" anchor="ctr">
            <a:noAutofit/>
          </a:bodyPr>
          <a:lstStyle/>
          <a:p>
            <a:pPr algn="l">
              <a:buNone/>
            </a:pPr>
            <a:r>
              <a:rPr sz="1200" b="1" lang="ja-JP" altLang="en-US">
                <a:solidFill>
                  <a:srgbClr val="262626"/>
                </a:solidFill>
              </a:rPr>
              <a:t>アプリ側の変化（10/5）</a:t>
            </a:r>
          </a:p>
        </p:txBody>
      </p:sp>
      <p:cxnSp>
        <p:nvCxnSpPr>
          <p:cNvPr id="13" name="Connector 12"/>
          <p:cNvCxnSpPr/>
          <p:nvPr/>
        </p:nvCxnSpPr>
        <p:spPr>
          <a:xfrm>
            <a:off x="475488" y="5047488"/>
            <a:ext cx="5257800" cy="0"/>
          </a:xfrm>
          <a:prstGeom prst="line">
            <a:avLst/>
          </a:prstGeom>
          <a:ln w="9525">
            <a:solidFill>
              <a:srgbClr val="E3E3E3"/>
            </a:solidFill>
          </a:ln>
        </p:spPr>
      </p:cxnSp>
      <p:sp>
        <p:nvSpPr>
          <p:cNvPr id="14" name="TextBox 13"/>
          <p:cNvSpPr txBox="1"/>
          <p:nvPr/>
        </p:nvSpPr>
        <p:spPr>
          <a:xfrm>
            <a:off x="475488" y="5047488"/>
            <a:ext cx="1143000" cy="411480"/>
          </a:xfrm>
          <a:prstGeom prst="rect">
            <a:avLst/>
          </a:prstGeom>
          <a:noFill/>
        </p:spPr>
        <p:txBody>
          <a:bodyPr wrap="square" lIns="0" tIns="0" rIns="109728" bIns="0" anchor="ctr">
            <a:noAutofit/>
          </a:bodyPr>
          <a:lstStyle/>
          <a:p>
            <a:pPr algn="r">
              <a:buNone/>
            </a:pPr>
            <a:r>
              <a:rPr sz="2000" b="1" lang="ja-JP" altLang="en-US">
                <a:solidFill>
                  <a:srgbClr val="046A38"/>
                </a:solidFill>
              </a:rPr>
              <a:t>123</a:t>
            </a:r>
            <a:r>
              <a:rPr sz="1050" b="1" lang="ja-JP" altLang="en-US">
                <a:solidFill>
                  <a:srgbClr val="046A38"/>
                </a:solidFill>
              </a:rPr>
              <a:t> 件</a:t>
            </a:r>
          </a:p>
        </p:txBody>
      </p:sp>
      <p:sp>
        <p:nvSpPr>
          <p:cNvPr id="15" name="TextBox 14"/>
          <p:cNvSpPr txBox="1"/>
          <p:nvPr/>
        </p:nvSpPr>
        <p:spPr>
          <a:xfrm>
            <a:off x="1691640" y="5065775"/>
            <a:ext cx="4041648" cy="201168"/>
          </a:xfrm>
          <a:prstGeom prst="rect">
            <a:avLst/>
          </a:prstGeom>
          <a:noFill/>
        </p:spPr>
        <p:txBody>
          <a:bodyPr wrap="square" lIns="0" tIns="0" rIns="0" bIns="0" anchor="ctr">
            <a:noAutofit/>
          </a:bodyPr>
          <a:lstStyle/>
          <a:p>
            <a:pPr algn="l">
              <a:buNone/>
            </a:pPr>
            <a:r>
              <a:rPr sz="1100" b="1" lang="ja-JP" altLang="en-US">
                <a:solidFill>
                  <a:srgbClr val="262626"/>
                </a:solidFill>
              </a:rPr>
              <a:t>データの取得元</a:t>
            </a:r>
          </a:p>
        </p:txBody>
      </p:sp>
      <p:sp>
        <p:nvSpPr>
          <p:cNvPr id="16" name="TextBox 15"/>
          <p:cNvSpPr txBox="1"/>
          <p:nvPr/>
        </p:nvSpPr>
        <p:spPr>
          <a:xfrm>
            <a:off x="1691640" y="5248655"/>
            <a:ext cx="4041648" cy="201168"/>
          </a:xfrm>
          <a:prstGeom prst="rect">
            <a:avLst/>
          </a:prstGeom>
          <a:noFill/>
        </p:spPr>
        <p:txBody>
          <a:bodyPr wrap="square" lIns="0" tIns="0" rIns="0" bIns="0" anchor="ctr">
            <a:noAutofit/>
          </a:bodyPr>
          <a:lstStyle/>
          <a:p>
            <a:pPr algn="l">
              <a:buNone/>
            </a:pPr>
            <a:r>
              <a:rPr sz="1000" b="0" lang="ja-JP" altLang="en-US">
                <a:solidFill>
                  <a:srgbClr val="595959"/>
                </a:solidFill>
              </a:rPr>
              <a:t>アプリが自動でデータを取りに行く先。今回59件を追加</a:t>
            </a:r>
          </a:p>
        </p:txBody>
      </p:sp>
      <p:cxnSp>
        <p:nvCxnSpPr>
          <p:cNvPr id="17" name="Connector 16"/>
          <p:cNvCxnSpPr/>
          <p:nvPr/>
        </p:nvCxnSpPr>
        <p:spPr>
          <a:xfrm>
            <a:off x="475488" y="5458968"/>
            <a:ext cx="5257800" cy="0"/>
          </a:xfrm>
          <a:prstGeom prst="line">
            <a:avLst/>
          </a:prstGeom>
          <a:ln w="9525">
            <a:solidFill>
              <a:srgbClr val="E3E3E3"/>
            </a:solidFill>
          </a:ln>
        </p:spPr>
      </p:cxnSp>
      <p:sp>
        <p:nvSpPr>
          <p:cNvPr id="18" name="TextBox 17"/>
          <p:cNvSpPr txBox="1"/>
          <p:nvPr/>
        </p:nvSpPr>
        <p:spPr>
          <a:xfrm>
            <a:off x="475488" y="5458968"/>
            <a:ext cx="1143000" cy="411480"/>
          </a:xfrm>
          <a:prstGeom prst="rect">
            <a:avLst/>
          </a:prstGeom>
          <a:noFill/>
        </p:spPr>
        <p:txBody>
          <a:bodyPr wrap="square" lIns="0" tIns="0" rIns="109728" bIns="0" anchor="ctr">
            <a:noAutofit/>
          </a:bodyPr>
          <a:lstStyle/>
          <a:p>
            <a:pPr algn="r">
              <a:buNone/>
            </a:pPr>
            <a:r>
              <a:rPr sz="2000" b="1" lang="ja-JP" altLang="en-US">
                <a:solidFill>
                  <a:srgbClr val="046A38"/>
                </a:solidFill>
              </a:rPr>
              <a:t>72</a:t>
            </a:r>
            <a:r>
              <a:rPr sz="1050" b="1" lang="ja-JP" altLang="en-US">
                <a:solidFill>
                  <a:srgbClr val="046A38"/>
                </a:solidFill>
              </a:rPr>
              <a:t> 指標</a:t>
            </a:r>
          </a:p>
        </p:txBody>
      </p:sp>
      <p:sp>
        <p:nvSpPr>
          <p:cNvPr id="19" name="TextBox 18"/>
          <p:cNvSpPr txBox="1"/>
          <p:nvPr/>
        </p:nvSpPr>
        <p:spPr>
          <a:xfrm>
            <a:off x="1691640" y="5477255"/>
            <a:ext cx="4041648" cy="201168"/>
          </a:xfrm>
          <a:prstGeom prst="rect">
            <a:avLst/>
          </a:prstGeom>
          <a:noFill/>
        </p:spPr>
        <p:txBody>
          <a:bodyPr wrap="square" lIns="0" tIns="0" rIns="0" bIns="0" anchor="ctr">
            <a:noAutofit/>
          </a:bodyPr>
          <a:lstStyle/>
          <a:p>
            <a:pPr algn="l">
              <a:buNone/>
            </a:pPr>
            <a:r>
              <a:rPr sz="1100" b="1" lang="ja-JP" altLang="en-US">
                <a:solidFill>
                  <a:srgbClr val="262626"/>
                </a:solidFill>
              </a:rPr>
              <a:t>センシングボードで選べる外部指標</a:t>
            </a:r>
          </a:p>
        </p:txBody>
      </p:sp>
      <p:sp>
        <p:nvSpPr>
          <p:cNvPr id="20" name="TextBox 19"/>
          <p:cNvSpPr txBox="1"/>
          <p:nvPr/>
        </p:nvSpPr>
        <p:spPr>
          <a:xfrm>
            <a:off x="1691640" y="5660136"/>
            <a:ext cx="4041648" cy="201168"/>
          </a:xfrm>
          <a:prstGeom prst="rect">
            <a:avLst/>
          </a:prstGeom>
          <a:noFill/>
        </p:spPr>
        <p:txBody>
          <a:bodyPr wrap="square" lIns="0" tIns="0" rIns="0" bIns="0" anchor="ctr">
            <a:noAutofit/>
          </a:bodyPr>
          <a:lstStyle/>
          <a:p>
            <a:pPr algn="l">
              <a:buNone/>
            </a:pPr>
            <a:r>
              <a:rPr sz="1000" b="0" lang="ja-JP" altLang="en-US">
                <a:solidFill>
                  <a:srgbClr val="595959"/>
                </a:solidFill>
              </a:rPr>
              <a:t>監視設定で事業ごとに選択。うち35は地域・年限なども選べる</a:t>
            </a:r>
          </a:p>
        </p:txBody>
      </p:sp>
      <p:cxnSp>
        <p:nvCxnSpPr>
          <p:cNvPr id="21" name="Connector 20"/>
          <p:cNvCxnSpPr/>
          <p:nvPr/>
        </p:nvCxnSpPr>
        <p:spPr>
          <a:xfrm>
            <a:off x="475488" y="5870448"/>
            <a:ext cx="5257800" cy="0"/>
          </a:xfrm>
          <a:prstGeom prst="line">
            <a:avLst/>
          </a:prstGeom>
          <a:ln w="9525">
            <a:solidFill>
              <a:srgbClr val="E3E3E3"/>
            </a:solidFill>
          </a:ln>
        </p:spPr>
      </p:cxnSp>
      <p:sp>
        <p:nvSpPr>
          <p:cNvPr id="22" name="TextBox 21"/>
          <p:cNvSpPr txBox="1"/>
          <p:nvPr/>
        </p:nvSpPr>
        <p:spPr>
          <a:xfrm>
            <a:off x="475488" y="5870448"/>
            <a:ext cx="1143000" cy="411480"/>
          </a:xfrm>
          <a:prstGeom prst="rect">
            <a:avLst/>
          </a:prstGeom>
          <a:noFill/>
        </p:spPr>
        <p:txBody>
          <a:bodyPr wrap="square" lIns="0" tIns="0" rIns="109728" bIns="0" anchor="ctr">
            <a:noAutofit/>
          </a:bodyPr>
          <a:lstStyle/>
          <a:p>
            <a:pPr algn="r">
              <a:buNone/>
            </a:pPr>
            <a:r>
              <a:rPr sz="2000" b="1" lang="ja-JP" altLang="en-US">
                <a:solidFill>
                  <a:srgbClr val="046A38"/>
                </a:solidFill>
              </a:rPr>
              <a:t>5</a:t>
            </a:r>
            <a:r>
              <a:rPr sz="1050" b="1" lang="ja-JP" altLang="en-US">
                <a:solidFill>
                  <a:srgbClr val="046A38"/>
                </a:solidFill>
              </a:rPr>
              <a:t> 区分</a:t>
            </a:r>
          </a:p>
        </p:txBody>
      </p:sp>
      <p:sp>
        <p:nvSpPr>
          <p:cNvPr id="23" name="TextBox 22"/>
          <p:cNvSpPr txBox="1"/>
          <p:nvPr/>
        </p:nvSpPr>
        <p:spPr>
          <a:xfrm>
            <a:off x="1691640" y="5888736"/>
            <a:ext cx="4041648" cy="201168"/>
          </a:xfrm>
          <a:prstGeom prst="rect">
            <a:avLst/>
          </a:prstGeom>
          <a:noFill/>
        </p:spPr>
        <p:txBody>
          <a:bodyPr wrap="square" lIns="0" tIns="0" rIns="0" bIns="0" anchor="ctr">
            <a:noAutofit/>
          </a:bodyPr>
          <a:lstStyle/>
          <a:p>
            <a:pPr algn="l">
              <a:buNone/>
            </a:pPr>
            <a:r>
              <a:rPr sz="1100" b="1" lang="ja-JP" altLang="en-US">
                <a:solidFill>
                  <a:srgbClr val="262626"/>
                </a:solidFill>
              </a:rPr>
              <a:t>データの取りに行き方</a:t>
            </a:r>
          </a:p>
        </p:txBody>
      </p:sp>
      <p:sp>
        <p:nvSpPr>
          <p:cNvPr id="24" name="TextBox 23"/>
          <p:cNvSpPr txBox="1"/>
          <p:nvPr/>
        </p:nvSpPr>
        <p:spPr>
          <a:xfrm>
            <a:off x="1691640" y="6071616"/>
            <a:ext cx="4041648" cy="201168"/>
          </a:xfrm>
          <a:prstGeom prst="rect">
            <a:avLst/>
          </a:prstGeom>
          <a:noFill/>
        </p:spPr>
        <p:txBody>
          <a:bodyPr wrap="square" lIns="0" tIns="0" rIns="0" bIns="0" anchor="ctr">
            <a:noAutofit/>
          </a:bodyPr>
          <a:lstStyle/>
          <a:p>
            <a:pPr algn="l">
              <a:buNone/>
            </a:pPr>
            <a:r>
              <a:rPr sz="1000" b="0" lang="ja-JP" altLang="en-US">
                <a:solidFill>
                  <a:srgbClr val="595959"/>
                </a:solidFill>
              </a:rPr>
              <a:t>株価は随時、統計は週次・月次など、更新頻度に合わせて取得</a:t>
            </a:r>
          </a:p>
        </p:txBody>
      </p:sp>
      <p:cxnSp>
        <p:nvCxnSpPr>
          <p:cNvPr id="25" name="Connector 24"/>
          <p:cNvCxnSpPr/>
          <p:nvPr/>
        </p:nvCxnSpPr>
        <p:spPr>
          <a:xfrm>
            <a:off x="475488" y="6281928"/>
            <a:ext cx="5257800" cy="0"/>
          </a:xfrm>
          <a:prstGeom prst="line">
            <a:avLst/>
          </a:prstGeom>
          <a:ln w="9525">
            <a:solidFill>
              <a:srgbClr val="E3E3E3"/>
            </a:solidFill>
          </a:ln>
        </p:spPr>
      </p:cxnSp>
      <p:sp>
        <p:nvSpPr>
          <p:cNvPr id="26" name="Rectangle 25"/>
          <p:cNvSpPr/>
          <p:nvPr/>
        </p:nvSpPr>
        <p:spPr>
          <a:xfrm>
            <a:off x="6035040" y="1627632"/>
            <a:ext cx="5669280" cy="329184"/>
          </a:xfrm>
          <a:prstGeom prst="rect">
            <a:avLst/>
          </a:prstGeom>
          <a:solidFill>
            <a:srgbClr val="63666A"/>
          </a:solidFill>
          <a:ln>
            <a:noFill/>
          </a:ln>
        </p:spPr>
        <p:txBody>
          <a:bodyPr rtlCol="0" anchor="ctr" wrap="square" lIns="54864" tIns="27432" rIns="54864" bIns="27432">
            <a:noAutofit/>
          </a:bodyPr>
          <a:lstStyle/>
          <a:p>
            <a:pPr algn="ctr">
              <a:buNone/>
            </a:pPr>
            <a:r>
              <a:rPr sz="1250" b="1" lang="ja-JP" altLang="en-US">
                <a:solidFill>
                  <a:srgbClr val="FFFFFF"/>
                </a:solidFill>
              </a:rPr>
              <a:t>残りの課題（49ソース）と対応</a:t>
            </a:r>
          </a:p>
        </p:txBody>
      </p:sp>
      <p:graphicFrame>
        <p:nvGraphicFramePr>
          <p:cNvPr id="27" name="Table 26"/>
          <p:cNvGraphicFramePr>
            <a:graphicFrameLocks noGrp="1"/>
          </p:cNvGraphicFramePr>
          <p:nvPr/>
        </p:nvGraphicFramePr>
        <p:xfrm>
          <a:off x="6035040" y="1956816"/>
          <a:ext cx="5669280" cy="3675888"/>
        </p:xfrm>
        <a:graphic>
          <a:graphicData uri="http://schemas.openxmlformats.org/drawingml/2006/table">
            <a:tbl>
              <a:tblPr firstRow="0" bandRow="0" firstCol="0" lastRow="0" lastCol="0" bandCol="0">
                <a:tableStyleId>{2D5ABB26-0587-4C30-8999-92F81FD0307C}</a:tableStyleId>
              </a:tblPr>
              <a:tblGrid>
                <a:gridCol w="1572768"/>
                <a:gridCol w="457200"/>
                <a:gridCol w="2157984"/>
                <a:gridCol w="1481328"/>
              </a:tblGrid>
              <a:tr h="274320">
                <a:tc>
                  <a:txBody>
                    <a:bodyPr wrap="square"/>
                    <a:lstStyle/>
                    <a:p>
                      <a:pPr algn="l">
                        <a:lnSpc>
                          <a:spcPts val="1350"/>
                        </a:lnSpc>
                        <a:buNone/>
                      </a:pPr>
                      <a:r>
                        <a:rPr sz="1100" b="1" lang="ja-JP" altLang="en-US">
                          <a:solidFill>
                            <a:srgbClr val="595959"/>
                          </a:solidFill>
                        </a:rPr>
                        <a:t>状況</a:t>
                      </a:r>
                    </a:p>
                  </a:txBody>
                  <a:tcPr marL="73152" marT="27432" marR="73152" marB="27432" anchor="ctr">
                    <a:lnL w="0">
                      <a:noFill/>
                    </a:lnL>
                    <a:lnR w="0">
                      <a:noFill/>
                    </a:lnR>
                    <a:lnT w="0">
                      <a:noFill/>
                    </a:lnT>
                    <a:lnB w="9525">
                      <a:solidFill>
                        <a:srgbClr val="E3E3E3"/>
                      </a:solidFill>
                    </a:lnB>
                    <a:solidFill>
                      <a:srgbClr val="F3F3F3"/>
                    </a:solidFill>
                  </a:tcPr>
                </a:tc>
                <a:tc>
                  <a:txBody>
                    <a:bodyPr wrap="square"/>
                    <a:lstStyle/>
                    <a:p>
                      <a:pPr algn="ctr">
                        <a:lnSpc>
                          <a:spcPts val="1350"/>
                        </a:lnSpc>
                        <a:buNone/>
                      </a:pPr>
                      <a:r>
                        <a:rPr sz="1100" b="1" lang="ja-JP" altLang="en-US">
                          <a:solidFill>
                            <a:srgbClr val="595959"/>
                          </a:solidFill>
                        </a:rPr>
                        <a:t>数</a:t>
                      </a:r>
                    </a:p>
                  </a:txBody>
                  <a:tcPr marL="73152" marT="27432" marR="73152" marB="27432" anchor="ctr">
                    <a:lnL w="0">
                      <a:noFill/>
                    </a:lnL>
                    <a:lnR w="0">
                      <a:noFill/>
                    </a:lnR>
                    <a:lnT w="0">
                      <a:noFill/>
                    </a:lnT>
                    <a:lnB w="9525">
                      <a:solidFill>
                        <a:srgbClr val="E3E3E3"/>
                      </a:solidFill>
                    </a:lnB>
                    <a:solidFill>
                      <a:srgbClr val="F3F3F3"/>
                    </a:solidFill>
                  </a:tcPr>
                </a:tc>
                <a:tc>
                  <a:txBody>
                    <a:bodyPr wrap="square"/>
                    <a:lstStyle/>
                    <a:p>
                      <a:pPr algn="l">
                        <a:lnSpc>
                          <a:spcPts val="1350"/>
                        </a:lnSpc>
                        <a:buNone/>
                      </a:pPr>
                      <a:r>
                        <a:rPr sz="1100" b="1" lang="ja-JP" altLang="en-US">
                          <a:solidFill>
                            <a:srgbClr val="595959"/>
                          </a:solidFill>
                        </a:rPr>
                        <a:t>対応の方針</a:t>
                      </a:r>
                    </a:p>
                  </a:txBody>
                  <a:tcPr marL="73152" marT="27432" marR="73152" marB="27432" anchor="ctr">
                    <a:lnL w="0">
                      <a:noFill/>
                    </a:lnL>
                    <a:lnR w="0">
                      <a:noFill/>
                    </a:lnR>
                    <a:lnT w="0">
                      <a:noFill/>
                    </a:lnT>
                    <a:lnB w="9525">
                      <a:solidFill>
                        <a:srgbClr val="E3E3E3"/>
                      </a:solidFill>
                    </a:lnB>
                    <a:solidFill>
                      <a:srgbClr val="F3F3F3"/>
                    </a:solidFill>
                  </a:tcPr>
                </a:tc>
                <a:tc>
                  <a:txBody>
                    <a:bodyPr wrap="square"/>
                    <a:lstStyle/>
                    <a:p>
                      <a:pPr algn="l">
                        <a:lnSpc>
                          <a:spcPts val="1350"/>
                        </a:lnSpc>
                        <a:buNone/>
                      </a:pPr>
                      <a:r>
                        <a:rPr sz="1100" b="1" lang="ja-JP" altLang="en-US">
                          <a:solidFill>
                            <a:srgbClr val="595959"/>
                          </a:solidFill>
                        </a:rPr>
                        <a:t>担当・時期</a:t>
                      </a:r>
                    </a:p>
                  </a:txBody>
                  <a:tcPr marL="73152" marT="27432" marR="73152" marB="27432" anchor="ctr">
                    <a:lnL w="0">
                      <a:noFill/>
                    </a:lnL>
                    <a:lnR w="0">
                      <a:noFill/>
                    </a:lnR>
                    <a:lnT w="0">
                      <a:noFill/>
                    </a:lnT>
                    <a:lnB w="9525">
                      <a:solidFill>
                        <a:srgbClr val="E3E3E3"/>
                      </a:solidFill>
                    </a:lnB>
                    <a:solidFill>
                      <a:srgbClr val="F3F3F3"/>
                    </a:solidFill>
                  </a:tcPr>
                </a:tc>
              </a:tr>
              <a:tr h="566928">
                <a:tc>
                  <a:txBody>
                    <a:bodyPr wrap="square"/>
                    <a:lstStyle/>
                    <a:p>
                      <a:pPr algn="l">
                        <a:lnSpc>
                          <a:spcPts val="1350"/>
                        </a:lnSpc>
                        <a:buNone/>
                      </a:pPr>
                      <a:r>
                        <a:rPr sz="1100" b="1" lang="ja-JP" altLang="en-US">
                          <a:solidFill>
                            <a:srgbClr val="8C8C8C"/>
                          </a:solidFill>
                        </a:rPr>
                        <a:t>① </a:t>
                      </a:r>
                      <a:r>
                        <a:rPr sz="1100" b="1" lang="ja-JP" altLang="en-US">
                          <a:solidFill>
                            <a:srgbClr val="1A1A1A"/>
                          </a:solidFill>
                        </a:rPr>
                        <a:t>取り方を足せば取れる</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600"/>
                        </a:lnSpc>
                        <a:buNone/>
                      </a:pPr>
                      <a:r>
                        <a:rPr sz="1300" b="1" lang="ja-JP" altLang="en-US">
                          <a:solidFill>
                            <a:srgbClr val="046A38"/>
                          </a:solidFill>
                        </a:rPr>
                        <a:t>6</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00"/>
                        </a:lnSpc>
                        <a:buNone/>
                      </a:pPr>
                      <a:r>
                        <a:rPr sz="1050" b="0" lang="ja-JP" altLang="en-US">
                          <a:solidFill>
                            <a:srgbClr val="1A1A1A"/>
                          </a:solidFill>
                        </a:rPr>
                        <a:t>既存の取得の仕組みに表・列・地点を足す（新規求人倍率・将来の総人口・基準地価 ほか）</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00"/>
                        </a:lnSpc>
                        <a:buNone/>
                      </a:pPr>
                      <a:r>
                        <a:rPr sz="1050" b="0" lang="ja-JP" altLang="en-US">
                          <a:solidFill>
                            <a:srgbClr val="1A1A1A"/>
                          </a:solidFill>
                        </a:rPr>
                        <a:t>ITEC様（実装）</a:t>
                      </a:r>
                    </a:p>
                    <a:p>
                      <a:pPr algn="l">
                        <a:lnSpc>
                          <a:spcPts val="1300"/>
                        </a:lnSpc>
                        <a:buNone/>
                      </a:pPr>
                      <a:r>
                        <a:rPr sz="1000" b="0" lang="ja-JP" altLang="en-US">
                          <a:solidFill>
                            <a:srgbClr val="8C8C8C"/>
                          </a:solidFill>
                        </a:rPr>
                        <a:t>短期・次の改修</a:t>
                      </a:r>
                    </a:p>
                  </a:txBody>
                  <a:tcPr marL="73152" marT="27432" marR="73152" marB="27432" anchor="ctr">
                    <a:lnL w="0">
                      <a:noFill/>
                    </a:lnL>
                    <a:lnR w="0">
                      <a:noFill/>
                    </a:lnR>
                    <a:lnT w="0">
                      <a:noFill/>
                    </a:lnT>
                    <a:lnB w="9525">
                      <a:solidFill>
                        <a:srgbClr val="E3E3E3"/>
                      </a:solidFill>
                    </a:lnB>
                    <a:noFill/>
                  </a:tcPr>
                </a:tc>
              </a:tr>
              <a:tr h="566928">
                <a:tc>
                  <a:txBody>
                    <a:bodyPr wrap="square"/>
                    <a:lstStyle/>
                    <a:p>
                      <a:pPr algn="l">
                        <a:lnSpc>
                          <a:spcPts val="1350"/>
                        </a:lnSpc>
                        <a:buNone/>
                      </a:pPr>
                      <a:r>
                        <a:rPr sz="1100" b="1" lang="ja-JP" altLang="en-US">
                          <a:solidFill>
                            <a:srgbClr val="8C8C8C"/>
                          </a:solidFill>
                        </a:rPr>
                        <a:t>② </a:t>
                      </a:r>
                      <a:r>
                        <a:rPr sz="1100" b="1" lang="ja-JP" altLang="en-US">
                          <a:solidFill>
                            <a:srgbClr val="1A1A1A"/>
                          </a:solidFill>
                        </a:rPr>
                        <a:t>複雑な仕組みの実装が必要</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600"/>
                        </a:lnSpc>
                        <a:buNone/>
                      </a:pPr>
                      <a:r>
                        <a:rPr sz="1300" b="1" lang="ja-JP" altLang="en-US">
                          <a:solidFill>
                            <a:srgbClr val="046A38"/>
                          </a:solidFill>
                        </a:rPr>
                        <a:t>12</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00"/>
                        </a:lnSpc>
                        <a:buNone/>
                      </a:pPr>
                      <a:r>
                        <a:rPr sz="1050" b="0" lang="ja-JP" altLang="en-US">
                          <a:solidFill>
                            <a:srgbClr val="1A1A1A"/>
                          </a:solidFill>
                        </a:rPr>
                        <a:t>PDF・本文からの数値の読み取り、XBRL・GIS・REIT開示の解析。小さく検証してから実装</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00"/>
                        </a:lnSpc>
                        <a:buNone/>
                      </a:pPr>
                      <a:r>
                        <a:rPr sz="1050" b="0" lang="ja-JP" altLang="en-US">
                          <a:solidFill>
                            <a:srgbClr val="1A1A1A"/>
                          </a:solidFill>
                        </a:rPr>
                        <a:t>BX推進部（優先度）・ITEC様</a:t>
                      </a:r>
                    </a:p>
                    <a:p>
                      <a:pPr algn="l">
                        <a:lnSpc>
                          <a:spcPts val="1300"/>
                        </a:lnSpc>
                        <a:buNone/>
                      </a:pPr>
                      <a:r>
                        <a:rPr sz="1000" b="0" lang="ja-JP" altLang="en-US">
                          <a:solidFill>
                            <a:srgbClr val="8C8C8C"/>
                          </a:solidFill>
                        </a:rPr>
                        <a:t>中期</a:t>
                      </a:r>
                    </a:p>
                  </a:txBody>
                  <a:tcPr marL="73152" marT="27432" marR="73152" marB="27432" anchor="ctr">
                    <a:lnL w="0">
                      <a:noFill/>
                    </a:lnL>
                    <a:lnR w="0">
                      <a:noFill/>
                    </a:lnR>
                    <a:lnT w="0">
                      <a:noFill/>
                    </a:lnT>
                    <a:lnB w="9525">
                      <a:solidFill>
                        <a:srgbClr val="E3E3E3"/>
                      </a:solidFill>
                    </a:lnB>
                    <a:noFill/>
                  </a:tcPr>
                </a:tc>
              </a:tr>
              <a:tr h="566928">
                <a:tc>
                  <a:txBody>
                    <a:bodyPr wrap="square"/>
                    <a:lstStyle/>
                    <a:p>
                      <a:pPr algn="l">
                        <a:lnSpc>
                          <a:spcPts val="1350"/>
                        </a:lnSpc>
                        <a:buNone/>
                      </a:pPr>
                      <a:r>
                        <a:rPr sz="1100" b="1" lang="ja-JP" altLang="en-US">
                          <a:solidFill>
                            <a:srgbClr val="8C8C8C"/>
                          </a:solidFill>
                        </a:rPr>
                        <a:t>③ </a:t>
                      </a:r>
                      <a:r>
                        <a:rPr sz="1100" b="1" lang="ja-JP" altLang="en-US">
                          <a:solidFill>
                            <a:srgbClr val="1A1A1A"/>
                          </a:solidFill>
                        </a:rPr>
                        <a:t>有償データ</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600"/>
                        </a:lnSpc>
                        <a:buNone/>
                      </a:pPr>
                      <a:r>
                        <a:rPr sz="1300" b="1" lang="ja-JP" altLang="en-US">
                          <a:solidFill>
                            <a:srgbClr val="046A38"/>
                          </a:solidFill>
                        </a:rPr>
                        <a:t>9</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00"/>
                        </a:lnSpc>
                        <a:buNone/>
                      </a:pPr>
                      <a:r>
                        <a:rPr sz="1050" b="0" lang="ja-JP" altLang="en-US">
                          <a:solidFill>
                            <a:srgbClr val="1A1A1A"/>
                          </a:solidFill>
                        </a:rPr>
                        <a:t>人流・航空の座席・運賃指数・日経など。BUごとに費用対効果を確かめ、契約を判断</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00"/>
                        </a:lnSpc>
                        <a:buNone/>
                      </a:pPr>
                      <a:r>
                        <a:rPr sz="1050" b="0" lang="ja-JP" altLang="en-US">
                          <a:solidFill>
                            <a:srgbClr val="1A1A1A"/>
                          </a:solidFill>
                        </a:rPr>
                        <a:t>BX推進部（判断・契約）</a:t>
                      </a:r>
                    </a:p>
                    <a:p>
                      <a:pPr algn="l">
                        <a:lnSpc>
                          <a:spcPts val="1300"/>
                        </a:lnSpc>
                        <a:buNone/>
                      </a:pPr>
                      <a:r>
                        <a:rPr sz="1000" b="0" lang="ja-JP" altLang="en-US">
                          <a:solidFill>
                            <a:srgbClr val="8C8C8C"/>
                          </a:solidFill>
                        </a:rPr>
                        <a:t>判断は短期</a:t>
                      </a:r>
                    </a:p>
                  </a:txBody>
                  <a:tcPr marL="73152" marT="27432" marR="73152" marB="27432" anchor="ctr">
                    <a:lnL w="0">
                      <a:noFill/>
                    </a:lnL>
                    <a:lnR w="0">
                      <a:noFill/>
                    </a:lnR>
                    <a:lnT w="0">
                      <a:noFill/>
                    </a:lnT>
                    <a:lnB w="9525">
                      <a:solidFill>
                        <a:srgbClr val="E3E3E3"/>
                      </a:solidFill>
                    </a:lnB>
                    <a:noFill/>
                  </a:tcPr>
                </a:tc>
              </a:tr>
              <a:tr h="566928">
                <a:tc>
                  <a:txBody>
                    <a:bodyPr wrap="square"/>
                    <a:lstStyle/>
                    <a:p>
                      <a:pPr algn="l">
                        <a:lnSpc>
                          <a:spcPts val="1350"/>
                        </a:lnSpc>
                        <a:buNone/>
                      </a:pPr>
                      <a:r>
                        <a:rPr sz="1100" b="1" lang="ja-JP" altLang="en-US">
                          <a:solidFill>
                            <a:srgbClr val="8C8C8C"/>
                          </a:solidFill>
                        </a:rPr>
                        <a:t>④ </a:t>
                      </a:r>
                      <a:r>
                        <a:rPr sz="1100" b="1" lang="ja-JP" altLang="en-US">
                          <a:solidFill>
                            <a:srgbClr val="1A1A1A"/>
                          </a:solidFill>
                        </a:rPr>
                        <a:t>商用利用・自動取得の許可が要る</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600"/>
                        </a:lnSpc>
                        <a:buNone/>
                      </a:pPr>
                      <a:r>
                        <a:rPr sz="1300" b="1" lang="ja-JP" altLang="en-US">
                          <a:solidFill>
                            <a:srgbClr val="046A38"/>
                          </a:solidFill>
                        </a:rPr>
                        <a:t>5</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00"/>
                        </a:lnSpc>
                        <a:buNone/>
                      </a:pPr>
                      <a:r>
                        <a:rPr sz="1050" b="0" lang="ja-JP" altLang="en-US">
                          <a:solidFill>
                            <a:srgbClr val="1A1A1A"/>
                          </a:solidFill>
                        </a:rPr>
                        <a:t>提供元に利用許諾・機械での取得の可否を相談（迂回はしない）</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00"/>
                        </a:lnSpc>
                        <a:buNone/>
                      </a:pPr>
                      <a:r>
                        <a:rPr sz="1050" b="0" lang="ja-JP" altLang="en-US">
                          <a:solidFill>
                            <a:srgbClr val="1A1A1A"/>
                          </a:solidFill>
                        </a:rPr>
                        <a:t>BX推進部（相談）</a:t>
                      </a:r>
                    </a:p>
                    <a:p>
                      <a:pPr algn="l">
                        <a:lnSpc>
                          <a:spcPts val="1300"/>
                        </a:lnSpc>
                        <a:buNone/>
                      </a:pPr>
                      <a:r>
                        <a:rPr sz="1000" b="0" lang="ja-JP" altLang="en-US">
                          <a:solidFill>
                            <a:srgbClr val="8C8C8C"/>
                          </a:solidFill>
                        </a:rPr>
                        <a:t>相談は短期</a:t>
                      </a:r>
                    </a:p>
                  </a:txBody>
                  <a:tcPr marL="73152" marT="27432" marR="73152" marB="27432" anchor="ctr">
                    <a:lnL w="0">
                      <a:noFill/>
                    </a:lnL>
                    <a:lnR w="0">
                      <a:noFill/>
                    </a:lnR>
                    <a:lnT w="0">
                      <a:noFill/>
                    </a:lnT>
                    <a:lnB w="9525">
                      <a:solidFill>
                        <a:srgbClr val="E3E3E3"/>
                      </a:solidFill>
                    </a:lnB>
                    <a:noFill/>
                  </a:tcPr>
                </a:tc>
              </a:tr>
              <a:tr h="566928">
                <a:tc>
                  <a:txBody>
                    <a:bodyPr wrap="square"/>
                    <a:lstStyle/>
                    <a:p>
                      <a:pPr algn="l">
                        <a:lnSpc>
                          <a:spcPts val="1350"/>
                        </a:lnSpc>
                        <a:buNone/>
                      </a:pPr>
                      <a:r>
                        <a:rPr sz="1100" b="1" lang="ja-JP" altLang="en-US">
                          <a:solidFill>
                            <a:srgbClr val="8C8C8C"/>
                          </a:solidFill>
                        </a:rPr>
                        <a:t>⑤ </a:t>
                      </a:r>
                      <a:r>
                        <a:rPr sz="1100" b="1" lang="ja-JP" altLang="en-US">
                          <a:solidFill>
                            <a:srgbClr val="1A1A1A"/>
                          </a:solidFill>
                        </a:rPr>
                        <a:t>無償の公開データが無い</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600"/>
                        </a:lnSpc>
                        <a:buNone/>
                      </a:pPr>
                      <a:r>
                        <a:rPr sz="1300" b="1" lang="ja-JP" altLang="en-US">
                          <a:solidFill>
                            <a:srgbClr val="046A38"/>
                          </a:solidFill>
                        </a:rPr>
                        <a:t>11</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00"/>
                        </a:lnSpc>
                        <a:buNone/>
                      </a:pPr>
                      <a:r>
                        <a:rPr sz="1050" b="0" lang="ja-JP" altLang="en-US">
                          <a:solidFill>
                            <a:srgbClr val="1A1A1A"/>
                          </a:solidFill>
                        </a:rPr>
                        <a:t>代わりの指標で運用し、半年〜1年ごとに新しい公開・提供の再開を確認</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00"/>
                        </a:lnSpc>
                        <a:buNone/>
                      </a:pPr>
                      <a:r>
                        <a:rPr sz="1050" b="0" lang="ja-JP" altLang="en-US">
                          <a:solidFill>
                            <a:srgbClr val="1A1A1A"/>
                          </a:solidFill>
                        </a:rPr>
                        <a:t>ITEC様（定期の見直し）</a:t>
                      </a:r>
                    </a:p>
                    <a:p>
                      <a:pPr algn="l">
                        <a:lnSpc>
                          <a:spcPts val="1300"/>
                        </a:lnSpc>
                        <a:buNone/>
                      </a:pPr>
                      <a:r>
                        <a:rPr sz="1000" b="0" lang="ja-JP" altLang="en-US">
                          <a:solidFill>
                            <a:srgbClr val="8C8C8C"/>
                          </a:solidFill>
                        </a:rPr>
                        <a:t>継続</a:t>
                      </a:r>
                    </a:p>
                  </a:txBody>
                  <a:tcPr marL="73152" marT="27432" marR="73152" marB="27432" anchor="ctr">
                    <a:lnL w="0">
                      <a:noFill/>
                    </a:lnL>
                    <a:lnR w="0">
                      <a:noFill/>
                    </a:lnR>
                    <a:lnT w="0">
                      <a:noFill/>
                    </a:lnT>
                    <a:lnB w="9525">
                      <a:solidFill>
                        <a:srgbClr val="E3E3E3"/>
                      </a:solidFill>
                    </a:lnB>
                    <a:noFill/>
                  </a:tcPr>
                </a:tc>
              </a:tr>
              <a:tr h="566928">
                <a:tc>
                  <a:txBody>
                    <a:bodyPr wrap="square"/>
                    <a:lstStyle/>
                    <a:p>
                      <a:pPr algn="l">
                        <a:lnSpc>
                          <a:spcPts val="1350"/>
                        </a:lnSpc>
                        <a:buNone/>
                      </a:pPr>
                      <a:r>
                        <a:rPr sz="1100" b="1" lang="ja-JP" altLang="en-US">
                          <a:solidFill>
                            <a:srgbClr val="8C8C8C"/>
                          </a:solidFill>
                        </a:rPr>
                        <a:t>⑥ </a:t>
                      </a:r>
                      <a:r>
                        <a:rPr sz="1100" b="1" lang="ja-JP" altLang="en-US">
                          <a:solidFill>
                            <a:srgbClr val="1A1A1A"/>
                          </a:solidFill>
                        </a:rPr>
                        <a:t>現状の指標で足りている</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600"/>
                        </a:lnSpc>
                        <a:buNone/>
                      </a:pPr>
                      <a:r>
                        <a:rPr sz="1300" b="1" lang="ja-JP" altLang="en-US">
                          <a:solidFill>
                            <a:srgbClr val="046A38"/>
                          </a:solidFill>
                        </a:rPr>
                        <a:t>6</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00"/>
                        </a:lnSpc>
                        <a:buNone/>
                      </a:pPr>
                      <a:r>
                        <a:rPr sz="1050" b="0" lang="ja-JP" altLang="en-US">
                          <a:solidFill>
                            <a:srgbClr val="1A1A1A"/>
                          </a:solidFill>
                        </a:rPr>
                        <a:t>回答・設計どおり。BUから要望が出たときに追加を検討</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00"/>
                        </a:lnSpc>
                        <a:buNone/>
                      </a:pPr>
                      <a:r>
                        <a:rPr sz="1050" b="0" lang="ja-JP" altLang="en-US">
                          <a:solidFill>
                            <a:srgbClr val="1A1A1A"/>
                          </a:solidFill>
                        </a:rPr>
                        <a:t>BX推進部（要望の受付）</a:t>
                      </a:r>
                    </a:p>
                    <a:p>
                      <a:pPr algn="l">
                        <a:lnSpc>
                          <a:spcPts val="1300"/>
                        </a:lnSpc>
                        <a:buNone/>
                      </a:pPr>
                      <a:r>
                        <a:rPr sz="1000" b="0" lang="ja-JP" altLang="en-US">
                          <a:solidFill>
                            <a:srgbClr val="8C8C8C"/>
                          </a:solidFill>
                        </a:rPr>
                        <a:t>必要時</a:t>
                      </a:r>
                    </a:p>
                  </a:txBody>
                  <a:tcPr marL="73152" marT="27432" marR="73152" marB="27432" anchor="ctr">
                    <a:lnL w="0">
                      <a:noFill/>
                    </a:lnL>
                    <a:lnR w="0">
                      <a:noFill/>
                    </a:lnR>
                    <a:lnT w="0">
                      <a:noFill/>
                    </a:lnT>
                    <a:lnB w="9525">
                      <a:solidFill>
                        <a:srgbClr val="E3E3E3"/>
                      </a:solidFill>
                    </a:lnB>
                    <a:noFill/>
                  </a:tcPr>
                </a:tc>
              </a:tr>
            </a:tbl>
          </a:graphicData>
        </a:graphic>
      </p:graphicFrame>
      <p:sp>
        <p:nvSpPr>
          <p:cNvPr id="28" name="TextBox 27"/>
          <p:cNvSpPr txBox="1"/>
          <p:nvPr/>
        </p:nvSpPr>
        <p:spPr>
          <a:xfrm>
            <a:off x="6035040" y="5870448"/>
            <a:ext cx="5669280" cy="411480"/>
          </a:xfrm>
          <a:prstGeom prst="rect">
            <a:avLst/>
          </a:prstGeom>
          <a:noFill/>
        </p:spPr>
        <p:txBody>
          <a:bodyPr wrap="square" lIns="0" tIns="0" rIns="0" bIns="0" anchor="t">
            <a:noAutofit/>
          </a:bodyPr>
          <a:lstStyle/>
          <a:p>
            <a:pPr algn="l">
              <a:buNone/>
            </a:pPr>
            <a:r>
              <a:rPr sz="1000" b="0" lang="ja-JP" altLang="en-US">
                <a:solidFill>
                  <a:srgbClr val="595959"/>
                </a:solidFill>
              </a:rPr>
              <a:t>※ 有償データは使っていない（J-Quants・EDINET・e-Stat などは無償の登録で利用）</a:t>
            </a:r>
          </a:p>
          <a:p>
            <a:pPr algn="l">
              <a:buNone/>
            </a:pPr>
            <a:r>
              <a:rPr sz="1000" b="0" lang="ja-JP" altLang="en-US">
                <a:solidFill>
                  <a:srgbClr val="595959"/>
                </a:solidFill>
              </a:rPr>
              <a:t>※ ソースごとの明細：【取得状況（改善結果）】AI経営ナビ 外部データ_20261005.xlsx</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r>
              <a:t>足元のタイムライン（BX推進部・ITEC様・デロイトで合意）</a:t>
            </a:r>
          </a:p>
        </p:txBody>
      </p:sp>
      <p:sp>
        <p:nvSpPr>
          <p:cNvPr id="3" name="Title 2"/>
          <p:cNvSpPr>
            <a:spLocks noGrp="1"/>
          </p:cNvSpPr>
          <p:nvPr>
            <p:ph type="title"/>
          </p:nvPr>
        </p:nvSpPr>
        <p:spPr/>
        <p:txBody>
          <a:bodyPr/>
          <a:lstStyle/>
          <a:p>
            <a:r>
              <a:t>9/11版以降に改修を重ねた最新版は、予定より早く10/15頃にセキュア環境へ反映し、あわせてデータを投入する見込みです</a:t>
            </a:r>
          </a:p>
        </p:txBody>
      </p:sp>
      <p:sp>
        <p:nvSpPr>
          <p:cNvPr id="6" name="スライド番号プレースホルダー 1">
            <a:extLst>
              <a:ext uri="{FF2B5EF4-FFF2-40B4-BE49-F238E27FC236}">
                <a16:creationId xmlns:a16="http://schemas.microsoft.com/office/drawing/2014/main" id="{0BED03D4-18EC-E4B0-DF9A-83D2D27C9427}"/>
              </a:ext>
            </a:extLst>
          </p:cNvPr>
          <p:cNvSpPr>
            <a:spLocks noGrp="1"/>
          </p:cNvSpPr>
          <p:nvPr>
            <p:ph type="sldNum" sz="quarter" idx="11"/>
          </p:nvPr>
        </p:nvSpPr>
        <p:spPr>
          <a:xfrm>
            <a:off x="480000" y="6588000"/>
            <a:ext cx="180000" cy="169200"/>
          </a:xfrm>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lang="ja-JP" altLang="en-US"/>
            </a:pPr>
            <a:fld id="{AA5FCFE5-FE56-4EF1-80A8-07776887C2A1}" type="slidenum">
              <a:rPr kumimoji="0" lang="ja-JP" altLang="en-US" sz="900" b="0" i="0" u="none" strike="noStrike" kern="1200" cap="none" spc="0" normalizeH="0" baseline="0" noProof="0" smtClean="0">
                <a:ln>
                  <a:noFill/>
                </a:ln>
                <a:solidFill>
                  <a:prstClr val="black"/>
                </a:solidFill>
                <a:effectLst/>
                <a:uLnTx/>
                <a:uFillTx/>
                <a:latin typeface="Calibri"/>
                <a:ea typeface="Yu Gothic UI"/>
                <a:cs typeface="+mn-cs"/>
              </a:rPr>
              <a:pPr marL="0" marR="0" lvl="0" indent="0" algn="r" defTabSz="914400" rtl="0" eaLnBrk="1" fontAlgn="base" latinLnBrk="0" hangingPunct="1">
                <a:lnSpc>
                  <a:spcPct val="100000"/>
                </a:lnSpc>
                <a:spcBef>
                  <a:spcPct val="0"/>
                </a:spcBef>
                <a:spcAft>
                  <a:spcPct val="0"/>
                </a:spcAft>
                <a:buClrTx/>
                <a:buSzTx/>
                <a:buFontTx/>
                <a:buNone/>
                <a:tabLst/>
                <a:defRPr lang="ja-JP" altLang="en-US"/>
              </a:pPr>
              <a:t>5</a:t>
            </a:fld>
            <a:endParaRPr kumimoji="0" lang="ja-JP" altLang="en-US" sz="900" b="0" i="0" u="none" strike="noStrike" kern="1200" cap="none" spc="0" normalizeH="0" baseline="0" noProof="0">
              <a:ln>
                <a:noFill/>
              </a:ln>
              <a:solidFill>
                <a:prstClr val="black"/>
              </a:solidFill>
              <a:effectLst/>
              <a:uLnTx/>
              <a:uFillTx/>
              <a:latin typeface="Calibri"/>
              <a:ea typeface="Yu Gothic UI"/>
              <a:cs typeface="+mn-cs"/>
            </a:endParaRPr>
          </a:p>
        </p:txBody>
      </p:sp>
      <p:sp>
        <p:nvSpPr>
          <p:cNvPr id="7" name="Rectangle 6"/>
          <p:cNvSpPr/>
          <p:nvPr/>
        </p:nvSpPr>
        <p:spPr>
          <a:xfrm>
            <a:off x="475488" y="1627632"/>
            <a:ext cx="3054096" cy="585216"/>
          </a:xfrm>
          <a:prstGeom prst="rect">
            <a:avLst/>
          </a:prstGeom>
          <a:solidFill>
            <a:srgbClr val="F3F3F3"/>
          </a:solidFill>
          <a:ln>
            <a:noFill/>
          </a:ln>
        </p:spPr>
        <p:txBody>
          <a:bodyPr rtlCol="0" anchor="ctr" wrap="square" lIns="109728" tIns="27432" rIns="73152" bIns="27432">
            <a:noAutofit/>
          </a:bodyPr>
          <a:lstStyle/>
          <a:p>
            <a:pPr algn="l">
              <a:buNone/>
            </a:pPr>
            <a:r>
              <a:rPr sz="1200" b="1" lang="ja-JP" altLang="en-US">
                <a:solidFill>
                  <a:srgbClr val="262626"/>
                </a:solidFill>
              </a:rPr>
              <a:t>〜10/7　デロイトが検証環境で改修</a:t>
            </a:r>
          </a:p>
          <a:p>
            <a:pPr algn="l">
              <a:spcBef>
                <a:spcPts val="100"/>
              </a:spcBef>
              <a:buNone/>
            </a:pPr>
            <a:r>
              <a:rPr sz="1000" b="0" lang="ja-JP" altLang="en-US">
                <a:solidFill>
                  <a:srgbClr val="595959"/>
                </a:solidFill>
              </a:rPr>
              <a:t>ご依頼を日々反映（アドホック改修）</a:t>
            </a:r>
          </a:p>
        </p:txBody>
      </p:sp>
      <p:sp>
        <p:nvSpPr>
          <p:cNvPr id="8" name="Rectangle 7"/>
          <p:cNvSpPr/>
          <p:nvPr/>
        </p:nvSpPr>
        <p:spPr>
          <a:xfrm>
            <a:off x="3602736" y="1627632"/>
            <a:ext cx="1956816" cy="585216"/>
          </a:xfrm>
          <a:prstGeom prst="rect">
            <a:avLst/>
          </a:prstGeom>
          <a:solidFill>
            <a:srgbClr val="F3F3F3"/>
          </a:solidFill>
          <a:ln>
            <a:noFill/>
          </a:ln>
        </p:spPr>
        <p:txBody>
          <a:bodyPr rtlCol="0" anchor="ctr" wrap="square" lIns="109728" tIns="27432" rIns="73152" bIns="27432">
            <a:noAutofit/>
          </a:bodyPr>
          <a:lstStyle/>
          <a:p>
            <a:pPr algn="l">
              <a:buNone/>
            </a:pPr>
            <a:r>
              <a:rPr sz="1200" b="1" lang="ja-JP" altLang="en-US">
                <a:solidFill>
                  <a:srgbClr val="262626"/>
                </a:solidFill>
              </a:rPr>
              <a:t>10/8〜14　反映・引継ぎ</a:t>
            </a:r>
          </a:p>
          <a:p>
            <a:pPr algn="l">
              <a:spcBef>
                <a:spcPts val="100"/>
              </a:spcBef>
              <a:buNone/>
            </a:pPr>
            <a:r>
              <a:rPr sz="1000" b="0" lang="ja-JP" altLang="en-US">
                <a:solidFill>
                  <a:srgbClr val="595959"/>
                </a:solidFill>
              </a:rPr>
              <a:t>引継ぎ会 今週1回・来週1回</a:t>
            </a:r>
          </a:p>
        </p:txBody>
      </p:sp>
      <p:sp>
        <p:nvSpPr>
          <p:cNvPr id="9" name="Rectangle 8"/>
          <p:cNvSpPr/>
          <p:nvPr/>
        </p:nvSpPr>
        <p:spPr>
          <a:xfrm>
            <a:off x="5632704" y="1627632"/>
            <a:ext cx="6071616" cy="585216"/>
          </a:xfrm>
          <a:prstGeom prst="rect">
            <a:avLst/>
          </a:prstGeom>
          <a:solidFill>
            <a:srgbClr val="F3F3F3"/>
          </a:solidFill>
          <a:ln>
            <a:noFill/>
          </a:ln>
        </p:spPr>
        <p:txBody>
          <a:bodyPr rtlCol="0" anchor="ctr" wrap="square" lIns="109728" tIns="27432" rIns="73152" bIns="27432">
            <a:noAutofit/>
          </a:bodyPr>
          <a:lstStyle/>
          <a:p>
            <a:pPr algn="l">
              <a:buNone/>
            </a:pPr>
            <a:r>
              <a:rPr sz="1200" b="1" lang="ja-JP" altLang="en-US">
                <a:solidFill>
                  <a:srgbClr val="262626"/>
                </a:solidFill>
              </a:rPr>
              <a:t>10/15〜　ITEC様主導の運用・データ投入へ</a:t>
            </a:r>
          </a:p>
          <a:p>
            <a:pPr algn="l">
              <a:spcBef>
                <a:spcPts val="100"/>
              </a:spcBef>
              <a:buNone/>
            </a:pPr>
            <a:r>
              <a:rPr sz="1000" b="0" lang="ja-JP" altLang="en-US">
                <a:solidFill>
                  <a:srgbClr val="595959"/>
                </a:solidFill>
              </a:rPr>
              <a:t>改修も段階的にITEC様主導、デロイトは技術アドバイザリーへ</a:t>
            </a:r>
          </a:p>
        </p:txBody>
      </p:sp>
      <p:cxnSp>
        <p:nvCxnSpPr>
          <p:cNvPr id="10" name="Connector 9"/>
          <p:cNvCxnSpPr/>
          <p:nvPr/>
        </p:nvCxnSpPr>
        <p:spPr>
          <a:xfrm>
            <a:off x="548640" y="2697480"/>
            <a:ext cx="11109960" cy="0"/>
          </a:xfrm>
          <a:prstGeom prst="line">
            <a:avLst/>
          </a:prstGeom>
          <a:ln w="25400">
            <a:solidFill>
              <a:srgbClr val="C8C8C8"/>
            </a:solidFill>
          </a:ln>
        </p:spPr>
      </p:cxnSp>
      <p:cxnSp>
        <p:nvCxnSpPr>
          <p:cNvPr id="11" name="Connector 10"/>
          <p:cNvCxnSpPr/>
          <p:nvPr/>
        </p:nvCxnSpPr>
        <p:spPr>
          <a:xfrm>
            <a:off x="548640" y="2697480"/>
            <a:ext cx="2194560" cy="0"/>
          </a:xfrm>
          <a:prstGeom prst="line">
            <a:avLst/>
          </a:prstGeom>
          <a:ln w="25400">
            <a:solidFill>
              <a:srgbClr val="046A38"/>
            </a:solidFill>
          </a:ln>
        </p:spPr>
      </p:cxnSp>
      <p:sp>
        <p:nvSpPr>
          <p:cNvPr id="12" name="Oval 11"/>
          <p:cNvSpPr/>
          <p:nvPr/>
        </p:nvSpPr>
        <p:spPr>
          <a:xfrm>
            <a:off x="1051560" y="2560320"/>
            <a:ext cx="274320" cy="274320"/>
          </a:xfrm>
          <a:prstGeom prst="ellipse">
            <a:avLst/>
          </a:prstGeom>
          <a:solidFill>
            <a:srgbClr val="046A38"/>
          </a:solidFill>
          <a:ln>
            <a:noFill/>
          </a:ln>
        </p:spPr>
        <p:txBody>
          <a:bodyPr rtlCol="0" anchor="ctr" wrap="square" lIns="0" tIns="0" rIns="0" bIns="0">
            <a:noAutofit/>
          </a:bodyPr>
          <a:lstStyle/>
          <a:p>
            <a:pPr algn="ctr">
              <a:buNone/>
            </a:pPr>
            <a:r>
              <a:rPr sz="1000" b="1" lang="ja-JP" altLang="en-US">
                <a:solidFill>
                  <a:srgbClr val="FFFFFF"/>
                </a:solidFill>
              </a:rPr>
              <a:t>✓</a:t>
            </a:r>
          </a:p>
        </p:txBody>
      </p:sp>
      <p:sp>
        <p:nvSpPr>
          <p:cNvPr id="13" name="Rectangle 12"/>
          <p:cNvSpPr/>
          <p:nvPr/>
        </p:nvSpPr>
        <p:spPr>
          <a:xfrm>
            <a:off x="480060" y="3017520"/>
            <a:ext cx="1417320" cy="1627632"/>
          </a:xfrm>
          <a:prstGeom prst="rect">
            <a:avLst/>
          </a:prstGeom>
          <a:solidFill>
            <a:srgbClr val="F3F3F3"/>
          </a:solidFill>
          <a:ln>
            <a:noFill/>
          </a:ln>
        </p:spPr>
        <p:txBody>
          <a:bodyPr rtlCol="0" anchor="ctr" wrap="square" lIns="54864" tIns="27432" rIns="54864" bIns="27432">
            <a:noAutofit/>
          </a:bodyPr>
          <a:lstStyle/>
          <a:p>
            <a:pPr algn="ctr"/>
          </a:p>
        </p:txBody>
      </p:sp>
      <p:sp>
        <p:nvSpPr>
          <p:cNvPr id="14" name="TextBox 13"/>
          <p:cNvSpPr txBox="1"/>
          <p:nvPr/>
        </p:nvSpPr>
        <p:spPr>
          <a:xfrm>
            <a:off x="571500" y="3072384"/>
            <a:ext cx="1234440" cy="292608"/>
          </a:xfrm>
          <a:prstGeom prst="rect">
            <a:avLst/>
          </a:prstGeom>
          <a:noFill/>
        </p:spPr>
        <p:txBody>
          <a:bodyPr wrap="square" lIns="0" tIns="0" rIns="0" bIns="0" anchor="ctr">
            <a:noAutofit/>
          </a:bodyPr>
          <a:lstStyle/>
          <a:p>
            <a:pPr algn="l">
              <a:buNone/>
            </a:pPr>
            <a:r>
              <a:rPr sz="1300" b="1" lang="ja-JP" altLang="en-US">
                <a:solidFill>
                  <a:srgbClr val="046A38"/>
                </a:solidFill>
              </a:rPr>
              <a:t>10/5（月）</a:t>
            </a:r>
          </a:p>
        </p:txBody>
      </p:sp>
      <p:sp>
        <p:nvSpPr>
          <p:cNvPr id="15" name="TextBox 14"/>
          <p:cNvSpPr txBox="1"/>
          <p:nvPr/>
        </p:nvSpPr>
        <p:spPr>
          <a:xfrm>
            <a:off x="571500" y="3383280"/>
            <a:ext cx="1234440" cy="566928"/>
          </a:xfrm>
          <a:prstGeom prst="rect">
            <a:avLst/>
          </a:prstGeom>
          <a:noFill/>
        </p:spPr>
        <p:txBody>
          <a:bodyPr wrap="square" lIns="0" tIns="0" rIns="0" bIns="0" anchor="t">
            <a:noAutofit/>
          </a:bodyPr>
          <a:lstStyle/>
          <a:p>
            <a:pPr algn="l">
              <a:lnSpc>
                <a:spcPct val="100000"/>
              </a:lnSpc>
              <a:buNone/>
            </a:pPr>
            <a:r>
              <a:rPr sz="1150" b="1" lang="ja-JP" altLang="en-US">
                <a:solidFill>
                  <a:srgbClr val="262626"/>
                </a:solidFill>
              </a:rPr>
              <a:t>9/11版をセキュア公開</a:t>
            </a:r>
          </a:p>
        </p:txBody>
      </p:sp>
      <p:sp>
        <p:nvSpPr>
          <p:cNvPr id="16" name="TextBox 15"/>
          <p:cNvSpPr txBox="1"/>
          <p:nvPr/>
        </p:nvSpPr>
        <p:spPr>
          <a:xfrm>
            <a:off x="571500" y="3931920"/>
            <a:ext cx="1234440" cy="365760"/>
          </a:xfrm>
          <a:prstGeom prst="rect">
            <a:avLst/>
          </a:prstGeom>
          <a:noFill/>
        </p:spPr>
        <p:txBody>
          <a:bodyPr wrap="square" lIns="0" tIns="0" rIns="0" bIns="0" anchor="t">
            <a:noAutofit/>
          </a:bodyPr>
          <a:lstStyle/>
          <a:p>
            <a:pPr algn="l">
              <a:buNone/>
            </a:pPr>
            <a:r>
              <a:rPr sz="1000" b="0" lang="ja-JP" altLang="en-US">
                <a:solidFill>
                  <a:srgbClr val="595959"/>
                </a:solidFill>
              </a:rPr>
              <a:t>ログイン・アクセスの確認を開始</a:t>
            </a:r>
          </a:p>
        </p:txBody>
      </p:sp>
      <p:sp>
        <p:nvSpPr>
          <p:cNvPr id="17" name="Rounded Rectangle 16"/>
          <p:cNvSpPr/>
          <p:nvPr/>
        </p:nvSpPr>
        <p:spPr>
          <a:xfrm>
            <a:off x="534924" y="4334256"/>
            <a:ext cx="1307592" cy="228600"/>
          </a:xfrm>
          <a:prstGeom prst="roundRect">
            <a:avLst>
              <a:gd name="adj" fmla="val 50000"/>
            </a:avLst>
          </a:prstGeom>
          <a:solidFill>
            <a:srgbClr val="FFFFFF"/>
          </a:solidFill>
          <a:ln w="9525">
            <a:solidFill>
              <a:srgbClr val="D0D0CE"/>
            </a:solidFill>
          </a:ln>
        </p:spPr>
        <p:txBody>
          <a:bodyPr rtlCol="0" anchor="ctr" wrap="square" lIns="36576" tIns="0" rIns="36576" bIns="0">
            <a:noAutofit/>
          </a:bodyPr>
          <a:lstStyle/>
          <a:p>
            <a:pPr algn="ctr">
              <a:buNone/>
            </a:pPr>
            <a:r>
              <a:rPr sz="900" b="1" lang="ja-JP" altLang="en-US">
                <a:solidFill>
                  <a:srgbClr val="595959"/>
                </a:solidFill>
              </a:rPr>
              <a:t>ITEC様→BX推進部</a:t>
            </a:r>
          </a:p>
        </p:txBody>
      </p:sp>
      <p:sp>
        <p:nvSpPr>
          <p:cNvPr id="18" name="Oval 17"/>
          <p:cNvSpPr/>
          <p:nvPr/>
        </p:nvSpPr>
        <p:spPr>
          <a:xfrm>
            <a:off x="2596896" y="2551176"/>
            <a:ext cx="292608" cy="292608"/>
          </a:xfrm>
          <a:prstGeom prst="ellipse">
            <a:avLst/>
          </a:prstGeom>
          <a:solidFill>
            <a:srgbClr val="FFFFFF"/>
          </a:solidFill>
          <a:ln w="31750">
            <a:solidFill>
              <a:srgbClr val="046A38"/>
            </a:solidFill>
          </a:ln>
        </p:spPr>
        <p:txBody>
          <a:bodyPr rtlCol="0" anchor="ctr" wrap="square" lIns="54864" tIns="27432" rIns="54864" bIns="27432">
            <a:noAutofit/>
          </a:bodyPr>
          <a:lstStyle/>
          <a:p>
            <a:pPr algn="ctr"/>
          </a:p>
        </p:txBody>
      </p:sp>
      <p:sp>
        <p:nvSpPr>
          <p:cNvPr id="19" name="Rounded Rectangle 18"/>
          <p:cNvSpPr/>
          <p:nvPr/>
        </p:nvSpPr>
        <p:spPr>
          <a:xfrm>
            <a:off x="2450592" y="2267712"/>
            <a:ext cx="585216" cy="201168"/>
          </a:xfrm>
          <a:prstGeom prst="roundRect">
            <a:avLst>
              <a:gd name="adj" fmla="val 50000"/>
            </a:avLst>
          </a:prstGeom>
          <a:solidFill>
            <a:srgbClr val="262626"/>
          </a:solidFill>
          <a:ln>
            <a:noFill/>
          </a:ln>
        </p:spPr>
        <p:txBody>
          <a:bodyPr rtlCol="0" anchor="ctr" wrap="square" lIns="36576" tIns="0" rIns="36576" bIns="0">
            <a:noAutofit/>
          </a:bodyPr>
          <a:lstStyle/>
          <a:p>
            <a:pPr algn="ctr">
              <a:buNone/>
            </a:pPr>
            <a:r>
              <a:rPr sz="950" b="1" lang="ja-JP" altLang="en-US">
                <a:solidFill>
                  <a:srgbClr val="FFFFFF"/>
                </a:solidFill>
              </a:rPr>
              <a:t>本日</a:t>
            </a:r>
          </a:p>
        </p:txBody>
      </p:sp>
      <p:sp>
        <p:nvSpPr>
          <p:cNvPr id="20" name="Rectangle 19"/>
          <p:cNvSpPr/>
          <p:nvPr/>
        </p:nvSpPr>
        <p:spPr>
          <a:xfrm>
            <a:off x="2034540" y="3017520"/>
            <a:ext cx="1417320" cy="1627632"/>
          </a:xfrm>
          <a:prstGeom prst="rect">
            <a:avLst/>
          </a:prstGeom>
          <a:solidFill>
            <a:srgbClr val="F3F3F3"/>
          </a:solidFill>
          <a:ln>
            <a:noFill/>
          </a:ln>
        </p:spPr>
        <p:txBody>
          <a:bodyPr rtlCol="0" anchor="ctr" wrap="square" lIns="54864" tIns="27432" rIns="54864" bIns="27432">
            <a:noAutofit/>
          </a:bodyPr>
          <a:lstStyle/>
          <a:p>
            <a:pPr algn="ctr"/>
          </a:p>
        </p:txBody>
      </p:sp>
      <p:sp>
        <p:nvSpPr>
          <p:cNvPr id="21" name="TextBox 20"/>
          <p:cNvSpPr txBox="1"/>
          <p:nvPr/>
        </p:nvSpPr>
        <p:spPr>
          <a:xfrm>
            <a:off x="2125980" y="3072384"/>
            <a:ext cx="1234440" cy="292608"/>
          </a:xfrm>
          <a:prstGeom prst="rect">
            <a:avLst/>
          </a:prstGeom>
          <a:noFill/>
        </p:spPr>
        <p:txBody>
          <a:bodyPr wrap="square" lIns="0" tIns="0" rIns="0" bIns="0" anchor="ctr">
            <a:noAutofit/>
          </a:bodyPr>
          <a:lstStyle/>
          <a:p>
            <a:pPr algn="l">
              <a:buNone/>
            </a:pPr>
            <a:r>
              <a:rPr sz="1300" b="1" lang="ja-JP" altLang="en-US">
                <a:solidFill>
                  <a:srgbClr val="262626"/>
                </a:solidFill>
              </a:rPr>
              <a:t>10/7（水）午前</a:t>
            </a:r>
          </a:p>
        </p:txBody>
      </p:sp>
      <p:sp>
        <p:nvSpPr>
          <p:cNvPr id="22" name="TextBox 21"/>
          <p:cNvSpPr txBox="1"/>
          <p:nvPr/>
        </p:nvSpPr>
        <p:spPr>
          <a:xfrm>
            <a:off x="2125980" y="3383280"/>
            <a:ext cx="1234440" cy="566928"/>
          </a:xfrm>
          <a:prstGeom prst="rect">
            <a:avLst/>
          </a:prstGeom>
          <a:noFill/>
        </p:spPr>
        <p:txBody>
          <a:bodyPr wrap="square" lIns="0" tIns="0" rIns="0" bIns="0" anchor="t">
            <a:noAutofit/>
          </a:bodyPr>
          <a:lstStyle/>
          <a:p>
            <a:pPr algn="l">
              <a:lnSpc>
                <a:spcPct val="100000"/>
              </a:lnSpc>
              <a:buNone/>
            </a:pPr>
            <a:r>
              <a:rPr sz="1150" b="1" lang="ja-JP" altLang="en-US">
                <a:solidFill>
                  <a:srgbClr val="262626"/>
                </a:solidFill>
              </a:rPr>
              <a:t>アドホック改修を一旦Close</a:t>
            </a:r>
          </a:p>
        </p:txBody>
      </p:sp>
      <p:sp>
        <p:nvSpPr>
          <p:cNvPr id="23" name="TextBox 22"/>
          <p:cNvSpPr txBox="1"/>
          <p:nvPr/>
        </p:nvSpPr>
        <p:spPr>
          <a:xfrm>
            <a:off x="2125980" y="3931920"/>
            <a:ext cx="1234440" cy="365760"/>
          </a:xfrm>
          <a:prstGeom prst="rect">
            <a:avLst/>
          </a:prstGeom>
          <a:noFill/>
        </p:spPr>
        <p:txBody>
          <a:bodyPr wrap="square" lIns="0" tIns="0" rIns="0" bIns="0" anchor="t">
            <a:noAutofit/>
          </a:bodyPr>
          <a:lstStyle/>
          <a:p>
            <a:pPr algn="l">
              <a:buNone/>
            </a:pPr>
            <a:r>
              <a:rPr sz="1000" b="0" lang="ja-JP" altLang="en-US">
                <a:solidFill>
                  <a:srgbClr val="595959"/>
                </a:solidFill>
              </a:rPr>
              <a:t>10/7版として確定</a:t>
            </a:r>
          </a:p>
        </p:txBody>
      </p:sp>
      <p:sp>
        <p:nvSpPr>
          <p:cNvPr id="24" name="Rounded Rectangle 23"/>
          <p:cNvSpPr/>
          <p:nvPr/>
        </p:nvSpPr>
        <p:spPr>
          <a:xfrm>
            <a:off x="2089404" y="4334256"/>
            <a:ext cx="1307592" cy="228600"/>
          </a:xfrm>
          <a:prstGeom prst="roundRect">
            <a:avLst>
              <a:gd name="adj" fmla="val 50000"/>
            </a:avLst>
          </a:prstGeom>
          <a:solidFill>
            <a:srgbClr val="FFFFFF"/>
          </a:solidFill>
          <a:ln w="9525">
            <a:solidFill>
              <a:srgbClr val="D0D0CE"/>
            </a:solidFill>
          </a:ln>
        </p:spPr>
        <p:txBody>
          <a:bodyPr rtlCol="0" anchor="ctr" wrap="square" lIns="36576" tIns="0" rIns="36576" bIns="0">
            <a:noAutofit/>
          </a:bodyPr>
          <a:lstStyle/>
          <a:p>
            <a:pPr algn="ctr">
              <a:buNone/>
            </a:pPr>
            <a:r>
              <a:rPr sz="900" b="1" lang="ja-JP" altLang="en-US">
                <a:solidFill>
                  <a:srgbClr val="595959"/>
                </a:solidFill>
              </a:rPr>
              <a:t>BX推進部→デロイト</a:t>
            </a:r>
          </a:p>
        </p:txBody>
      </p:sp>
      <p:sp>
        <p:nvSpPr>
          <p:cNvPr id="25" name="Oval 24"/>
          <p:cNvSpPr/>
          <p:nvPr/>
        </p:nvSpPr>
        <p:spPr>
          <a:xfrm>
            <a:off x="4197096" y="2578608"/>
            <a:ext cx="237744" cy="237744"/>
          </a:xfrm>
          <a:prstGeom prst="ellipse">
            <a:avLst/>
          </a:prstGeom>
          <a:solidFill>
            <a:srgbClr val="FFFFFF"/>
          </a:solidFill>
          <a:ln w="22225">
            <a:solidFill>
              <a:srgbClr val="A6A6A6"/>
            </a:solidFill>
          </a:ln>
        </p:spPr>
        <p:txBody>
          <a:bodyPr rtlCol="0" anchor="ctr" wrap="square" lIns="54864" tIns="27432" rIns="54864" bIns="27432">
            <a:noAutofit/>
          </a:bodyPr>
          <a:lstStyle/>
          <a:p>
            <a:pPr algn="ctr"/>
          </a:p>
        </p:txBody>
      </p:sp>
      <p:sp>
        <p:nvSpPr>
          <p:cNvPr id="26" name="Rectangle 25"/>
          <p:cNvSpPr/>
          <p:nvPr/>
        </p:nvSpPr>
        <p:spPr>
          <a:xfrm>
            <a:off x="3607308" y="3017520"/>
            <a:ext cx="1417320" cy="1627632"/>
          </a:xfrm>
          <a:prstGeom prst="rect">
            <a:avLst/>
          </a:prstGeom>
          <a:solidFill>
            <a:srgbClr val="F3F3F3"/>
          </a:solidFill>
          <a:ln>
            <a:noFill/>
          </a:ln>
        </p:spPr>
        <p:txBody>
          <a:bodyPr rtlCol="0" anchor="ctr" wrap="square" lIns="54864" tIns="27432" rIns="54864" bIns="27432">
            <a:noAutofit/>
          </a:bodyPr>
          <a:lstStyle/>
          <a:p>
            <a:pPr algn="ctr"/>
          </a:p>
        </p:txBody>
      </p:sp>
      <p:sp>
        <p:nvSpPr>
          <p:cNvPr id="27" name="TextBox 26"/>
          <p:cNvSpPr txBox="1"/>
          <p:nvPr/>
        </p:nvSpPr>
        <p:spPr>
          <a:xfrm>
            <a:off x="3698748" y="3072384"/>
            <a:ext cx="1234440" cy="292608"/>
          </a:xfrm>
          <a:prstGeom prst="rect">
            <a:avLst/>
          </a:prstGeom>
          <a:noFill/>
        </p:spPr>
        <p:txBody>
          <a:bodyPr wrap="square" lIns="0" tIns="0" rIns="0" bIns="0" anchor="ctr">
            <a:noAutofit/>
          </a:bodyPr>
          <a:lstStyle/>
          <a:p>
            <a:pPr algn="l">
              <a:buNone/>
            </a:pPr>
            <a:r>
              <a:rPr sz="1300" b="1" lang="ja-JP" altLang="en-US">
                <a:solidFill>
                  <a:srgbClr val="262626"/>
                </a:solidFill>
              </a:rPr>
              <a:t>10/8（木）〜</a:t>
            </a:r>
          </a:p>
        </p:txBody>
      </p:sp>
      <p:sp>
        <p:nvSpPr>
          <p:cNvPr id="28" name="TextBox 27"/>
          <p:cNvSpPr txBox="1"/>
          <p:nvPr/>
        </p:nvSpPr>
        <p:spPr>
          <a:xfrm>
            <a:off x="3698748" y="3383280"/>
            <a:ext cx="1234440" cy="566928"/>
          </a:xfrm>
          <a:prstGeom prst="rect">
            <a:avLst/>
          </a:prstGeom>
          <a:noFill/>
        </p:spPr>
        <p:txBody>
          <a:bodyPr wrap="square" lIns="0" tIns="0" rIns="0" bIns="0" anchor="t">
            <a:noAutofit/>
          </a:bodyPr>
          <a:lstStyle/>
          <a:p>
            <a:pPr algn="l">
              <a:lnSpc>
                <a:spcPct val="100000"/>
              </a:lnSpc>
              <a:buNone/>
            </a:pPr>
            <a:r>
              <a:rPr sz="1150" b="1" lang="ja-JP" altLang="en-US">
                <a:solidFill>
                  <a:srgbClr val="262626"/>
                </a:solidFill>
              </a:rPr>
              <a:t>最新版をセキュア環境へ反映開始</a:t>
            </a:r>
          </a:p>
        </p:txBody>
      </p:sp>
      <p:sp>
        <p:nvSpPr>
          <p:cNvPr id="29" name="Rounded Rectangle 28"/>
          <p:cNvSpPr/>
          <p:nvPr/>
        </p:nvSpPr>
        <p:spPr>
          <a:xfrm>
            <a:off x="3662172" y="4334256"/>
            <a:ext cx="1307592" cy="228600"/>
          </a:xfrm>
          <a:prstGeom prst="roundRect">
            <a:avLst>
              <a:gd name="adj" fmla="val 50000"/>
            </a:avLst>
          </a:prstGeom>
          <a:solidFill>
            <a:srgbClr val="FFFFFF"/>
          </a:solidFill>
          <a:ln w="9525">
            <a:solidFill>
              <a:srgbClr val="D0D0CE"/>
            </a:solidFill>
          </a:ln>
        </p:spPr>
        <p:txBody>
          <a:bodyPr rtlCol="0" anchor="ctr" wrap="square" lIns="36576" tIns="0" rIns="36576" bIns="0">
            <a:noAutofit/>
          </a:bodyPr>
          <a:lstStyle/>
          <a:p>
            <a:pPr algn="ctr">
              <a:buNone/>
            </a:pPr>
            <a:r>
              <a:rPr sz="900" b="1" lang="ja-JP" altLang="en-US">
                <a:solidFill>
                  <a:srgbClr val="595959"/>
                </a:solidFill>
              </a:rPr>
              <a:t>ITEC様</a:t>
            </a:r>
          </a:p>
        </p:txBody>
      </p:sp>
      <p:sp>
        <p:nvSpPr>
          <p:cNvPr id="30" name="Oval 29"/>
          <p:cNvSpPr/>
          <p:nvPr/>
        </p:nvSpPr>
        <p:spPr>
          <a:xfrm>
            <a:off x="6172200" y="2560320"/>
            <a:ext cx="274320" cy="274320"/>
          </a:xfrm>
          <a:prstGeom prst="ellipse">
            <a:avLst/>
          </a:prstGeom>
          <a:solidFill>
            <a:srgbClr val="046A38"/>
          </a:solidFill>
          <a:ln>
            <a:noFill/>
          </a:ln>
        </p:spPr>
        <p:txBody>
          <a:bodyPr rtlCol="0" anchor="ctr" wrap="square" lIns="54864" tIns="27432" rIns="54864" bIns="27432">
            <a:noAutofit/>
          </a:bodyPr>
          <a:lstStyle/>
          <a:p>
            <a:pPr algn="ctr"/>
          </a:p>
        </p:txBody>
      </p:sp>
      <p:sp>
        <p:nvSpPr>
          <p:cNvPr id="31" name="Rectangle 30"/>
          <p:cNvSpPr/>
          <p:nvPr/>
        </p:nvSpPr>
        <p:spPr>
          <a:xfrm>
            <a:off x="5600700" y="3017520"/>
            <a:ext cx="1417320" cy="1627632"/>
          </a:xfrm>
          <a:prstGeom prst="rect">
            <a:avLst/>
          </a:prstGeom>
          <a:solidFill>
            <a:srgbClr val="FFFFFF"/>
          </a:solidFill>
          <a:ln w="15875">
            <a:solidFill>
              <a:srgbClr val="046A38"/>
            </a:solidFill>
          </a:ln>
        </p:spPr>
        <p:txBody>
          <a:bodyPr rtlCol="0" anchor="ctr" wrap="square" lIns="54864" tIns="27432" rIns="54864" bIns="27432">
            <a:noAutofit/>
          </a:bodyPr>
          <a:lstStyle/>
          <a:p>
            <a:pPr algn="ctr"/>
          </a:p>
        </p:txBody>
      </p:sp>
      <p:sp>
        <p:nvSpPr>
          <p:cNvPr id="32" name="TextBox 31"/>
          <p:cNvSpPr txBox="1"/>
          <p:nvPr/>
        </p:nvSpPr>
        <p:spPr>
          <a:xfrm>
            <a:off x="5692140" y="3072384"/>
            <a:ext cx="1234440" cy="292608"/>
          </a:xfrm>
          <a:prstGeom prst="rect">
            <a:avLst/>
          </a:prstGeom>
          <a:noFill/>
        </p:spPr>
        <p:txBody>
          <a:bodyPr wrap="square" lIns="0" tIns="0" rIns="0" bIns="0" anchor="ctr">
            <a:noAutofit/>
          </a:bodyPr>
          <a:lstStyle/>
          <a:p>
            <a:pPr algn="l">
              <a:buNone/>
            </a:pPr>
            <a:r>
              <a:rPr sz="1300" b="1" lang="ja-JP" altLang="en-US">
                <a:solidFill>
                  <a:srgbClr val="046A38"/>
                </a:solidFill>
              </a:rPr>
              <a:t>10/15頃</a:t>
            </a:r>
          </a:p>
        </p:txBody>
      </p:sp>
      <p:sp>
        <p:nvSpPr>
          <p:cNvPr id="33" name="TextBox 32"/>
          <p:cNvSpPr txBox="1"/>
          <p:nvPr/>
        </p:nvSpPr>
        <p:spPr>
          <a:xfrm>
            <a:off x="5692140" y="3383280"/>
            <a:ext cx="1234440" cy="566928"/>
          </a:xfrm>
          <a:prstGeom prst="rect">
            <a:avLst/>
          </a:prstGeom>
          <a:noFill/>
        </p:spPr>
        <p:txBody>
          <a:bodyPr wrap="square" lIns="0" tIns="0" rIns="0" bIns="0" anchor="t">
            <a:noAutofit/>
          </a:bodyPr>
          <a:lstStyle/>
          <a:p>
            <a:pPr algn="l">
              <a:lnSpc>
                <a:spcPct val="100000"/>
              </a:lnSpc>
              <a:buNone/>
            </a:pPr>
            <a:r>
              <a:rPr sz="1150" b="1" lang="ja-JP" altLang="en-US">
                <a:solidFill>
                  <a:srgbClr val="262626"/>
                </a:solidFill>
              </a:rPr>
              <a:t>10/7版を公開＋データ投入</a:t>
            </a:r>
          </a:p>
        </p:txBody>
      </p:sp>
      <p:sp>
        <p:nvSpPr>
          <p:cNvPr id="34" name="TextBox 33"/>
          <p:cNvSpPr txBox="1"/>
          <p:nvPr/>
        </p:nvSpPr>
        <p:spPr>
          <a:xfrm>
            <a:off x="5692140" y="3931920"/>
            <a:ext cx="1234440" cy="365760"/>
          </a:xfrm>
          <a:prstGeom prst="rect">
            <a:avLst/>
          </a:prstGeom>
          <a:noFill/>
        </p:spPr>
        <p:txBody>
          <a:bodyPr wrap="square" lIns="0" tIns="0" rIns="0" bIns="0" anchor="t">
            <a:noAutofit/>
          </a:bodyPr>
          <a:lstStyle/>
          <a:p>
            <a:pPr algn="l">
              <a:buNone/>
            </a:pPr>
            <a:r>
              <a:rPr sz="1000" b="0" lang="ja-JP" altLang="en-US">
                <a:solidFill>
                  <a:srgbClr val="595959"/>
                </a:solidFill>
              </a:rPr>
              <a:t>セキュア環境で公開</a:t>
            </a:r>
          </a:p>
        </p:txBody>
      </p:sp>
      <p:sp>
        <p:nvSpPr>
          <p:cNvPr id="35" name="Rounded Rectangle 34"/>
          <p:cNvSpPr/>
          <p:nvPr/>
        </p:nvSpPr>
        <p:spPr>
          <a:xfrm>
            <a:off x="5655564" y="4334256"/>
            <a:ext cx="1307592" cy="228600"/>
          </a:xfrm>
          <a:prstGeom prst="roundRect">
            <a:avLst>
              <a:gd name="adj" fmla="val 50000"/>
            </a:avLst>
          </a:prstGeom>
          <a:solidFill>
            <a:srgbClr val="046A38"/>
          </a:solidFill>
          <a:ln>
            <a:noFill/>
          </a:ln>
        </p:spPr>
        <p:txBody>
          <a:bodyPr rtlCol="0" anchor="ctr" wrap="square" lIns="36576" tIns="0" rIns="36576" bIns="0">
            <a:noAutofit/>
          </a:bodyPr>
          <a:lstStyle/>
          <a:p>
            <a:pPr algn="ctr">
              <a:buNone/>
            </a:pPr>
            <a:r>
              <a:rPr sz="900" b="1" lang="ja-JP" altLang="en-US">
                <a:solidFill>
                  <a:srgbClr val="FFFFFF"/>
                </a:solidFill>
              </a:rPr>
              <a:t>ITEC様・BX推進部</a:t>
            </a:r>
          </a:p>
        </p:txBody>
      </p:sp>
      <p:sp>
        <p:nvSpPr>
          <p:cNvPr id="36" name="Oval 35"/>
          <p:cNvSpPr/>
          <p:nvPr/>
        </p:nvSpPr>
        <p:spPr>
          <a:xfrm>
            <a:off x="7763255" y="2578608"/>
            <a:ext cx="237744" cy="237744"/>
          </a:xfrm>
          <a:prstGeom prst="ellipse">
            <a:avLst/>
          </a:prstGeom>
          <a:solidFill>
            <a:srgbClr val="FFFFFF"/>
          </a:solidFill>
          <a:ln w="22225">
            <a:solidFill>
              <a:srgbClr val="A6A6A6"/>
            </a:solidFill>
          </a:ln>
        </p:spPr>
        <p:txBody>
          <a:bodyPr rtlCol="0" anchor="ctr" wrap="square" lIns="54864" tIns="27432" rIns="54864" bIns="27432">
            <a:noAutofit/>
          </a:bodyPr>
          <a:lstStyle/>
          <a:p>
            <a:pPr algn="ctr"/>
          </a:p>
        </p:txBody>
      </p:sp>
      <p:sp>
        <p:nvSpPr>
          <p:cNvPr id="37" name="Rectangle 36"/>
          <p:cNvSpPr/>
          <p:nvPr/>
        </p:nvSpPr>
        <p:spPr>
          <a:xfrm>
            <a:off x="7173467" y="3017520"/>
            <a:ext cx="1417320" cy="1627632"/>
          </a:xfrm>
          <a:prstGeom prst="rect">
            <a:avLst/>
          </a:prstGeom>
          <a:solidFill>
            <a:srgbClr val="FFFFFF"/>
          </a:solidFill>
          <a:ln w="9525">
            <a:solidFill>
              <a:srgbClr val="D0D0CE"/>
            </a:solidFill>
          </a:ln>
        </p:spPr>
        <p:txBody>
          <a:bodyPr rtlCol="0" anchor="ctr" wrap="square" lIns="54864" tIns="27432" rIns="54864" bIns="27432">
            <a:noAutofit/>
          </a:bodyPr>
          <a:lstStyle/>
          <a:p>
            <a:pPr algn="ctr"/>
          </a:p>
        </p:txBody>
      </p:sp>
      <p:sp>
        <p:nvSpPr>
          <p:cNvPr id="38" name="TextBox 37"/>
          <p:cNvSpPr txBox="1"/>
          <p:nvPr/>
        </p:nvSpPr>
        <p:spPr>
          <a:xfrm>
            <a:off x="7264907" y="3072384"/>
            <a:ext cx="1234440" cy="292608"/>
          </a:xfrm>
          <a:prstGeom prst="rect">
            <a:avLst/>
          </a:prstGeom>
          <a:noFill/>
        </p:spPr>
        <p:txBody>
          <a:bodyPr wrap="square" lIns="0" tIns="0" rIns="0" bIns="0" anchor="ctr">
            <a:noAutofit/>
          </a:bodyPr>
          <a:lstStyle/>
          <a:p>
            <a:pPr algn="l">
              <a:buNone/>
            </a:pPr>
            <a:r>
              <a:rPr sz="1300" b="1" lang="ja-JP" altLang="en-US">
                <a:solidFill>
                  <a:srgbClr val="262626"/>
                </a:solidFill>
              </a:rPr>
              <a:t>10月末</a:t>
            </a:r>
          </a:p>
        </p:txBody>
      </p:sp>
      <p:sp>
        <p:nvSpPr>
          <p:cNvPr id="39" name="TextBox 38"/>
          <p:cNvSpPr txBox="1"/>
          <p:nvPr/>
        </p:nvSpPr>
        <p:spPr>
          <a:xfrm>
            <a:off x="7264907" y="3383280"/>
            <a:ext cx="1234440" cy="566928"/>
          </a:xfrm>
          <a:prstGeom prst="rect">
            <a:avLst/>
          </a:prstGeom>
          <a:noFill/>
        </p:spPr>
        <p:txBody>
          <a:bodyPr wrap="square" lIns="0" tIns="0" rIns="0" bIns="0" anchor="t">
            <a:noAutofit/>
          </a:bodyPr>
          <a:lstStyle/>
          <a:p>
            <a:pPr algn="l">
              <a:lnSpc>
                <a:spcPct val="100000"/>
              </a:lnSpc>
              <a:buNone/>
            </a:pPr>
            <a:r>
              <a:rPr sz="1150" b="1" lang="ja-JP" altLang="en-US">
                <a:solidFill>
                  <a:srgbClr val="262626"/>
                </a:solidFill>
              </a:rPr>
              <a:t>中間報告</a:t>
            </a:r>
          </a:p>
        </p:txBody>
      </p:sp>
      <p:sp>
        <p:nvSpPr>
          <p:cNvPr id="40" name="TextBox 39"/>
          <p:cNvSpPr txBox="1"/>
          <p:nvPr/>
        </p:nvSpPr>
        <p:spPr>
          <a:xfrm>
            <a:off x="7264907" y="3931920"/>
            <a:ext cx="1234440" cy="365760"/>
          </a:xfrm>
          <a:prstGeom prst="rect">
            <a:avLst/>
          </a:prstGeom>
          <a:noFill/>
        </p:spPr>
        <p:txBody>
          <a:bodyPr wrap="square" lIns="0" tIns="0" rIns="0" bIns="0" anchor="t">
            <a:noAutofit/>
          </a:bodyPr>
          <a:lstStyle/>
          <a:p>
            <a:pPr algn="l">
              <a:buNone/>
            </a:pPr>
            <a:r>
              <a:rPr sz="1000" b="0" lang="ja-JP" altLang="en-US">
                <a:solidFill>
                  <a:srgbClr val="595959"/>
                </a:solidFill>
              </a:rPr>
              <a:t>Phase2の進捗と論点を確認</a:t>
            </a:r>
          </a:p>
        </p:txBody>
      </p:sp>
      <p:sp>
        <p:nvSpPr>
          <p:cNvPr id="41" name="Oval 40"/>
          <p:cNvSpPr/>
          <p:nvPr/>
        </p:nvSpPr>
        <p:spPr>
          <a:xfrm>
            <a:off x="9317736" y="2560320"/>
            <a:ext cx="274320" cy="274320"/>
          </a:xfrm>
          <a:prstGeom prst="ellipse">
            <a:avLst/>
          </a:prstGeom>
          <a:solidFill>
            <a:srgbClr val="046A38"/>
          </a:solidFill>
          <a:ln>
            <a:noFill/>
          </a:ln>
        </p:spPr>
        <p:txBody>
          <a:bodyPr rtlCol="0" anchor="ctr" wrap="square" lIns="54864" tIns="27432" rIns="54864" bIns="27432">
            <a:noAutofit/>
          </a:bodyPr>
          <a:lstStyle/>
          <a:p>
            <a:pPr algn="ctr"/>
          </a:p>
        </p:txBody>
      </p:sp>
      <p:sp>
        <p:nvSpPr>
          <p:cNvPr id="42" name="Rectangle 41"/>
          <p:cNvSpPr/>
          <p:nvPr/>
        </p:nvSpPr>
        <p:spPr>
          <a:xfrm>
            <a:off x="8746236" y="3017520"/>
            <a:ext cx="1417320" cy="1627632"/>
          </a:xfrm>
          <a:prstGeom prst="rect">
            <a:avLst/>
          </a:prstGeom>
          <a:solidFill>
            <a:srgbClr val="F3F3F3"/>
          </a:solidFill>
          <a:ln>
            <a:noFill/>
          </a:ln>
        </p:spPr>
        <p:txBody>
          <a:bodyPr rtlCol="0" anchor="ctr" wrap="square" lIns="54864" tIns="27432" rIns="54864" bIns="27432">
            <a:noAutofit/>
          </a:bodyPr>
          <a:lstStyle/>
          <a:p>
            <a:pPr algn="ctr"/>
          </a:p>
        </p:txBody>
      </p:sp>
      <p:sp>
        <p:nvSpPr>
          <p:cNvPr id="43" name="TextBox 42"/>
          <p:cNvSpPr txBox="1"/>
          <p:nvPr/>
        </p:nvSpPr>
        <p:spPr>
          <a:xfrm>
            <a:off x="8837676" y="3072384"/>
            <a:ext cx="1234440" cy="292608"/>
          </a:xfrm>
          <a:prstGeom prst="rect">
            <a:avLst/>
          </a:prstGeom>
          <a:noFill/>
        </p:spPr>
        <p:txBody>
          <a:bodyPr wrap="square" lIns="0" tIns="0" rIns="0" bIns="0" anchor="ctr">
            <a:noAutofit/>
          </a:bodyPr>
          <a:lstStyle/>
          <a:p>
            <a:pPr algn="l">
              <a:buNone/>
            </a:pPr>
            <a:r>
              <a:rPr sz="1300" b="1" lang="ja-JP" altLang="en-US">
                <a:solidFill>
                  <a:srgbClr val="046A38"/>
                </a:solidFill>
              </a:rPr>
              <a:t>11/10（火）</a:t>
            </a:r>
          </a:p>
        </p:txBody>
      </p:sp>
      <p:sp>
        <p:nvSpPr>
          <p:cNvPr id="44" name="TextBox 43"/>
          <p:cNvSpPr txBox="1"/>
          <p:nvPr/>
        </p:nvSpPr>
        <p:spPr>
          <a:xfrm>
            <a:off x="8837676" y="3383280"/>
            <a:ext cx="1234440" cy="566928"/>
          </a:xfrm>
          <a:prstGeom prst="rect">
            <a:avLst/>
          </a:prstGeom>
          <a:noFill/>
        </p:spPr>
        <p:txBody>
          <a:bodyPr wrap="square" lIns="0" tIns="0" rIns="0" bIns="0" anchor="t">
            <a:noAutofit/>
          </a:bodyPr>
          <a:lstStyle/>
          <a:p>
            <a:pPr algn="l">
              <a:lnSpc>
                <a:spcPct val="100000"/>
              </a:lnSpc>
              <a:buNone/>
            </a:pPr>
            <a:r>
              <a:rPr sz="1150" b="1" lang="ja-JP" altLang="en-US">
                <a:solidFill>
                  <a:srgbClr val="262626"/>
                </a:solidFill>
              </a:rPr>
              <a:t>嶋田社長・野村専務へお渡し</a:t>
            </a:r>
          </a:p>
        </p:txBody>
      </p:sp>
      <p:sp>
        <p:nvSpPr>
          <p:cNvPr id="45" name="TextBox 44"/>
          <p:cNvSpPr txBox="1"/>
          <p:nvPr/>
        </p:nvSpPr>
        <p:spPr>
          <a:xfrm>
            <a:off x="8837676" y="3931920"/>
            <a:ext cx="1234440" cy="365760"/>
          </a:xfrm>
          <a:prstGeom prst="rect">
            <a:avLst/>
          </a:prstGeom>
          <a:noFill/>
        </p:spPr>
        <p:txBody>
          <a:bodyPr wrap="square" lIns="0" tIns="0" rIns="0" bIns="0" anchor="t">
            <a:noAutofit/>
          </a:bodyPr>
          <a:lstStyle/>
          <a:p>
            <a:pPr algn="l">
              <a:buNone/>
            </a:pPr>
            <a:r>
              <a:rPr sz="1000" b="0" lang="ja-JP" altLang="en-US">
                <a:solidFill>
                  <a:srgbClr val="595959"/>
                </a:solidFill>
              </a:rPr>
              <a:t>大きなマイルストーン</a:t>
            </a:r>
          </a:p>
        </p:txBody>
      </p:sp>
      <p:sp>
        <p:nvSpPr>
          <p:cNvPr id="46" name="Oval 45"/>
          <p:cNvSpPr/>
          <p:nvPr/>
        </p:nvSpPr>
        <p:spPr>
          <a:xfrm>
            <a:off x="10881359" y="2578608"/>
            <a:ext cx="237744" cy="237744"/>
          </a:xfrm>
          <a:prstGeom prst="ellipse">
            <a:avLst/>
          </a:prstGeom>
          <a:solidFill>
            <a:srgbClr val="FFFFFF"/>
          </a:solidFill>
          <a:ln w="22225">
            <a:solidFill>
              <a:srgbClr val="A6A6A6"/>
            </a:solidFill>
          </a:ln>
        </p:spPr>
        <p:txBody>
          <a:bodyPr rtlCol="0" anchor="ctr" wrap="square" lIns="54864" tIns="27432" rIns="54864" bIns="27432">
            <a:noAutofit/>
          </a:bodyPr>
          <a:lstStyle/>
          <a:p>
            <a:pPr algn="ctr"/>
          </a:p>
        </p:txBody>
      </p:sp>
      <p:sp>
        <p:nvSpPr>
          <p:cNvPr id="47" name="Rectangle 46"/>
          <p:cNvSpPr/>
          <p:nvPr/>
        </p:nvSpPr>
        <p:spPr>
          <a:xfrm>
            <a:off x="10291572" y="3017520"/>
            <a:ext cx="1417320" cy="1627632"/>
          </a:xfrm>
          <a:prstGeom prst="rect">
            <a:avLst/>
          </a:prstGeom>
          <a:solidFill>
            <a:srgbClr val="FFFFFF"/>
          </a:solidFill>
          <a:ln w="9525">
            <a:solidFill>
              <a:srgbClr val="D0D0CE"/>
            </a:solidFill>
          </a:ln>
        </p:spPr>
        <p:txBody>
          <a:bodyPr rtlCol="0" anchor="ctr" wrap="square" lIns="54864" tIns="27432" rIns="54864" bIns="27432">
            <a:noAutofit/>
          </a:bodyPr>
          <a:lstStyle/>
          <a:p>
            <a:pPr algn="ctr"/>
          </a:p>
        </p:txBody>
      </p:sp>
      <p:sp>
        <p:nvSpPr>
          <p:cNvPr id="48" name="TextBox 47"/>
          <p:cNvSpPr txBox="1"/>
          <p:nvPr/>
        </p:nvSpPr>
        <p:spPr>
          <a:xfrm>
            <a:off x="10383011" y="3072384"/>
            <a:ext cx="1234440" cy="292608"/>
          </a:xfrm>
          <a:prstGeom prst="rect">
            <a:avLst/>
          </a:prstGeom>
          <a:noFill/>
        </p:spPr>
        <p:txBody>
          <a:bodyPr wrap="square" lIns="0" tIns="0" rIns="0" bIns="0" anchor="ctr">
            <a:noAutofit/>
          </a:bodyPr>
          <a:lstStyle/>
          <a:p>
            <a:pPr algn="l">
              <a:buNone/>
            </a:pPr>
            <a:r>
              <a:rPr sz="1300" b="1" lang="ja-JP" altLang="en-US">
                <a:solidFill>
                  <a:srgbClr val="262626"/>
                </a:solidFill>
              </a:rPr>
              <a:t>11月下旬</a:t>
            </a:r>
          </a:p>
        </p:txBody>
      </p:sp>
      <p:sp>
        <p:nvSpPr>
          <p:cNvPr id="49" name="TextBox 48"/>
          <p:cNvSpPr txBox="1"/>
          <p:nvPr/>
        </p:nvSpPr>
        <p:spPr>
          <a:xfrm>
            <a:off x="10383011" y="3383280"/>
            <a:ext cx="1234440" cy="566928"/>
          </a:xfrm>
          <a:prstGeom prst="rect">
            <a:avLst/>
          </a:prstGeom>
          <a:noFill/>
        </p:spPr>
        <p:txBody>
          <a:bodyPr wrap="square" lIns="0" tIns="0" rIns="0" bIns="0" anchor="t">
            <a:noAutofit/>
          </a:bodyPr>
          <a:lstStyle/>
          <a:p>
            <a:pPr algn="l">
              <a:lnSpc>
                <a:spcPct val="100000"/>
              </a:lnSpc>
              <a:buNone/>
            </a:pPr>
            <a:r>
              <a:rPr sz="1150" b="1" lang="ja-JP" altLang="en-US">
                <a:solidFill>
                  <a:srgbClr val="262626"/>
                </a:solidFill>
              </a:rPr>
              <a:t>最終報告</a:t>
            </a:r>
          </a:p>
        </p:txBody>
      </p:sp>
      <p:sp>
        <p:nvSpPr>
          <p:cNvPr id="50" name="TextBox 49"/>
          <p:cNvSpPr txBox="1"/>
          <p:nvPr/>
        </p:nvSpPr>
        <p:spPr>
          <a:xfrm>
            <a:off x="10383011" y="3931920"/>
            <a:ext cx="1234440" cy="365760"/>
          </a:xfrm>
          <a:prstGeom prst="rect">
            <a:avLst/>
          </a:prstGeom>
          <a:noFill/>
        </p:spPr>
        <p:txBody>
          <a:bodyPr wrap="square" lIns="0" tIns="0" rIns="0" bIns="0" anchor="t">
            <a:noAutofit/>
          </a:bodyPr>
          <a:lstStyle/>
          <a:p>
            <a:pPr algn="l">
              <a:buNone/>
            </a:pPr>
            <a:r>
              <a:rPr sz="1000" b="0" lang="ja-JP" altLang="en-US">
                <a:solidFill>
                  <a:srgbClr val="595959"/>
                </a:solidFill>
              </a:rPr>
              <a:t>今後のBX推進タスクを確認</a:t>
            </a:r>
          </a:p>
        </p:txBody>
      </p:sp>
      <p:sp>
        <p:nvSpPr>
          <p:cNvPr id="51" name="Rectangle 50"/>
          <p:cNvSpPr/>
          <p:nvPr/>
        </p:nvSpPr>
        <p:spPr>
          <a:xfrm>
            <a:off x="475488" y="4864608"/>
            <a:ext cx="11228832" cy="1280160"/>
          </a:xfrm>
          <a:prstGeom prst="rect">
            <a:avLst/>
          </a:prstGeom>
          <a:solidFill>
            <a:srgbClr val="FFFFFF"/>
          </a:solidFill>
          <a:ln w="9525">
            <a:solidFill>
              <a:srgbClr val="D0D0CE"/>
            </a:solidFill>
          </a:ln>
        </p:spPr>
        <p:txBody>
          <a:bodyPr rtlCol="0" anchor="ctr" wrap="square" lIns="54864" tIns="27432" rIns="54864" bIns="27432">
            <a:noAutofit/>
          </a:bodyPr>
          <a:lstStyle/>
          <a:p>
            <a:pPr algn="ctr"/>
          </a:p>
        </p:txBody>
      </p:sp>
      <p:sp>
        <p:nvSpPr>
          <p:cNvPr id="52" name="TextBox 51"/>
          <p:cNvSpPr txBox="1"/>
          <p:nvPr/>
        </p:nvSpPr>
        <p:spPr>
          <a:xfrm>
            <a:off x="658368" y="4901184"/>
            <a:ext cx="1828800" cy="310896"/>
          </a:xfrm>
          <a:prstGeom prst="rect">
            <a:avLst/>
          </a:prstGeom>
          <a:noFill/>
        </p:spPr>
        <p:txBody>
          <a:bodyPr wrap="square" lIns="0" tIns="0" rIns="0" bIns="0" anchor="ctr">
            <a:noAutofit/>
          </a:bodyPr>
          <a:lstStyle/>
          <a:p>
            <a:pPr algn="l">
              <a:buNone/>
            </a:pPr>
            <a:r>
              <a:rPr sz="1250" b="1" lang="ja-JP" altLang="en-US">
                <a:solidFill>
                  <a:srgbClr val="262626"/>
                </a:solidFill>
              </a:rPr>
              <a:t>進め方のポイント</a:t>
            </a:r>
          </a:p>
        </p:txBody>
      </p:sp>
      <p:sp>
        <p:nvSpPr>
          <p:cNvPr id="53" name="TextBox 52"/>
          <p:cNvSpPr txBox="1"/>
          <p:nvPr/>
        </p:nvSpPr>
        <p:spPr>
          <a:xfrm>
            <a:off x="658368" y="5212080"/>
            <a:ext cx="10881360" cy="914400"/>
          </a:xfrm>
          <a:prstGeom prst="rect">
            <a:avLst/>
          </a:prstGeom>
          <a:noFill/>
        </p:spPr>
        <p:txBody>
          <a:bodyPr wrap="square" lIns="0" tIns="0" rIns="0" bIns="0" anchor="t">
            <a:noAutofit/>
          </a:bodyPr>
          <a:lstStyle/>
          <a:p>
            <a:pPr algn="l">
              <a:buNone/>
            </a:pPr>
            <a:r>
              <a:rPr sz="1200" b="1" lang="ja-JP" altLang="en-US">
                <a:solidFill>
                  <a:srgbClr val="046A38"/>
                </a:solidFill>
              </a:rPr>
              <a:t>前倒し　</a:t>
            </a:r>
            <a:r>
              <a:rPr sz="1200" b="0" lang="ja-JP" altLang="en-US">
                <a:solidFill>
                  <a:srgbClr val="262626"/>
                </a:solidFill>
              </a:rPr>
              <a:t>隔週の取り込みを想定していた最新版を、10/15頃に一括でセキュア環境へ反映し、あわせてデータを投入する</a:t>
            </a:r>
          </a:p>
          <a:p>
            <a:pPr algn="l">
              <a:spcBef>
                <a:spcPts val="400"/>
              </a:spcBef>
              <a:buNone/>
            </a:pPr>
            <a:r>
              <a:rPr sz="1200" b="1" lang="ja-JP" altLang="en-US">
                <a:solidFill>
                  <a:srgbClr val="046A38"/>
                </a:solidFill>
              </a:rPr>
              <a:t>区切り　</a:t>
            </a:r>
            <a:r>
              <a:rPr sz="1200" b="0" lang="ja-JP" altLang="en-US">
                <a:solidFill>
                  <a:srgbClr val="262626"/>
                </a:solidFill>
              </a:rPr>
              <a:t>10/7でアドホック改修を一旦Close。以降のご要望は改修台帳で管理し、ITEC様と反映の時期を調整する</a:t>
            </a:r>
          </a:p>
          <a:p>
            <a:pPr algn="l">
              <a:spcBef>
                <a:spcPts val="400"/>
              </a:spcBef>
              <a:buNone/>
            </a:pPr>
            <a:r>
              <a:rPr sz="1200" b="1" lang="ja-JP" altLang="en-US">
                <a:solidFill>
                  <a:srgbClr val="046A38"/>
                </a:solidFill>
              </a:rPr>
              <a:t>移行　　</a:t>
            </a:r>
            <a:r>
              <a:rPr sz="1200" b="0" lang="ja-JP" altLang="en-US">
                <a:solidFill>
                  <a:srgbClr val="262626"/>
                </a:solidFill>
              </a:rPr>
              <a:t>運用・データ投入はITEC様主導、改修も10/15以降は段階的にITEC様主導へ。デロイトは技術アドバイザリーに切り替える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r>
              <a:t>ITEC様への引継ぎの進め方</a:t>
            </a:r>
          </a:p>
        </p:txBody>
      </p:sp>
      <p:sp>
        <p:nvSpPr>
          <p:cNvPr id="3" name="Title 2"/>
          <p:cNvSpPr>
            <a:spLocks noGrp="1"/>
          </p:cNvSpPr>
          <p:nvPr>
            <p:ph type="title"/>
          </p:nvPr>
        </p:nvSpPr>
        <p:spPr/>
        <p:txBody>
          <a:bodyPr/>
          <a:lstStyle/>
          <a:p>
            <a:r>
              <a:t>10/7版への切り替えを早めるため、今週・来週に1回ずつ引継ぎの場を設け、ITEC様と密に連携します</a:t>
            </a:r>
          </a:p>
        </p:txBody>
      </p:sp>
      <p:sp>
        <p:nvSpPr>
          <p:cNvPr id="6" name="スライド番号プレースホルダー 1">
            <a:extLst>
              <a:ext uri="{FF2B5EF4-FFF2-40B4-BE49-F238E27FC236}">
                <a16:creationId xmlns:a16="http://schemas.microsoft.com/office/drawing/2014/main" id="{0BED03D4-18EC-E4B0-DF9A-83D2D27C9427}"/>
              </a:ext>
            </a:extLst>
          </p:cNvPr>
          <p:cNvSpPr>
            <a:spLocks noGrp="1"/>
          </p:cNvSpPr>
          <p:nvPr>
            <p:ph type="sldNum" sz="quarter" idx="11"/>
          </p:nvPr>
        </p:nvSpPr>
        <p:spPr>
          <a:xfrm>
            <a:off x="480000" y="6588000"/>
            <a:ext cx="180000" cy="169200"/>
          </a:xfrm>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lang="ja-JP" altLang="en-US"/>
            </a:pPr>
            <a:fld id="{AA5FCFE5-FE56-4EF1-80A8-07776887C2A1}" type="slidenum">
              <a:rPr kumimoji="0" lang="ja-JP" altLang="en-US" sz="900" b="0" i="0" u="none" strike="noStrike" kern="1200" cap="none" spc="0" normalizeH="0" baseline="0" noProof="0" smtClean="0">
                <a:ln>
                  <a:noFill/>
                </a:ln>
                <a:solidFill>
                  <a:prstClr val="black"/>
                </a:solidFill>
                <a:effectLst/>
                <a:uLnTx/>
                <a:uFillTx/>
                <a:latin typeface="Calibri"/>
                <a:ea typeface="Yu Gothic UI"/>
                <a:cs typeface="+mn-cs"/>
              </a:rPr>
              <a:pPr marL="0" marR="0" lvl="0" indent="0" algn="r" defTabSz="914400" rtl="0" eaLnBrk="1" fontAlgn="base" latinLnBrk="0" hangingPunct="1">
                <a:lnSpc>
                  <a:spcPct val="100000"/>
                </a:lnSpc>
                <a:spcBef>
                  <a:spcPct val="0"/>
                </a:spcBef>
                <a:spcAft>
                  <a:spcPct val="0"/>
                </a:spcAft>
                <a:buClrTx/>
                <a:buSzTx/>
                <a:buFontTx/>
                <a:buNone/>
                <a:tabLst/>
                <a:defRPr lang="ja-JP" altLang="en-US"/>
              </a:pPr>
              <a:t>5</a:t>
            </a:fld>
            <a:endParaRPr kumimoji="0" lang="ja-JP" altLang="en-US" sz="900" b="0" i="0" u="none" strike="noStrike" kern="1200" cap="none" spc="0" normalizeH="0" baseline="0" noProof="0">
              <a:ln>
                <a:noFill/>
              </a:ln>
              <a:solidFill>
                <a:prstClr val="black"/>
              </a:solidFill>
              <a:effectLst/>
              <a:uLnTx/>
              <a:uFillTx/>
              <a:latin typeface="Calibri"/>
              <a:ea typeface="Yu Gothic UI"/>
              <a:cs typeface="+mn-cs"/>
            </a:endParaRPr>
          </a:p>
        </p:txBody>
      </p:sp>
      <p:sp>
        <p:nvSpPr>
          <p:cNvPr id="7" name="Pentagon 6"/>
          <p:cNvSpPr/>
          <p:nvPr/>
        </p:nvSpPr>
        <p:spPr>
          <a:xfrm>
            <a:off x="475488" y="1627632"/>
            <a:ext cx="3779519" cy="402336"/>
          </a:xfrm>
          <a:prstGeom prst="homePlate">
            <a:avLst>
              <a:gd name="adj" fmla="val 25000"/>
            </a:avLst>
          </a:prstGeom>
          <a:solidFill>
            <a:srgbClr val="046A38"/>
          </a:solidFill>
          <a:ln>
            <a:noFill/>
          </a:ln>
        </p:spPr>
        <p:txBody>
          <a:bodyPr rtlCol="0" anchor="ctr" wrap="square" lIns="164592" tIns="0" bIns="0">
            <a:noAutofit/>
          </a:bodyPr>
          <a:lstStyle/>
          <a:p>
            <a:pPr algn="l">
              <a:buNone/>
            </a:pPr>
            <a:r>
              <a:rPr sz="1250" b="1" lang="ja-JP" altLang="en-US">
                <a:solidFill>
                  <a:srgbClr val="FFFFFF"/>
                </a:solidFill>
              </a:rPr>
              <a:t>STEP 1｜10/7（水）</a:t>
            </a:r>
          </a:p>
        </p:txBody>
      </p:sp>
      <p:sp>
        <p:nvSpPr>
          <p:cNvPr id="8" name="TextBox 7"/>
          <p:cNvSpPr txBox="1"/>
          <p:nvPr/>
        </p:nvSpPr>
        <p:spPr>
          <a:xfrm>
            <a:off x="585216" y="2121408"/>
            <a:ext cx="3486911" cy="310896"/>
          </a:xfrm>
          <a:prstGeom prst="rect">
            <a:avLst/>
          </a:prstGeom>
          <a:noFill/>
        </p:spPr>
        <p:txBody>
          <a:bodyPr wrap="square" lIns="0" tIns="0" rIns="0" bIns="0" anchor="ctr">
            <a:noAutofit/>
          </a:bodyPr>
          <a:lstStyle/>
          <a:p>
            <a:pPr algn="l">
              <a:buNone/>
            </a:pPr>
            <a:r>
              <a:rPr sz="1350" b="1" lang="ja-JP" altLang="en-US">
                <a:solidFill>
                  <a:srgbClr val="262626"/>
                </a:solidFill>
              </a:rPr>
              <a:t>改修を一旦Close</a:t>
            </a:r>
          </a:p>
        </p:txBody>
      </p:sp>
      <p:sp>
        <p:nvSpPr>
          <p:cNvPr id="9" name="TextBox 8"/>
          <p:cNvSpPr txBox="1"/>
          <p:nvPr/>
        </p:nvSpPr>
        <p:spPr>
          <a:xfrm>
            <a:off x="585216" y="2450592"/>
            <a:ext cx="3486911" cy="822960"/>
          </a:xfrm>
          <a:prstGeom prst="rect">
            <a:avLst/>
          </a:prstGeom>
          <a:noFill/>
        </p:spPr>
        <p:txBody>
          <a:bodyPr wrap="square" lIns="0" tIns="0" rIns="0" bIns="0" anchor="t">
            <a:noAutofit/>
          </a:bodyPr>
          <a:lstStyle/>
          <a:p>
            <a:pPr algn="l" marL="146304" indent="-146304">
              <a:lnSpc>
                <a:spcPct val="105000"/>
              </a:lnSpc>
              <a:spcBef>
                <a:spcPts val="200"/>
              </a:spcBef>
              <a:buClr>
                <a:srgbClr val="8C8C8C"/>
              </a:buClr>
              <a:buFont typeface="Arial"/>
              <a:buChar char="•"/>
            </a:pPr>
            <a:r>
              <a:rPr sz="1150" b="0" lang="ja-JP" altLang="en-US">
                <a:solidFill>
                  <a:srgbClr val="262626"/>
                </a:solidFill>
              </a:rPr>
              <a:t>10/7版のソース一式・改修台帳・ドキュメントを確定し、ITEC様へお渡し</a:t>
            </a:r>
          </a:p>
        </p:txBody>
      </p:sp>
      <p:sp>
        <p:nvSpPr>
          <p:cNvPr id="10" name="Chevron 9"/>
          <p:cNvSpPr/>
          <p:nvPr/>
        </p:nvSpPr>
        <p:spPr>
          <a:xfrm>
            <a:off x="4255007" y="1627632"/>
            <a:ext cx="3779519" cy="402336"/>
          </a:xfrm>
          <a:prstGeom prst="chevron">
            <a:avLst>
              <a:gd name="adj" fmla="val 25000"/>
            </a:avLst>
          </a:prstGeom>
          <a:solidFill>
            <a:srgbClr val="595959"/>
          </a:solidFill>
          <a:ln>
            <a:noFill/>
          </a:ln>
        </p:spPr>
        <p:txBody>
          <a:bodyPr rtlCol="0" anchor="ctr" wrap="square" lIns="274320" tIns="0" bIns="0">
            <a:noAutofit/>
          </a:bodyPr>
          <a:lstStyle/>
          <a:p>
            <a:pPr algn="l">
              <a:buNone/>
            </a:pPr>
            <a:r>
              <a:rPr sz="1250" b="1" lang="ja-JP" altLang="en-US">
                <a:solidFill>
                  <a:srgbClr val="FFFFFF"/>
                </a:solidFill>
              </a:rPr>
              <a:t>STEP 2｜10/8〜10/14</a:t>
            </a:r>
          </a:p>
        </p:txBody>
      </p:sp>
      <p:sp>
        <p:nvSpPr>
          <p:cNvPr id="11" name="TextBox 10"/>
          <p:cNvSpPr txBox="1"/>
          <p:nvPr/>
        </p:nvSpPr>
        <p:spPr>
          <a:xfrm>
            <a:off x="4364735" y="2121408"/>
            <a:ext cx="3486911" cy="310896"/>
          </a:xfrm>
          <a:prstGeom prst="rect">
            <a:avLst/>
          </a:prstGeom>
          <a:noFill/>
        </p:spPr>
        <p:txBody>
          <a:bodyPr wrap="square" lIns="0" tIns="0" rIns="0" bIns="0" anchor="ctr">
            <a:noAutofit/>
          </a:bodyPr>
          <a:lstStyle/>
          <a:p>
            <a:pPr algn="l">
              <a:buNone/>
            </a:pPr>
            <a:r>
              <a:rPr sz="1350" b="1" lang="ja-JP" altLang="en-US">
                <a:solidFill>
                  <a:srgbClr val="262626"/>
                </a:solidFill>
              </a:rPr>
              <a:t>反映作業に伴走（引継ぎ会 ×2）</a:t>
            </a:r>
          </a:p>
        </p:txBody>
      </p:sp>
      <p:sp>
        <p:nvSpPr>
          <p:cNvPr id="12" name="TextBox 11"/>
          <p:cNvSpPr txBox="1"/>
          <p:nvPr/>
        </p:nvSpPr>
        <p:spPr>
          <a:xfrm>
            <a:off x="4364735" y="2450592"/>
            <a:ext cx="3486911" cy="822960"/>
          </a:xfrm>
          <a:prstGeom prst="rect">
            <a:avLst/>
          </a:prstGeom>
          <a:noFill/>
        </p:spPr>
        <p:txBody>
          <a:bodyPr wrap="square" lIns="0" tIns="0" rIns="0" bIns="0" anchor="t">
            <a:noAutofit/>
          </a:bodyPr>
          <a:lstStyle/>
          <a:p>
            <a:pPr algn="l" marL="146304" indent="-146304">
              <a:lnSpc>
                <a:spcPct val="105000"/>
              </a:lnSpc>
              <a:spcBef>
                <a:spcPts val="200"/>
              </a:spcBef>
              <a:buClr>
                <a:srgbClr val="8C8C8C"/>
              </a:buClr>
              <a:buFont typeface="Arial"/>
              <a:buChar char="•"/>
            </a:pPr>
            <a:r>
              <a:rPr sz="1150" b="1" lang="ja-JP" altLang="en-US">
                <a:solidFill>
                  <a:srgbClr val="262626"/>
                </a:solidFill>
              </a:rPr>
              <a:t>第1回（今週）</a:t>
            </a:r>
            <a:r>
              <a:rPr sz="1150" b="0" lang="ja-JP" altLang="en-US">
                <a:solidFill>
                  <a:srgbClr val="262626"/>
                </a:solidFill>
              </a:rPr>
              <a:t>　9/11版→10/7版の差分と、反映の手順・設定</a:t>
            </a:r>
          </a:p>
          <a:p>
            <a:pPr algn="l" marL="146304" indent="-146304">
              <a:lnSpc>
                <a:spcPct val="105000"/>
              </a:lnSpc>
              <a:spcBef>
                <a:spcPts val="200"/>
              </a:spcBef>
              <a:buClr>
                <a:srgbClr val="8C8C8C"/>
              </a:buClr>
              <a:buFont typeface="Arial"/>
              <a:buChar char="•"/>
            </a:pPr>
            <a:r>
              <a:rPr sz="1150" b="1" lang="ja-JP" altLang="en-US">
                <a:solidFill>
                  <a:srgbClr val="262626"/>
                </a:solidFill>
              </a:rPr>
              <a:t>第2回（来週）</a:t>
            </a:r>
            <a:r>
              <a:rPr sz="1150" b="0" lang="ja-JP" altLang="en-US">
                <a:solidFill>
                  <a:srgbClr val="262626"/>
                </a:solidFill>
              </a:rPr>
              <a:t>　反映結果の確認、不具合の切り分け、データ投入の手順</a:t>
            </a:r>
          </a:p>
        </p:txBody>
      </p:sp>
      <p:sp>
        <p:nvSpPr>
          <p:cNvPr id="13" name="Chevron 12"/>
          <p:cNvSpPr/>
          <p:nvPr/>
        </p:nvSpPr>
        <p:spPr>
          <a:xfrm>
            <a:off x="8034527" y="1627632"/>
            <a:ext cx="3669791" cy="402336"/>
          </a:xfrm>
          <a:prstGeom prst="chevron">
            <a:avLst>
              <a:gd name="adj" fmla="val 25000"/>
            </a:avLst>
          </a:prstGeom>
          <a:solidFill>
            <a:srgbClr val="8C8C8C"/>
          </a:solidFill>
          <a:ln>
            <a:noFill/>
          </a:ln>
        </p:spPr>
        <p:txBody>
          <a:bodyPr rtlCol="0" anchor="ctr" wrap="square" lIns="274320" tIns="0" bIns="0">
            <a:noAutofit/>
          </a:bodyPr>
          <a:lstStyle/>
          <a:p>
            <a:pPr algn="l">
              <a:buNone/>
            </a:pPr>
            <a:r>
              <a:rPr sz="1250" b="1" lang="ja-JP" altLang="en-US">
                <a:solidFill>
                  <a:srgbClr val="FFFFFF"/>
                </a:solidFill>
              </a:rPr>
              <a:t>STEP 3｜10/15〜</a:t>
            </a:r>
          </a:p>
        </p:txBody>
      </p:sp>
      <p:sp>
        <p:nvSpPr>
          <p:cNvPr id="14" name="TextBox 13"/>
          <p:cNvSpPr txBox="1"/>
          <p:nvPr/>
        </p:nvSpPr>
        <p:spPr>
          <a:xfrm>
            <a:off x="8144255" y="2121408"/>
            <a:ext cx="3486911" cy="310896"/>
          </a:xfrm>
          <a:prstGeom prst="rect">
            <a:avLst/>
          </a:prstGeom>
          <a:noFill/>
        </p:spPr>
        <p:txBody>
          <a:bodyPr wrap="square" lIns="0" tIns="0" rIns="0" bIns="0" anchor="ctr">
            <a:noAutofit/>
          </a:bodyPr>
          <a:lstStyle/>
          <a:p>
            <a:pPr algn="l">
              <a:buNone/>
            </a:pPr>
            <a:r>
              <a:rPr sz="1350" b="1" lang="ja-JP" altLang="en-US">
                <a:solidFill>
                  <a:srgbClr val="262626"/>
                </a:solidFill>
              </a:rPr>
              <a:t>公開・データ投入、ITEC様主導へ</a:t>
            </a:r>
          </a:p>
        </p:txBody>
      </p:sp>
      <p:sp>
        <p:nvSpPr>
          <p:cNvPr id="15" name="TextBox 14"/>
          <p:cNvSpPr txBox="1"/>
          <p:nvPr/>
        </p:nvSpPr>
        <p:spPr>
          <a:xfrm>
            <a:off x="8144255" y="2450592"/>
            <a:ext cx="3486911" cy="822960"/>
          </a:xfrm>
          <a:prstGeom prst="rect">
            <a:avLst/>
          </a:prstGeom>
          <a:noFill/>
        </p:spPr>
        <p:txBody>
          <a:bodyPr wrap="square" lIns="0" tIns="0" rIns="0" bIns="0" anchor="t">
            <a:noAutofit/>
          </a:bodyPr>
          <a:lstStyle/>
          <a:p>
            <a:pPr algn="l" marL="146304" indent="-146304">
              <a:lnSpc>
                <a:spcPct val="105000"/>
              </a:lnSpc>
              <a:spcBef>
                <a:spcPts val="200"/>
              </a:spcBef>
              <a:buClr>
                <a:srgbClr val="8C8C8C"/>
              </a:buClr>
              <a:buFont typeface="Arial"/>
              <a:buChar char="•"/>
            </a:pPr>
            <a:r>
              <a:rPr sz="1150" b="0" lang="ja-JP" altLang="en-US">
                <a:solidFill>
                  <a:srgbClr val="262626"/>
                </a:solidFill>
              </a:rPr>
              <a:t>10/15頃に10/7版を公開し、本番データを投入。改修も段階的にITEC様主導へ</a:t>
            </a:r>
          </a:p>
        </p:txBody>
      </p:sp>
      <p:sp>
        <p:nvSpPr>
          <p:cNvPr id="16" name="Rectangle 15"/>
          <p:cNvSpPr/>
          <p:nvPr/>
        </p:nvSpPr>
        <p:spPr>
          <a:xfrm>
            <a:off x="475488" y="3456432"/>
            <a:ext cx="5715000" cy="329184"/>
          </a:xfrm>
          <a:prstGeom prst="rect">
            <a:avLst/>
          </a:prstGeom>
          <a:solidFill>
            <a:srgbClr val="63666A"/>
          </a:solidFill>
          <a:ln>
            <a:noFill/>
          </a:ln>
        </p:spPr>
        <p:txBody>
          <a:bodyPr rtlCol="0" anchor="ctr" wrap="square" lIns="54864" tIns="27432" rIns="54864" bIns="27432">
            <a:noAutofit/>
          </a:bodyPr>
          <a:lstStyle/>
          <a:p>
            <a:pPr algn="ctr">
              <a:buNone/>
            </a:pPr>
            <a:r>
              <a:rPr sz="1250" b="1" lang="ja-JP" altLang="en-US">
                <a:solidFill>
                  <a:srgbClr val="FFFFFF"/>
                </a:solidFill>
              </a:rPr>
              <a:t>お渡しするもの（10/7版）</a:t>
            </a:r>
          </a:p>
        </p:txBody>
      </p:sp>
      <p:graphicFrame>
        <p:nvGraphicFramePr>
          <p:cNvPr id="17" name="Table 16"/>
          <p:cNvGraphicFramePr>
            <a:graphicFrameLocks noGrp="1"/>
          </p:cNvGraphicFramePr>
          <p:nvPr/>
        </p:nvGraphicFramePr>
        <p:xfrm>
          <a:off x="475488" y="3785615"/>
          <a:ext cx="5715000" cy="2450592"/>
        </p:xfrm>
        <a:graphic>
          <a:graphicData uri="http://schemas.openxmlformats.org/drawingml/2006/table">
            <a:tbl>
              <a:tblPr firstRow="0" bandRow="0" firstCol="0" lastRow="0" lastCol="0" bandCol="0">
                <a:tableStyleId>{2D5ABB26-0587-4C30-8999-92F81FD0307C}</a:tableStyleId>
              </a:tblPr>
              <a:tblGrid>
                <a:gridCol w="1417320"/>
                <a:gridCol w="4297680"/>
              </a:tblGrid>
              <a:tr h="612648">
                <a:tc>
                  <a:txBody>
                    <a:bodyPr wrap="square"/>
                    <a:lstStyle/>
                    <a:p>
                      <a:pPr algn="l">
                        <a:lnSpc>
                          <a:spcPts val="1350"/>
                        </a:lnSpc>
                        <a:buNone/>
                      </a:pPr>
                      <a:r>
                        <a:rPr sz="1100" b="1" lang="ja-JP" altLang="en-US">
                          <a:solidFill>
                            <a:srgbClr val="262626"/>
                          </a:solidFill>
                        </a:rPr>
                        <a:t>ソースコード</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50"/>
                        </a:lnSpc>
                        <a:buNone/>
                      </a:pPr>
                      <a:r>
                        <a:rPr sz="1100" b="0" lang="ja-JP" altLang="en-US">
                          <a:solidFill>
                            <a:srgbClr val="1A1A1A"/>
                          </a:solidFill>
                        </a:rPr>
                        <a:t>10/7版のアプリ一式（収集処理・総会QAの取込・自動テストを含む）</a:t>
                      </a:r>
                    </a:p>
                  </a:txBody>
                  <a:tcPr marL="73152" marT="27432" marR="73152" marB="27432" anchor="ctr">
                    <a:lnL w="0">
                      <a:noFill/>
                    </a:lnL>
                    <a:lnR w="0">
                      <a:noFill/>
                    </a:lnR>
                    <a:lnT w="0">
                      <a:noFill/>
                    </a:lnT>
                    <a:lnB w="9525">
                      <a:solidFill>
                        <a:srgbClr val="E3E3E3"/>
                      </a:solidFill>
                    </a:lnB>
                    <a:noFill/>
                  </a:tcPr>
                </a:tc>
              </a:tr>
              <a:tr h="612648">
                <a:tc>
                  <a:txBody>
                    <a:bodyPr wrap="square"/>
                    <a:lstStyle/>
                    <a:p>
                      <a:pPr algn="l">
                        <a:lnSpc>
                          <a:spcPts val="1350"/>
                        </a:lnSpc>
                        <a:buNone/>
                      </a:pPr>
                      <a:r>
                        <a:rPr sz="1100" b="1" lang="ja-JP" altLang="en-US">
                          <a:solidFill>
                            <a:srgbClr val="262626"/>
                          </a:solidFill>
                        </a:rPr>
                        <a:t>改修台帳</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50"/>
                        </a:lnSpc>
                        <a:buNone/>
                      </a:pPr>
                      <a:r>
                        <a:rPr sz="1100" b="0" lang="ja-JP" altLang="en-US">
                          <a:solidFill>
                            <a:srgbClr val="1A1A1A"/>
                          </a:solidFill>
                        </a:rPr>
                        <a:t>FIX後の改修の台帳（FX番号つき）と、改修ごとの修正案・修正記録</a:t>
                      </a:r>
                    </a:p>
                  </a:txBody>
                  <a:tcPr marL="73152" marT="27432" marR="73152" marB="27432" anchor="ctr">
                    <a:lnL w="0">
                      <a:noFill/>
                    </a:lnL>
                    <a:lnR w="0">
                      <a:noFill/>
                    </a:lnR>
                    <a:lnT w="0">
                      <a:noFill/>
                    </a:lnT>
                    <a:lnB w="9525">
                      <a:solidFill>
                        <a:srgbClr val="E3E3E3"/>
                      </a:solidFill>
                    </a:lnB>
                    <a:noFill/>
                  </a:tcPr>
                </a:tc>
              </a:tr>
              <a:tr h="612648">
                <a:tc>
                  <a:txBody>
                    <a:bodyPr wrap="square"/>
                    <a:lstStyle/>
                    <a:p>
                      <a:pPr algn="l">
                        <a:lnSpc>
                          <a:spcPts val="1350"/>
                        </a:lnSpc>
                        <a:buNone/>
                      </a:pPr>
                      <a:r>
                        <a:rPr sz="1100" b="1" lang="ja-JP" altLang="en-US">
                          <a:solidFill>
                            <a:srgbClr val="262626"/>
                          </a:solidFill>
                        </a:rPr>
                        <a:t>ドキュメント</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50"/>
                        </a:lnSpc>
                        <a:buNone/>
                      </a:pPr>
                      <a:r>
                        <a:rPr sz="1100" b="0" lang="ja-JP" altLang="en-US">
                          <a:solidFill>
                            <a:srgbClr val="1A1A1A"/>
                          </a:solidFill>
                        </a:rPr>
                        <a:t>アプリ仕様書・アーキテクチャ・利用者マニュアル・開発者マニュアル（最新版に合わせて更新）</a:t>
                      </a:r>
                    </a:p>
                  </a:txBody>
                  <a:tcPr marL="73152" marT="27432" marR="73152" marB="27432" anchor="ctr">
                    <a:lnL w="0">
                      <a:noFill/>
                    </a:lnL>
                    <a:lnR w="0">
                      <a:noFill/>
                    </a:lnR>
                    <a:lnT w="0">
                      <a:noFill/>
                    </a:lnT>
                    <a:lnB w="9525">
                      <a:solidFill>
                        <a:srgbClr val="E3E3E3"/>
                      </a:solidFill>
                    </a:lnB>
                    <a:noFill/>
                  </a:tcPr>
                </a:tc>
              </a:tr>
              <a:tr h="612648">
                <a:tc>
                  <a:txBody>
                    <a:bodyPr wrap="square"/>
                    <a:lstStyle/>
                    <a:p>
                      <a:pPr algn="l">
                        <a:lnSpc>
                          <a:spcPts val="1350"/>
                        </a:lnSpc>
                        <a:buNone/>
                      </a:pPr>
                      <a:r>
                        <a:rPr sz="1100" b="1" lang="ja-JP" altLang="en-US">
                          <a:solidFill>
                            <a:srgbClr val="262626"/>
                          </a:solidFill>
                        </a:rPr>
                        <a:t>外部データの状況</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350"/>
                        </a:lnSpc>
                        <a:buNone/>
                      </a:pPr>
                      <a:r>
                        <a:rPr sz="1100" b="0" lang="ja-JP" altLang="en-US">
                          <a:solidFill>
                            <a:srgbClr val="1A1A1A"/>
                          </a:solidFill>
                        </a:rPr>
                        <a:t>99行の取得状況と、残課題の一覧（10/5版）</a:t>
                      </a:r>
                    </a:p>
                  </a:txBody>
                  <a:tcPr marL="73152" marT="27432" marR="73152" marB="27432" anchor="ctr">
                    <a:lnL w="0">
                      <a:noFill/>
                    </a:lnL>
                    <a:lnR w="0">
                      <a:noFill/>
                    </a:lnR>
                    <a:lnT w="0">
                      <a:noFill/>
                    </a:lnT>
                    <a:lnB w="9525">
                      <a:solidFill>
                        <a:srgbClr val="E3E3E3"/>
                      </a:solidFill>
                    </a:lnB>
                    <a:noFill/>
                  </a:tcPr>
                </a:tc>
              </a:tr>
            </a:tbl>
          </a:graphicData>
        </a:graphic>
      </p:graphicFrame>
      <p:sp>
        <p:nvSpPr>
          <p:cNvPr id="18" name="Rectangle 17"/>
          <p:cNvSpPr/>
          <p:nvPr/>
        </p:nvSpPr>
        <p:spPr>
          <a:xfrm>
            <a:off x="6446520" y="3456432"/>
            <a:ext cx="5257800" cy="329184"/>
          </a:xfrm>
          <a:prstGeom prst="rect">
            <a:avLst/>
          </a:prstGeom>
          <a:solidFill>
            <a:srgbClr val="63666A"/>
          </a:solidFill>
          <a:ln>
            <a:noFill/>
          </a:ln>
        </p:spPr>
        <p:txBody>
          <a:bodyPr rtlCol="0" anchor="ctr" wrap="square" lIns="54864" tIns="27432" rIns="54864" bIns="27432">
            <a:noAutofit/>
          </a:bodyPr>
          <a:lstStyle/>
          <a:p>
            <a:pPr algn="ctr">
              <a:buNone/>
            </a:pPr>
            <a:r>
              <a:rPr sz="1250" b="1" lang="ja-JP" altLang="en-US">
                <a:solidFill>
                  <a:srgbClr val="FFFFFF"/>
                </a:solidFill>
              </a:rPr>
              <a:t>10/15以降の役割分担</a:t>
            </a:r>
          </a:p>
        </p:txBody>
      </p:sp>
      <p:sp>
        <p:nvSpPr>
          <p:cNvPr id="19" name="Rounded Rectangle 18"/>
          <p:cNvSpPr/>
          <p:nvPr/>
        </p:nvSpPr>
        <p:spPr>
          <a:xfrm>
            <a:off x="6492240" y="3950208"/>
            <a:ext cx="1005840" cy="274320"/>
          </a:xfrm>
          <a:prstGeom prst="roundRect">
            <a:avLst>
              <a:gd name="adj" fmla="val 50000"/>
            </a:avLst>
          </a:prstGeom>
          <a:solidFill>
            <a:srgbClr val="F3F3F3"/>
          </a:solidFill>
          <a:ln>
            <a:noFill/>
          </a:ln>
        </p:spPr>
        <p:txBody>
          <a:bodyPr rtlCol="0" anchor="ctr" wrap="square" lIns="36576" tIns="0" rIns="36576" bIns="0">
            <a:noAutofit/>
          </a:bodyPr>
          <a:lstStyle/>
          <a:p>
            <a:pPr algn="ctr">
              <a:buNone/>
            </a:pPr>
            <a:r>
              <a:rPr sz="1100" b="1" lang="ja-JP" altLang="en-US">
                <a:solidFill>
                  <a:srgbClr val="262626"/>
                </a:solidFill>
              </a:rPr>
              <a:t>BX推進部</a:t>
            </a:r>
          </a:p>
        </p:txBody>
      </p:sp>
      <p:sp>
        <p:nvSpPr>
          <p:cNvPr id="20" name="TextBox 19"/>
          <p:cNvSpPr txBox="1"/>
          <p:nvPr/>
        </p:nvSpPr>
        <p:spPr>
          <a:xfrm>
            <a:off x="7616952" y="3877056"/>
            <a:ext cx="4069080" cy="420624"/>
          </a:xfrm>
          <a:prstGeom prst="rect">
            <a:avLst/>
          </a:prstGeom>
          <a:noFill/>
        </p:spPr>
        <p:txBody>
          <a:bodyPr wrap="square" lIns="0" tIns="0" rIns="0" bIns="0" anchor="ctr">
            <a:noAutofit/>
          </a:bodyPr>
          <a:lstStyle/>
          <a:p>
            <a:pPr algn="l">
              <a:buNone/>
            </a:pPr>
            <a:r>
              <a:rPr sz="1100" b="0" lang="ja-JP" altLang="en-US">
                <a:solidFill>
                  <a:srgbClr val="262626"/>
                </a:solidFill>
              </a:rPr>
              <a:t>利用者・データの確認、改修の優先順位づけ、有償データ・許諾のご判断</a:t>
            </a:r>
          </a:p>
        </p:txBody>
      </p:sp>
      <p:cxnSp>
        <p:nvCxnSpPr>
          <p:cNvPr id="21" name="Connector 20"/>
          <p:cNvCxnSpPr/>
          <p:nvPr/>
        </p:nvCxnSpPr>
        <p:spPr>
          <a:xfrm>
            <a:off x="6446520" y="4325112"/>
            <a:ext cx="5257800" cy="0"/>
          </a:xfrm>
          <a:prstGeom prst="line">
            <a:avLst/>
          </a:prstGeom>
          <a:ln w="6350">
            <a:solidFill>
              <a:srgbClr val="E3E3E3"/>
            </a:solidFill>
          </a:ln>
        </p:spPr>
      </p:cxnSp>
      <p:sp>
        <p:nvSpPr>
          <p:cNvPr id="22" name="Rounded Rectangle 21"/>
          <p:cNvSpPr/>
          <p:nvPr/>
        </p:nvSpPr>
        <p:spPr>
          <a:xfrm>
            <a:off x="6492240" y="4407408"/>
            <a:ext cx="1005840" cy="274320"/>
          </a:xfrm>
          <a:prstGeom prst="roundRect">
            <a:avLst>
              <a:gd name="adj" fmla="val 50000"/>
            </a:avLst>
          </a:prstGeom>
          <a:solidFill>
            <a:srgbClr val="F3F3F3"/>
          </a:solidFill>
          <a:ln>
            <a:noFill/>
          </a:ln>
        </p:spPr>
        <p:txBody>
          <a:bodyPr rtlCol="0" anchor="ctr" wrap="square" lIns="36576" tIns="0" rIns="36576" bIns="0">
            <a:noAutofit/>
          </a:bodyPr>
          <a:lstStyle/>
          <a:p>
            <a:pPr algn="ctr">
              <a:buNone/>
            </a:pPr>
            <a:r>
              <a:rPr sz="1100" b="1" lang="ja-JP" altLang="en-US">
                <a:solidFill>
                  <a:srgbClr val="262626"/>
                </a:solidFill>
              </a:rPr>
              <a:t>ITEC様</a:t>
            </a:r>
          </a:p>
        </p:txBody>
      </p:sp>
      <p:sp>
        <p:nvSpPr>
          <p:cNvPr id="23" name="TextBox 22"/>
          <p:cNvSpPr txBox="1"/>
          <p:nvPr/>
        </p:nvSpPr>
        <p:spPr>
          <a:xfrm>
            <a:off x="7616952" y="4334256"/>
            <a:ext cx="4069080" cy="420624"/>
          </a:xfrm>
          <a:prstGeom prst="rect">
            <a:avLst/>
          </a:prstGeom>
          <a:noFill/>
        </p:spPr>
        <p:txBody>
          <a:bodyPr wrap="square" lIns="0" tIns="0" rIns="0" bIns="0" anchor="ctr">
            <a:noAutofit/>
          </a:bodyPr>
          <a:lstStyle/>
          <a:p>
            <a:pPr algn="l">
              <a:buNone/>
            </a:pPr>
            <a:r>
              <a:rPr sz="1100" b="0" lang="ja-JP" altLang="en-US">
                <a:solidFill>
                  <a:srgbClr val="262626"/>
                </a:solidFill>
              </a:rPr>
              <a:t>アプリの運用・データ投入を主導。改修も段階的に主導</a:t>
            </a:r>
          </a:p>
        </p:txBody>
      </p:sp>
      <p:cxnSp>
        <p:nvCxnSpPr>
          <p:cNvPr id="24" name="Connector 23"/>
          <p:cNvCxnSpPr/>
          <p:nvPr/>
        </p:nvCxnSpPr>
        <p:spPr>
          <a:xfrm>
            <a:off x="6446520" y="4782312"/>
            <a:ext cx="5257800" cy="0"/>
          </a:xfrm>
          <a:prstGeom prst="line">
            <a:avLst/>
          </a:prstGeom>
          <a:ln w="6350">
            <a:solidFill>
              <a:srgbClr val="E3E3E3"/>
            </a:solidFill>
          </a:ln>
        </p:spPr>
      </p:cxnSp>
      <p:sp>
        <p:nvSpPr>
          <p:cNvPr id="25" name="Rounded Rectangle 24"/>
          <p:cNvSpPr/>
          <p:nvPr/>
        </p:nvSpPr>
        <p:spPr>
          <a:xfrm>
            <a:off x="6492240" y="4864608"/>
            <a:ext cx="1005840" cy="274320"/>
          </a:xfrm>
          <a:prstGeom prst="roundRect">
            <a:avLst>
              <a:gd name="adj" fmla="val 50000"/>
            </a:avLst>
          </a:prstGeom>
          <a:solidFill>
            <a:srgbClr val="F3F3F3"/>
          </a:solidFill>
          <a:ln>
            <a:noFill/>
          </a:ln>
        </p:spPr>
        <p:txBody>
          <a:bodyPr rtlCol="0" anchor="ctr" wrap="square" lIns="36576" tIns="0" rIns="36576" bIns="0">
            <a:noAutofit/>
          </a:bodyPr>
          <a:lstStyle/>
          <a:p>
            <a:pPr algn="ctr">
              <a:buNone/>
            </a:pPr>
            <a:r>
              <a:rPr sz="1100" b="1" lang="ja-JP" altLang="en-US">
                <a:solidFill>
                  <a:srgbClr val="262626"/>
                </a:solidFill>
              </a:rPr>
              <a:t>デロイト</a:t>
            </a:r>
          </a:p>
        </p:txBody>
      </p:sp>
      <p:sp>
        <p:nvSpPr>
          <p:cNvPr id="26" name="TextBox 25"/>
          <p:cNvSpPr txBox="1"/>
          <p:nvPr/>
        </p:nvSpPr>
        <p:spPr>
          <a:xfrm>
            <a:off x="7616952" y="4791456"/>
            <a:ext cx="4069080" cy="420624"/>
          </a:xfrm>
          <a:prstGeom prst="rect">
            <a:avLst/>
          </a:prstGeom>
          <a:noFill/>
        </p:spPr>
        <p:txBody>
          <a:bodyPr wrap="square" lIns="0" tIns="0" rIns="0" bIns="0" anchor="ctr">
            <a:noAutofit/>
          </a:bodyPr>
          <a:lstStyle/>
          <a:p>
            <a:pPr algn="l">
              <a:buNone/>
            </a:pPr>
            <a:r>
              <a:rPr sz="1100" b="0" lang="ja-JP" altLang="en-US">
                <a:solidFill>
                  <a:srgbClr val="262626"/>
                </a:solidFill>
              </a:rPr>
              <a:t>技術アドバイザリー（技術QA・設計レビュー・品質のチューニング）</a:t>
            </a:r>
          </a:p>
        </p:txBody>
      </p:sp>
      <p:cxnSp>
        <p:nvCxnSpPr>
          <p:cNvPr id="27" name="Connector 26"/>
          <p:cNvCxnSpPr/>
          <p:nvPr/>
        </p:nvCxnSpPr>
        <p:spPr>
          <a:xfrm>
            <a:off x="6446520" y="5239512"/>
            <a:ext cx="5257800" cy="0"/>
          </a:xfrm>
          <a:prstGeom prst="line">
            <a:avLst/>
          </a:prstGeom>
          <a:ln w="6350">
            <a:solidFill>
              <a:srgbClr val="E3E3E3"/>
            </a:solidFill>
          </a:ln>
        </p:spPr>
      </p:cxnSp>
      <p:sp>
        <p:nvSpPr>
          <p:cNvPr id="28" name="Rectangle 27"/>
          <p:cNvSpPr/>
          <p:nvPr/>
        </p:nvSpPr>
        <p:spPr>
          <a:xfrm>
            <a:off x="6446520" y="5321808"/>
            <a:ext cx="5257800" cy="914400"/>
          </a:xfrm>
          <a:prstGeom prst="rect">
            <a:avLst/>
          </a:prstGeom>
          <a:solidFill>
            <a:srgbClr val="F3F3F3"/>
          </a:solidFill>
          <a:ln>
            <a:noFill/>
          </a:ln>
        </p:spPr>
        <p:txBody>
          <a:bodyPr rtlCol="0" anchor="ctr" wrap="square" lIns="146304" tIns="54864" rIns="128016" bIns="54864">
            <a:noAutofit/>
          </a:bodyPr>
          <a:lstStyle/>
          <a:p>
            <a:pPr algn="l">
              <a:buNone/>
            </a:pPr>
            <a:r>
              <a:rPr sz="1200" b="1" lang="ja-JP" altLang="en-US">
                <a:solidFill>
                  <a:srgbClr val="046A38"/>
                </a:solidFill>
              </a:rPr>
              <a:t>実データの扱い</a:t>
            </a:r>
          </a:p>
          <a:p>
            <a:pPr algn="l">
              <a:spcBef>
                <a:spcPts val="300"/>
              </a:spcBef>
              <a:buNone/>
            </a:pPr>
            <a:r>
              <a:rPr sz="1050" b="0" lang="ja-JP" altLang="en-US">
                <a:solidFill>
                  <a:srgbClr val="262626"/>
                </a:solidFill>
              </a:rPr>
              <a:t>リアルデータが入るアプリ・開発環境には、デロイトは原則触れません。ハンズオンが必要な場合は、ITEC様がマスキングしたデータを受け取り、検証環境で対応します</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r>
              <a:t>ラップアップ</a:t>
            </a:r>
          </a:p>
        </p:txBody>
      </p:sp>
      <p:sp>
        <p:nvSpPr>
          <p:cNvPr id="3" name="Title 2"/>
          <p:cNvSpPr>
            <a:spLocks noGrp="1"/>
          </p:cNvSpPr>
          <p:nvPr>
            <p:ph type="title"/>
          </p:nvPr>
        </p:nvSpPr>
        <p:spPr/>
        <p:txBody>
          <a:bodyPr/>
          <a:lstStyle/>
          <a:p>
            <a:r>
              <a:t>本日の合意事項と、次回定例までのアクションを確認させてください</a:t>
            </a:r>
          </a:p>
        </p:txBody>
      </p:sp>
      <p:sp>
        <p:nvSpPr>
          <p:cNvPr id="6" name="スライド番号プレースホルダー 1">
            <a:extLst>
              <a:ext uri="{FF2B5EF4-FFF2-40B4-BE49-F238E27FC236}">
                <a16:creationId xmlns:a16="http://schemas.microsoft.com/office/drawing/2014/main" id="{0BED03D4-18EC-E4B0-DF9A-83D2D27C9427}"/>
              </a:ext>
            </a:extLst>
          </p:cNvPr>
          <p:cNvSpPr>
            <a:spLocks noGrp="1"/>
          </p:cNvSpPr>
          <p:nvPr>
            <p:ph type="sldNum" sz="quarter" idx="11"/>
          </p:nvPr>
        </p:nvSpPr>
        <p:spPr>
          <a:xfrm>
            <a:off x="480000" y="6588000"/>
            <a:ext cx="180000" cy="169200"/>
          </a:xfrm>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lang="ja-JP" altLang="en-US"/>
            </a:pPr>
            <a:fld id="{AA5FCFE5-FE56-4EF1-80A8-07776887C2A1}" type="slidenum">
              <a:rPr kumimoji="0" lang="ja-JP" altLang="en-US" sz="900" b="0" i="0" u="none" strike="noStrike" kern="1200" cap="none" spc="0" normalizeH="0" baseline="0" noProof="0" smtClean="0">
                <a:ln>
                  <a:noFill/>
                </a:ln>
                <a:solidFill>
                  <a:prstClr val="black"/>
                </a:solidFill>
                <a:effectLst/>
                <a:uLnTx/>
                <a:uFillTx/>
                <a:latin typeface="Calibri"/>
                <a:ea typeface="Yu Gothic UI"/>
                <a:cs typeface="+mn-cs"/>
              </a:rPr>
              <a:pPr marL="0" marR="0" lvl="0" indent="0" algn="r" defTabSz="914400" rtl="0" eaLnBrk="1" fontAlgn="base" latinLnBrk="0" hangingPunct="1">
                <a:lnSpc>
                  <a:spcPct val="100000"/>
                </a:lnSpc>
                <a:spcBef>
                  <a:spcPct val="0"/>
                </a:spcBef>
                <a:spcAft>
                  <a:spcPct val="0"/>
                </a:spcAft>
                <a:buClrTx/>
                <a:buSzTx/>
                <a:buFontTx/>
                <a:buNone/>
                <a:tabLst/>
                <a:defRPr lang="ja-JP" altLang="en-US"/>
              </a:pPr>
              <a:t>5</a:t>
            </a:fld>
            <a:endParaRPr kumimoji="0" lang="ja-JP" altLang="en-US" sz="900" b="0" i="0" u="none" strike="noStrike" kern="1200" cap="none" spc="0" normalizeH="0" baseline="0" noProof="0">
              <a:ln>
                <a:noFill/>
              </a:ln>
              <a:solidFill>
                <a:prstClr val="black"/>
              </a:solidFill>
              <a:effectLst/>
              <a:uLnTx/>
              <a:uFillTx/>
              <a:latin typeface="Calibri"/>
              <a:ea typeface="Yu Gothic UI"/>
              <a:cs typeface="+mn-cs"/>
            </a:endParaRPr>
          </a:p>
        </p:txBody>
      </p:sp>
      <p:sp>
        <p:nvSpPr>
          <p:cNvPr id="7" name="Rectangle 6"/>
          <p:cNvSpPr/>
          <p:nvPr/>
        </p:nvSpPr>
        <p:spPr>
          <a:xfrm>
            <a:off x="475488" y="1627632"/>
            <a:ext cx="11228832" cy="329184"/>
          </a:xfrm>
          <a:prstGeom prst="rect">
            <a:avLst/>
          </a:prstGeom>
          <a:solidFill>
            <a:srgbClr val="F3F3F3"/>
          </a:solidFill>
          <a:ln>
            <a:noFill/>
          </a:ln>
        </p:spPr>
        <p:txBody>
          <a:bodyPr rtlCol="0" anchor="ctr" wrap="square" lIns="137160" tIns="0" bIns="0">
            <a:noAutofit/>
          </a:bodyPr>
          <a:lstStyle/>
          <a:p>
            <a:pPr algn="l">
              <a:buNone/>
            </a:pPr>
            <a:r>
              <a:rPr sz="1250" b="1" lang="ja-JP" altLang="en-US">
                <a:solidFill>
                  <a:srgbClr val="262626"/>
                </a:solidFill>
              </a:rPr>
              <a:t>本日の合意事項</a:t>
            </a:r>
          </a:p>
        </p:txBody>
      </p:sp>
      <p:graphicFrame>
        <p:nvGraphicFramePr>
          <p:cNvPr id="8" name="Table 7"/>
          <p:cNvGraphicFramePr>
            <a:graphicFrameLocks noGrp="1"/>
          </p:cNvGraphicFramePr>
          <p:nvPr/>
        </p:nvGraphicFramePr>
        <p:xfrm>
          <a:off x="475488" y="1956816"/>
          <a:ext cx="11228832" cy="1152144"/>
        </p:xfrm>
        <a:graphic>
          <a:graphicData uri="http://schemas.openxmlformats.org/drawingml/2006/table">
            <a:tbl>
              <a:tblPr firstRow="0" bandRow="0" firstCol="0" lastRow="0" lastCol="0" bandCol="0">
                <a:tableStyleId>{2D5ABB26-0587-4C30-8999-92F81FD0307C}</a:tableStyleId>
              </a:tblPr>
              <a:tblGrid>
                <a:gridCol w="457200"/>
                <a:gridCol w="10771632"/>
              </a:tblGrid>
              <a:tr h="384048">
                <a:tc>
                  <a:txBody>
                    <a:bodyPr wrap="square"/>
                    <a:lstStyle/>
                    <a:p>
                      <a:pPr algn="ctr">
                        <a:lnSpc>
                          <a:spcPts val="1450"/>
                        </a:lnSpc>
                        <a:buNone/>
                      </a:pPr>
                      <a:r>
                        <a:rPr sz="1200" b="0" lang="ja-JP" altLang="en-US">
                          <a:solidFill>
                            <a:srgbClr val="595959"/>
                          </a:solidFill>
                        </a:rPr>
                        <a:t>1</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450"/>
                        </a:lnSpc>
                        <a:buNone/>
                      </a:pPr>
                      <a:r>
                        <a:rPr sz="1200" b="0" lang="ja-JP" altLang="en-US">
                          <a:solidFill>
                            <a:srgbClr val="1A1A1A"/>
                          </a:solidFill>
                        </a:rPr>
                        <a:t/>
                      </a:r>
                    </a:p>
                  </a:txBody>
                  <a:tcPr marL="73152" marT="27432" marR="73152" marB="27432" anchor="ctr">
                    <a:lnL w="0">
                      <a:noFill/>
                    </a:lnL>
                    <a:lnR w="0">
                      <a:noFill/>
                    </a:lnR>
                    <a:lnT w="0">
                      <a:noFill/>
                    </a:lnT>
                    <a:lnB w="9525">
                      <a:solidFill>
                        <a:srgbClr val="E3E3E3"/>
                      </a:solidFill>
                    </a:lnB>
                    <a:noFill/>
                  </a:tcPr>
                </a:tc>
              </a:tr>
              <a:tr h="384048">
                <a:tc>
                  <a:txBody>
                    <a:bodyPr wrap="square"/>
                    <a:lstStyle/>
                    <a:p>
                      <a:pPr algn="ctr">
                        <a:lnSpc>
                          <a:spcPts val="1450"/>
                        </a:lnSpc>
                        <a:buNone/>
                      </a:pPr>
                      <a:r>
                        <a:rPr sz="1200" b="0" lang="ja-JP" altLang="en-US">
                          <a:solidFill>
                            <a:srgbClr val="595959"/>
                          </a:solidFill>
                        </a:rPr>
                        <a:t>2</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450"/>
                        </a:lnSpc>
                        <a:buNone/>
                      </a:pPr>
                      <a:r>
                        <a:rPr sz="1200" b="0" lang="ja-JP" altLang="en-US">
                          <a:solidFill>
                            <a:srgbClr val="1A1A1A"/>
                          </a:solidFill>
                        </a:rPr>
                        <a:t/>
                      </a:r>
                    </a:p>
                  </a:txBody>
                  <a:tcPr marL="73152" marT="27432" marR="73152" marB="27432" anchor="ctr">
                    <a:lnL w="0">
                      <a:noFill/>
                    </a:lnL>
                    <a:lnR w="0">
                      <a:noFill/>
                    </a:lnR>
                    <a:lnT w="0">
                      <a:noFill/>
                    </a:lnT>
                    <a:lnB w="9525">
                      <a:solidFill>
                        <a:srgbClr val="E3E3E3"/>
                      </a:solidFill>
                    </a:lnB>
                    <a:noFill/>
                  </a:tcPr>
                </a:tc>
              </a:tr>
              <a:tr h="384048">
                <a:tc>
                  <a:txBody>
                    <a:bodyPr wrap="square"/>
                    <a:lstStyle/>
                    <a:p>
                      <a:pPr algn="ctr">
                        <a:lnSpc>
                          <a:spcPts val="1450"/>
                        </a:lnSpc>
                        <a:buNone/>
                      </a:pPr>
                      <a:r>
                        <a:rPr sz="1200" b="0" lang="ja-JP" altLang="en-US">
                          <a:solidFill>
                            <a:srgbClr val="595959"/>
                          </a:solidFill>
                        </a:rPr>
                        <a:t>3</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450"/>
                        </a:lnSpc>
                        <a:buNone/>
                      </a:pPr>
                      <a:r>
                        <a:rPr sz="1200" b="0" lang="ja-JP" altLang="en-US">
                          <a:solidFill>
                            <a:srgbClr val="1A1A1A"/>
                          </a:solidFill>
                        </a:rPr>
                        <a:t/>
                      </a:r>
                    </a:p>
                  </a:txBody>
                  <a:tcPr marL="73152" marT="27432" marR="73152" marB="27432" anchor="ctr">
                    <a:lnL w="0">
                      <a:noFill/>
                    </a:lnL>
                    <a:lnR w="0">
                      <a:noFill/>
                    </a:lnR>
                    <a:lnT w="0">
                      <a:noFill/>
                    </a:lnT>
                    <a:lnB w="9525">
                      <a:solidFill>
                        <a:srgbClr val="E3E3E3"/>
                      </a:solidFill>
                    </a:lnB>
                    <a:noFill/>
                  </a:tcPr>
                </a:tc>
              </a:tr>
            </a:tbl>
          </a:graphicData>
        </a:graphic>
      </p:graphicFrame>
      <p:sp>
        <p:nvSpPr>
          <p:cNvPr id="9" name="Rectangle 8"/>
          <p:cNvSpPr/>
          <p:nvPr/>
        </p:nvSpPr>
        <p:spPr>
          <a:xfrm>
            <a:off x="475488" y="3291840"/>
            <a:ext cx="11228832" cy="329184"/>
          </a:xfrm>
          <a:prstGeom prst="rect">
            <a:avLst/>
          </a:prstGeom>
          <a:solidFill>
            <a:srgbClr val="F3F3F3"/>
          </a:solidFill>
          <a:ln>
            <a:noFill/>
          </a:ln>
        </p:spPr>
        <p:txBody>
          <a:bodyPr rtlCol="0" anchor="ctr" wrap="square" lIns="137160" tIns="0" bIns="0">
            <a:noAutofit/>
          </a:bodyPr>
          <a:lstStyle/>
          <a:p>
            <a:pPr algn="l">
              <a:buNone/>
            </a:pPr>
            <a:r>
              <a:rPr sz="1250" b="1" lang="ja-JP" altLang="en-US">
                <a:solidFill>
                  <a:srgbClr val="262626"/>
                </a:solidFill>
              </a:rPr>
              <a:t>次回定例までのアクション</a:t>
            </a:r>
          </a:p>
        </p:txBody>
      </p:sp>
      <p:graphicFrame>
        <p:nvGraphicFramePr>
          <p:cNvPr id="10" name="Table 9"/>
          <p:cNvGraphicFramePr>
            <a:graphicFrameLocks noGrp="1"/>
          </p:cNvGraphicFramePr>
          <p:nvPr/>
        </p:nvGraphicFramePr>
        <p:xfrm>
          <a:off x="475488" y="3621024"/>
          <a:ext cx="11228832" cy="2304288"/>
        </p:xfrm>
        <a:graphic>
          <a:graphicData uri="http://schemas.openxmlformats.org/drawingml/2006/table">
            <a:tbl>
              <a:tblPr firstRow="0" bandRow="0" firstCol="0" lastRow="0" lastCol="0" bandCol="0">
                <a:tableStyleId>{2D5ABB26-0587-4C30-8999-92F81FD0307C}</a:tableStyleId>
              </a:tblPr>
              <a:tblGrid>
                <a:gridCol w="457200"/>
                <a:gridCol w="7479792"/>
                <a:gridCol w="2011680"/>
                <a:gridCol w="1280160"/>
              </a:tblGrid>
              <a:tr h="292608">
                <a:tc>
                  <a:txBody>
                    <a:bodyPr wrap="square"/>
                    <a:lstStyle/>
                    <a:p>
                      <a:pPr algn="ctr">
                        <a:lnSpc>
                          <a:spcPts val="1450"/>
                        </a:lnSpc>
                        <a:buNone/>
                      </a:pPr>
                      <a:r>
                        <a:rPr sz="1150" b="1" lang="ja-JP" altLang="en-US">
                          <a:solidFill>
                            <a:srgbClr val="FFFFFF"/>
                          </a:solidFill>
                        </a:rPr>
                        <a:t>No</a:t>
                      </a:r>
                    </a:p>
                  </a:txBody>
                  <a:tcPr marL="73152" marT="27432" marR="73152" marB="27432" anchor="ctr">
                    <a:lnL w="0">
                      <a:noFill/>
                    </a:lnL>
                    <a:lnR w="0">
                      <a:noFill/>
                    </a:lnR>
                    <a:lnT w="0">
                      <a:noFill/>
                    </a:lnT>
                    <a:lnB w="9525">
                      <a:solidFill>
                        <a:srgbClr val="E3E3E3"/>
                      </a:solidFill>
                    </a:lnB>
                    <a:solidFill>
                      <a:srgbClr val="63666A"/>
                    </a:solidFill>
                  </a:tcPr>
                </a:tc>
                <a:tc>
                  <a:txBody>
                    <a:bodyPr wrap="square"/>
                    <a:lstStyle/>
                    <a:p>
                      <a:pPr algn="ctr">
                        <a:lnSpc>
                          <a:spcPts val="1450"/>
                        </a:lnSpc>
                        <a:buNone/>
                      </a:pPr>
                      <a:r>
                        <a:rPr sz="1150" b="1" lang="ja-JP" altLang="en-US">
                          <a:solidFill>
                            <a:srgbClr val="FFFFFF"/>
                          </a:solidFill>
                        </a:rPr>
                        <a:t>アクション</a:t>
                      </a:r>
                    </a:p>
                  </a:txBody>
                  <a:tcPr marL="73152" marT="27432" marR="73152" marB="27432" anchor="ctr">
                    <a:lnL w="0">
                      <a:noFill/>
                    </a:lnL>
                    <a:lnR w="0">
                      <a:noFill/>
                    </a:lnR>
                    <a:lnT w="0">
                      <a:noFill/>
                    </a:lnT>
                    <a:lnB w="9525">
                      <a:solidFill>
                        <a:srgbClr val="E3E3E3"/>
                      </a:solidFill>
                    </a:lnB>
                    <a:solidFill>
                      <a:srgbClr val="63666A"/>
                    </a:solidFill>
                  </a:tcPr>
                </a:tc>
                <a:tc>
                  <a:txBody>
                    <a:bodyPr wrap="square"/>
                    <a:lstStyle/>
                    <a:p>
                      <a:pPr algn="ctr">
                        <a:lnSpc>
                          <a:spcPts val="1450"/>
                        </a:lnSpc>
                        <a:buNone/>
                      </a:pPr>
                      <a:r>
                        <a:rPr sz="1150" b="1" lang="ja-JP" altLang="en-US">
                          <a:solidFill>
                            <a:srgbClr val="FFFFFF"/>
                          </a:solidFill>
                        </a:rPr>
                        <a:t>担当</a:t>
                      </a:r>
                    </a:p>
                  </a:txBody>
                  <a:tcPr marL="73152" marT="27432" marR="73152" marB="27432" anchor="ctr">
                    <a:lnL w="0">
                      <a:noFill/>
                    </a:lnL>
                    <a:lnR w="0">
                      <a:noFill/>
                    </a:lnR>
                    <a:lnT w="0">
                      <a:noFill/>
                    </a:lnT>
                    <a:lnB w="9525">
                      <a:solidFill>
                        <a:srgbClr val="E3E3E3"/>
                      </a:solidFill>
                    </a:lnB>
                    <a:solidFill>
                      <a:srgbClr val="63666A"/>
                    </a:solidFill>
                  </a:tcPr>
                </a:tc>
                <a:tc>
                  <a:txBody>
                    <a:bodyPr wrap="square"/>
                    <a:lstStyle/>
                    <a:p>
                      <a:pPr algn="ctr">
                        <a:lnSpc>
                          <a:spcPts val="1450"/>
                        </a:lnSpc>
                        <a:buNone/>
                      </a:pPr>
                      <a:r>
                        <a:rPr sz="1150" b="1" lang="ja-JP" altLang="en-US">
                          <a:solidFill>
                            <a:srgbClr val="FFFFFF"/>
                          </a:solidFill>
                        </a:rPr>
                        <a:t>期限</a:t>
                      </a:r>
                    </a:p>
                  </a:txBody>
                  <a:tcPr marL="73152" marT="27432" marR="73152" marB="27432" anchor="ctr">
                    <a:lnL w="0">
                      <a:noFill/>
                    </a:lnL>
                    <a:lnR w="0">
                      <a:noFill/>
                    </a:lnR>
                    <a:lnT w="0">
                      <a:noFill/>
                    </a:lnT>
                    <a:lnB w="9525">
                      <a:solidFill>
                        <a:srgbClr val="E3E3E3"/>
                      </a:solidFill>
                    </a:lnB>
                    <a:solidFill>
                      <a:srgbClr val="63666A"/>
                    </a:solidFill>
                  </a:tcPr>
                </a:tc>
              </a:tr>
              <a:tr h="402336">
                <a:tc>
                  <a:txBody>
                    <a:bodyPr wrap="square"/>
                    <a:lstStyle/>
                    <a:p>
                      <a:pPr algn="ctr">
                        <a:lnSpc>
                          <a:spcPts val="1450"/>
                        </a:lnSpc>
                        <a:buNone/>
                      </a:pPr>
                      <a:r>
                        <a:rPr sz="1200" b="0" lang="ja-JP" altLang="en-US">
                          <a:solidFill>
                            <a:srgbClr val="1A1A1A"/>
                          </a:solidFill>
                        </a:rPr>
                        <a:t>1</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450"/>
                        </a:lnSpc>
                        <a:buNone/>
                      </a:pPr>
                      <a:r>
                        <a:rPr sz="1200" b="0" lang="ja-JP" altLang="en-US">
                          <a:solidFill>
                            <a:srgbClr val="1A1A1A"/>
                          </a:solidFill>
                        </a:rPr>
                        <a:t>引継ぎ会（今週・来週）の日程と参加者の確定</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450"/>
                        </a:lnSpc>
                        <a:buNone/>
                      </a:pPr>
                      <a:r>
                        <a:rPr sz="1200" b="0" lang="ja-JP" altLang="en-US">
                          <a:solidFill>
                            <a:srgbClr val="1A1A1A"/>
                          </a:solidFill>
                        </a:rPr>
                        <a:t>ITEC様・デロイト</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450"/>
                        </a:lnSpc>
                        <a:buNone/>
                      </a:pPr>
                      <a:r>
                        <a:rPr sz="1200" b="0" lang="ja-JP" altLang="en-US">
                          <a:solidFill>
                            <a:srgbClr val="1A1A1A"/>
                          </a:solidFill>
                        </a:rPr>
                        <a:t>10/8</a:t>
                      </a:r>
                    </a:p>
                  </a:txBody>
                  <a:tcPr marL="73152" marT="27432" marR="73152" marB="27432" anchor="ctr">
                    <a:lnL w="0">
                      <a:noFill/>
                    </a:lnL>
                    <a:lnR w="0">
                      <a:noFill/>
                    </a:lnR>
                    <a:lnT w="0">
                      <a:noFill/>
                    </a:lnT>
                    <a:lnB w="9525">
                      <a:solidFill>
                        <a:srgbClr val="E3E3E3"/>
                      </a:solidFill>
                    </a:lnB>
                    <a:noFill/>
                  </a:tcPr>
                </a:tc>
              </a:tr>
              <a:tr h="402336">
                <a:tc>
                  <a:txBody>
                    <a:bodyPr wrap="square"/>
                    <a:lstStyle/>
                    <a:p>
                      <a:pPr algn="ctr">
                        <a:lnSpc>
                          <a:spcPts val="1450"/>
                        </a:lnSpc>
                        <a:buNone/>
                      </a:pPr>
                      <a:r>
                        <a:rPr sz="1200" b="0" lang="ja-JP" altLang="en-US">
                          <a:solidFill>
                            <a:srgbClr val="1A1A1A"/>
                          </a:solidFill>
                        </a:rPr>
                        <a:t>2</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450"/>
                        </a:lnSpc>
                        <a:buNone/>
                      </a:pPr>
                      <a:r>
                        <a:rPr sz="1200" b="0" lang="ja-JP" altLang="en-US">
                          <a:solidFill>
                            <a:srgbClr val="1A1A1A"/>
                          </a:solidFill>
                        </a:rPr>
                        <a:t>10/7版のソース一式・改修台帳・ドキュメントのお渡し</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450"/>
                        </a:lnSpc>
                        <a:buNone/>
                      </a:pPr>
                      <a:r>
                        <a:rPr sz="1200" b="0" lang="ja-JP" altLang="en-US">
                          <a:solidFill>
                            <a:srgbClr val="1A1A1A"/>
                          </a:solidFill>
                        </a:rPr>
                        <a:t>デロイト</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450"/>
                        </a:lnSpc>
                        <a:buNone/>
                      </a:pPr>
                      <a:r>
                        <a:rPr sz="1200" b="0" lang="ja-JP" altLang="en-US">
                          <a:solidFill>
                            <a:srgbClr val="1A1A1A"/>
                          </a:solidFill>
                        </a:rPr>
                        <a:t>10/7</a:t>
                      </a:r>
                    </a:p>
                  </a:txBody>
                  <a:tcPr marL="73152" marT="27432" marR="73152" marB="27432" anchor="ctr">
                    <a:lnL w="0">
                      <a:noFill/>
                    </a:lnL>
                    <a:lnR w="0">
                      <a:noFill/>
                    </a:lnR>
                    <a:lnT w="0">
                      <a:noFill/>
                    </a:lnT>
                    <a:lnB w="9525">
                      <a:solidFill>
                        <a:srgbClr val="E3E3E3"/>
                      </a:solidFill>
                    </a:lnB>
                    <a:noFill/>
                  </a:tcPr>
                </a:tc>
              </a:tr>
              <a:tr h="402336">
                <a:tc>
                  <a:txBody>
                    <a:bodyPr wrap="square"/>
                    <a:lstStyle/>
                    <a:p>
                      <a:pPr algn="ctr">
                        <a:lnSpc>
                          <a:spcPts val="1450"/>
                        </a:lnSpc>
                        <a:buNone/>
                      </a:pPr>
                      <a:r>
                        <a:rPr sz="1200" b="0" lang="ja-JP" altLang="en-US">
                          <a:solidFill>
                            <a:srgbClr val="1A1A1A"/>
                          </a:solidFill>
                        </a:rPr>
                        <a:t>3</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450"/>
                        </a:lnSpc>
                        <a:buNone/>
                      </a:pPr>
                      <a:r>
                        <a:rPr sz="1200" b="0" lang="ja-JP" altLang="en-US">
                          <a:solidFill>
                            <a:srgbClr val="1A1A1A"/>
                          </a:solidFill>
                        </a:rPr>
                        <a:t>10/7版のセキュア環境への反映</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450"/>
                        </a:lnSpc>
                        <a:buNone/>
                      </a:pPr>
                      <a:r>
                        <a:rPr sz="1200" b="0" lang="ja-JP" altLang="en-US">
                          <a:solidFill>
                            <a:srgbClr val="1A1A1A"/>
                          </a:solidFill>
                        </a:rPr>
                        <a:t>ITEC様</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450"/>
                        </a:lnSpc>
                        <a:buNone/>
                      </a:pPr>
                      <a:r>
                        <a:rPr sz="1200" b="0" lang="ja-JP" altLang="en-US">
                          <a:solidFill>
                            <a:srgbClr val="1A1A1A"/>
                          </a:solidFill>
                        </a:rPr>
                        <a:t>10/8〜</a:t>
                      </a:r>
                    </a:p>
                  </a:txBody>
                  <a:tcPr marL="73152" marT="27432" marR="73152" marB="27432" anchor="ctr">
                    <a:lnL w="0">
                      <a:noFill/>
                    </a:lnL>
                    <a:lnR w="0">
                      <a:noFill/>
                    </a:lnR>
                    <a:lnT w="0">
                      <a:noFill/>
                    </a:lnT>
                    <a:lnB w="9525">
                      <a:solidFill>
                        <a:srgbClr val="E3E3E3"/>
                      </a:solidFill>
                    </a:lnB>
                    <a:noFill/>
                  </a:tcPr>
                </a:tc>
              </a:tr>
              <a:tr h="402336">
                <a:tc>
                  <a:txBody>
                    <a:bodyPr wrap="square"/>
                    <a:lstStyle/>
                    <a:p>
                      <a:pPr algn="ctr">
                        <a:lnSpc>
                          <a:spcPts val="1450"/>
                        </a:lnSpc>
                        <a:buNone/>
                      </a:pPr>
                      <a:r>
                        <a:rPr sz="1200" b="0" lang="ja-JP" altLang="en-US">
                          <a:solidFill>
                            <a:srgbClr val="1A1A1A"/>
                          </a:solidFill>
                        </a:rPr>
                        <a:t>4</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450"/>
                        </a:lnSpc>
                        <a:buNone/>
                      </a:pPr>
                      <a:r>
                        <a:rPr sz="1200" b="0" lang="ja-JP" altLang="en-US">
                          <a:solidFill>
                            <a:srgbClr val="1A1A1A"/>
                          </a:solidFill>
                        </a:rPr>
                        <a:t>本番データ投入の準備（対象データ・時期の確認）</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450"/>
                        </a:lnSpc>
                        <a:buNone/>
                      </a:pPr>
                      <a:r>
                        <a:rPr sz="1200" b="0" lang="ja-JP" altLang="en-US">
                          <a:solidFill>
                            <a:srgbClr val="1A1A1A"/>
                          </a:solidFill>
                        </a:rPr>
                        <a:t>BX推進部・ITEC様</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450"/>
                        </a:lnSpc>
                        <a:buNone/>
                      </a:pPr>
                      <a:r>
                        <a:rPr sz="1200" b="0" lang="ja-JP" altLang="en-US">
                          <a:solidFill>
                            <a:srgbClr val="1A1A1A"/>
                          </a:solidFill>
                        </a:rPr>
                        <a:t>10/14</a:t>
                      </a:r>
                    </a:p>
                  </a:txBody>
                  <a:tcPr marL="73152" marT="27432" marR="73152" marB="27432" anchor="ctr">
                    <a:lnL w="0">
                      <a:noFill/>
                    </a:lnL>
                    <a:lnR w="0">
                      <a:noFill/>
                    </a:lnR>
                    <a:lnT w="0">
                      <a:noFill/>
                    </a:lnT>
                    <a:lnB w="9525">
                      <a:solidFill>
                        <a:srgbClr val="E3E3E3"/>
                      </a:solidFill>
                    </a:lnB>
                    <a:noFill/>
                  </a:tcPr>
                </a:tc>
              </a:tr>
              <a:tr h="402336">
                <a:tc>
                  <a:txBody>
                    <a:bodyPr wrap="square"/>
                    <a:lstStyle/>
                    <a:p>
                      <a:pPr algn="ctr">
                        <a:lnSpc>
                          <a:spcPts val="1450"/>
                        </a:lnSpc>
                        <a:buNone/>
                      </a:pPr>
                      <a:r>
                        <a:rPr sz="1200" b="0" lang="ja-JP" altLang="en-US">
                          <a:solidFill>
                            <a:srgbClr val="1A1A1A"/>
                          </a:solidFill>
                        </a:rPr>
                        <a:t>5</a:t>
                      </a:r>
                    </a:p>
                  </a:txBody>
                  <a:tcPr marL="73152" marT="27432" marR="73152" marB="27432" anchor="ctr">
                    <a:lnL w="0">
                      <a:noFill/>
                    </a:lnL>
                    <a:lnR w="0">
                      <a:noFill/>
                    </a:lnR>
                    <a:lnT w="0">
                      <a:noFill/>
                    </a:lnT>
                    <a:lnB w="9525">
                      <a:solidFill>
                        <a:srgbClr val="E3E3E3"/>
                      </a:solidFill>
                    </a:lnB>
                    <a:noFill/>
                  </a:tcPr>
                </a:tc>
                <a:tc>
                  <a:txBody>
                    <a:bodyPr wrap="square"/>
                    <a:lstStyle/>
                    <a:p>
                      <a:pPr algn="l">
                        <a:lnSpc>
                          <a:spcPts val="1450"/>
                        </a:lnSpc>
                        <a:buNone/>
                      </a:pPr>
                      <a:r>
                        <a:rPr sz="1200" b="0" lang="ja-JP" altLang="en-US">
                          <a:solidFill>
                            <a:srgbClr val="1A1A1A"/>
                          </a:solidFill>
                        </a:rPr>
                        <a:t>外部データの有償・許諾の要否の検討</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450"/>
                        </a:lnSpc>
                        <a:buNone/>
                      </a:pPr>
                      <a:r>
                        <a:rPr sz="1200" b="0" lang="ja-JP" altLang="en-US">
                          <a:solidFill>
                            <a:srgbClr val="1A1A1A"/>
                          </a:solidFill>
                        </a:rPr>
                        <a:t>BX推進部</a:t>
                      </a:r>
                    </a:p>
                  </a:txBody>
                  <a:tcPr marL="73152" marT="27432" marR="73152" marB="27432" anchor="ctr">
                    <a:lnL w="0">
                      <a:noFill/>
                    </a:lnL>
                    <a:lnR w="0">
                      <a:noFill/>
                    </a:lnR>
                    <a:lnT w="0">
                      <a:noFill/>
                    </a:lnT>
                    <a:lnB w="9525">
                      <a:solidFill>
                        <a:srgbClr val="E3E3E3"/>
                      </a:solidFill>
                    </a:lnB>
                    <a:noFill/>
                  </a:tcPr>
                </a:tc>
                <a:tc>
                  <a:txBody>
                    <a:bodyPr wrap="square"/>
                    <a:lstStyle/>
                    <a:p>
                      <a:pPr algn="ctr">
                        <a:lnSpc>
                          <a:spcPts val="1450"/>
                        </a:lnSpc>
                        <a:buNone/>
                      </a:pPr>
                      <a:r>
                        <a:rPr sz="1200" b="0" lang="ja-JP" altLang="en-US">
                          <a:solidFill>
                            <a:srgbClr val="1A1A1A"/>
                          </a:solidFill>
                        </a:rPr>
                        <a:t>10月中</a:t>
                      </a:r>
                    </a:p>
                  </a:txBody>
                  <a:tcPr marL="73152" marT="27432" marR="73152" marB="27432" anchor="ctr">
                    <a:lnL w="0">
                      <a:noFill/>
                    </a:lnL>
                    <a:lnR w="0">
                      <a:noFill/>
                    </a:lnR>
                    <a:lnT w="0">
                      <a:noFill/>
                    </a:lnT>
                    <a:lnB w="9525">
                      <a:solidFill>
                        <a:srgbClr val="E3E3E3"/>
                      </a:solidFill>
                    </a:lnB>
                    <a:noFill/>
                  </a:tcPr>
                </a:tc>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LANGUAGE_ID" val="1041"/>
  <p:tag name="EE4P_STYLE_ID" val="076a8867-8b72-4914-890a-d2f9a5d03d99"/>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DT Template_16:9_J_202507">
  <a:themeElements>
    <a:clrScheme name="Deloitte2025">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eloittefont">
      <a:majorFont>
        <a:latin typeface="Aptos"/>
        <a:ea typeface="Yu Gothic UI"/>
        <a:cs typeface=""/>
      </a:majorFont>
      <a:minorFont>
        <a:latin typeface="Aptos"/>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headEnd/>
          <a:tailEnd/>
        </a:ln>
      </a:spPr>
      <a:bodyPr rot="0" spcFirstLastPara="0" vertOverflow="overflow" horzOverflow="overflow" vert="horz" wrap="square" lIns="0" tIns="0" rIns="0" bIns="0" numCol="1" spcCol="0" rtlCol="0" fromWordArt="0" anchor="ctr" anchorCtr="0" forceAA="0" compatLnSpc="1">
        <a:prstTxWarp prst="textNoShape">
          <a:avLst/>
        </a:prstTxWarp>
        <a:noAutofit/>
      </a:bodyPr>
      <a:lstStyle>
        <a:defPPr marL="0" marR="0" indent="0" algn="ctr" defTabSz="990564" rtl="0" eaLnBrk="1" fontAlgn="auto" latinLnBrk="0" hangingPunct="1">
          <a:lnSpc>
            <a:spcPct val="100000"/>
          </a:lnSpc>
          <a:spcBef>
            <a:spcPts val="0"/>
          </a:spcBef>
          <a:spcAft>
            <a:spcPts val="0"/>
          </a:spcAft>
          <a:buClrTx/>
          <a:buSzPct val="100000"/>
          <a:buFont typeface="Wingdings" panose="05000000000000000000" pitchFamily="2" charset="2"/>
          <a:buNone/>
          <a:tabLst/>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564" rtl="0" eaLnBrk="1" fontAlgn="auto" latinLnBrk="0" hangingPunct="1">
          <a:lnSpc>
            <a:spcPct val="100000"/>
          </a:lnSpc>
          <a:spcBef>
            <a:spcPts val="0"/>
          </a:spcBef>
          <a:spcAft>
            <a:spcPts val="0"/>
          </a:spcAft>
          <a:buClrTx/>
          <a:buSzPct val="100000"/>
          <a:buFont typeface="Wingdings" panose="05000000000000000000" pitchFamily="2" charset="2"/>
          <a:buNone/>
          <a:tabLst/>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DT Template_16_9_J_Short.pptx" id="{013DFF10-7174-409E-AC1D-80AE4A6172B2}" vid="{8E462FA6-9B00-4E7F-BFC0-B6BC63B792EF}"/>
    </a:ext>
  </a:extLst>
</a:theme>
</file>

<file path=ppt/theme/theme2.xml><?xml version="1.0" encoding="utf-8"?>
<a:theme xmlns:a="http://schemas.openxmlformats.org/drawingml/2006/main" name="DT Template_16:9_J_202507_基本版②">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eloittefont">
      <a:majorFont>
        <a:latin typeface="Aptos"/>
        <a:ea typeface="Yu Gothic UI"/>
        <a:cs typeface=""/>
      </a:majorFont>
      <a:minorFont>
        <a:latin typeface="Aptos"/>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headEnd/>
          <a:tailEnd/>
        </a:ln>
      </a:spPr>
      <a:bodyPr rot="0" spcFirstLastPara="0" vertOverflow="overflow" horzOverflow="overflow" vert="horz" wrap="square" lIns="0" tIns="0" rIns="0" bIns="0" numCol="1" spcCol="0" rtlCol="0" fromWordArt="0" anchor="ctr" anchorCtr="0" forceAA="0" compatLnSpc="1">
        <a:prstTxWarp prst="textNoShape">
          <a:avLst/>
        </a:prstTxWarp>
        <a:noAutofit/>
      </a:bodyPr>
      <a:lstStyle>
        <a:defPPr marL="0" marR="0" indent="0" algn="ctr" defTabSz="990564" rtl="0" eaLnBrk="1" fontAlgn="auto" latinLnBrk="0" hangingPunct="1">
          <a:lnSpc>
            <a:spcPct val="100000"/>
          </a:lnSpc>
          <a:spcBef>
            <a:spcPts val="0"/>
          </a:spcBef>
          <a:spcAft>
            <a:spcPts val="0"/>
          </a:spcAft>
          <a:buClrTx/>
          <a:buSzPct val="100000"/>
          <a:buFont typeface="Wingdings" panose="05000000000000000000" pitchFamily="2" charset="2"/>
          <a:buNone/>
          <a:tabLst/>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564" rtl="0" eaLnBrk="1" fontAlgn="auto" latinLnBrk="0" hangingPunct="1">
          <a:lnSpc>
            <a:spcPct val="100000"/>
          </a:lnSpc>
          <a:spcBef>
            <a:spcPts val="0"/>
          </a:spcBef>
          <a:spcAft>
            <a:spcPts val="0"/>
          </a:spcAft>
          <a:buClrTx/>
          <a:buSzPct val="100000"/>
          <a:buFont typeface="Wingdings" panose="05000000000000000000" pitchFamily="2" charset="2"/>
          <a:buNone/>
          <a:tabLst/>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DT Template_16_9_J_Short.pptx" id="{013DFF10-7174-409E-AC1D-80AE4A6172B2}" vid="{EC5F9899-8C00-41A7-90E2-1AA9CB841817}"/>
    </a:ext>
  </a:extLst>
</a:theme>
</file>

<file path=ppt/theme/theme3.xml><?xml version="1.0" encoding="utf-8"?>
<a:theme xmlns:a="http://schemas.openxmlformats.org/drawingml/2006/main" name="DT Template_16:9_J_2024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2024Deloitte">
      <a:majorFont>
        <a:latin typeface="Calibri"/>
        <a:ea typeface="Yu Gothic UI"/>
        <a:cs typeface=""/>
      </a:majorFont>
      <a:minorFont>
        <a:latin typeface="Calibri"/>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headEnd/>
          <a:tailEnd/>
        </a:ln>
      </a:spPr>
      <a:bodyPr rot="0" spcFirstLastPara="0" vertOverflow="overflow" horzOverflow="overflow" vert="horz" wrap="square" lIns="0" tIns="0" rIns="0" bIns="0" numCol="1" spcCol="0" rtlCol="0" fromWordArt="0" anchor="ctr" anchorCtr="0" forceAA="0" compatLnSpc="1">
        <a:prstTxWarp prst="textNoShape">
          <a:avLst/>
        </a:prstTxWarp>
        <a:noAutofit/>
      </a:bodyPr>
      <a:lstStyle>
        <a:defPPr marL="0" marR="0" indent="0" algn="ctr" defTabSz="990564" rtl="0" eaLnBrk="1" fontAlgn="auto" latinLnBrk="0" hangingPunct="1">
          <a:lnSpc>
            <a:spcPct val="100000"/>
          </a:lnSpc>
          <a:spcBef>
            <a:spcPts val="0"/>
          </a:spcBef>
          <a:spcAft>
            <a:spcPts val="0"/>
          </a:spcAft>
          <a:buClrTx/>
          <a:buSzPct val="100000"/>
          <a:buFont typeface="Wingdings" panose="05000000000000000000" pitchFamily="2" charset="2"/>
          <a:buNone/>
          <a:tabLst/>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564" rtl="0" eaLnBrk="1" fontAlgn="auto" latinLnBrk="0" hangingPunct="1">
          <a:lnSpc>
            <a:spcPct val="100000"/>
          </a:lnSpc>
          <a:spcBef>
            <a:spcPts val="0"/>
          </a:spcBef>
          <a:spcAft>
            <a:spcPts val="0"/>
          </a:spcAft>
          <a:buClrTx/>
          <a:buSzPct val="100000"/>
          <a:buFont typeface="Wingdings" panose="05000000000000000000" pitchFamily="2" charset="2"/>
          <a:buNone/>
          <a:tabLst/>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プレゼンテーション1" id="{0E36F0E6-4249-4ADB-A6A6-342A0C1EC870}" vid="{3D35B912-24B8-40FF-9725-DA43E876BB86}"/>
    </a:ext>
  </a:extLst>
</a:theme>
</file>

<file path=ppt/theme/theme4.xml><?xml version="1.0" encoding="utf-8"?>
<a:theme xmlns:a="http://schemas.openxmlformats.org/drawingml/2006/main" name="1_DT Template_16:9_J_2024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2024Deloitte">
      <a:majorFont>
        <a:latin typeface="Calibri"/>
        <a:ea typeface="Yu Gothic UI"/>
        <a:cs typeface=""/>
      </a:majorFont>
      <a:minorFont>
        <a:latin typeface="Calibri"/>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noFill/>
        <a:ln w="12700" algn="ctr">
          <a:solidFill>
            <a:srgbClr val="BBBCBC"/>
          </a:solidFill>
          <a:miter lim="800000"/>
          <a:headEnd/>
          <a:tailEnd/>
        </a:ln>
      </a:spPr>
      <a:bodyPr rot="0" spcFirstLastPara="0" vertOverflow="overflow" horzOverflow="overflow" vert="horz" wrap="square" lIns="72000" tIns="36000" rIns="72000" bIns="36000" numCol="1" spcCol="0" rtlCol="0" fromWordArt="0" anchor="ctr" anchorCtr="0" forceAA="0" compatLnSpc="1">
        <a:prstTxWarp prst="textNoShape">
          <a:avLst/>
        </a:prstTxWarp>
        <a:noAutofit/>
      </a:bodyPr>
      <a:lstStyle>
        <a:defPPr marL="0" marR="0" indent="0" algn="ctr" defTabSz="990564" rtl="0" eaLnBrk="1" fontAlgn="auto" latinLnBrk="0" hangingPunct="1">
          <a:lnSpc>
            <a:spcPct val="100000"/>
          </a:lnSpc>
          <a:spcBef>
            <a:spcPts val="0"/>
          </a:spcBef>
          <a:spcAft>
            <a:spcPts val="0"/>
          </a:spcAft>
          <a:buClrTx/>
          <a:buSzPct val="100000"/>
          <a:buFont typeface="Wingdings" panose="05000000000000000000" pitchFamily="2" charset="2"/>
          <a:buNone/>
          <a:tabLst/>
          <a:defRPr kumimoji="1" sz="1600" b="0" i="0" u="none" strike="noStrike" kern="1200" cap="none" spc="0" normalizeH="0" baseline="0" noProof="0" dirty="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564" rtl="0" eaLnBrk="1" fontAlgn="auto" latinLnBrk="0" hangingPunct="1">
          <a:lnSpc>
            <a:spcPct val="100000"/>
          </a:lnSpc>
          <a:spcBef>
            <a:spcPts val="0"/>
          </a:spcBef>
          <a:spcAft>
            <a:spcPts val="0"/>
          </a:spcAft>
          <a:buClrTx/>
          <a:buSzPct val="100000"/>
          <a:buFont typeface="Wingdings" panose="05000000000000000000" pitchFamily="2" charset="2"/>
          <a:buNone/>
          <a:tabLst/>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プレゼンテーション1" id="{0E36F0E6-4249-4ADB-A6A6-342A0C1EC870}" vid="{3D35B912-24B8-40FF-9725-DA43E876BB86}"/>
    </a:ext>
  </a:extLst>
</a:theme>
</file>

<file path=ppt/theme/theme5.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CF4429DF024E5448FC59C7B7B43C1AC" ma:contentTypeVersion="11" ma:contentTypeDescription="Create a new document." ma:contentTypeScope="" ma:versionID="acb135f8ac1bd7cde167a21f1321cadb">
  <xsd:schema xmlns:xsd="http://www.w3.org/2001/XMLSchema" xmlns:xs="http://www.w3.org/2001/XMLSchema" xmlns:p="http://schemas.microsoft.com/office/2006/metadata/properties" xmlns:ns2="736c8bd6-b1a7-463d-a242-abcb0c1a3ab7" xmlns:ns3="25a5c49f-f1be-44ee-b7a9-954566e675d2" targetNamespace="http://schemas.microsoft.com/office/2006/metadata/properties" ma:root="true" ma:fieldsID="72c5b997e5e4c90e17cc0c94290d5872" ns2:_="" ns3:_="">
    <xsd:import namespace="736c8bd6-b1a7-463d-a242-abcb0c1a3ab7"/>
    <xsd:import namespace="25a5c49f-f1be-44ee-b7a9-954566e675d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6c8bd6-b1a7-463d-a242-abcb0c1a3ab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798d900d-0589-4081-96eb-513de833a507"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5a5c49f-f1be-44ee-b7a9-954566e675d2"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b8a2c12e-9cd8-4bdc-a214-d5fe3fdc3985}" ma:internalName="TaxCatchAll" ma:showField="CatchAllData" ma:web="25a5c49f-f1be-44ee-b7a9-954566e675d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736c8bd6-b1a7-463d-a242-abcb0c1a3ab7">
      <Terms xmlns="http://schemas.microsoft.com/office/infopath/2007/PartnerControls"/>
    </lcf76f155ced4ddcb4097134ff3c332f>
    <TaxCatchAll xmlns="25a5c49f-f1be-44ee-b7a9-954566e675d2" xsi:nil="true"/>
  </documentManagement>
</p:properties>
</file>

<file path=customXml/itemProps1.xml><?xml version="1.0" encoding="utf-8"?>
<ds:datastoreItem xmlns:ds="http://schemas.openxmlformats.org/officeDocument/2006/customXml" ds:itemID="{6F2A2CF3-6367-444C-AA09-0D41A3DD392F}">
  <ds:schemaRefs>
    <ds:schemaRef ds:uri="25a5c49f-f1be-44ee-b7a9-954566e675d2"/>
    <ds:schemaRef ds:uri="736c8bd6-b1a7-463d-a242-abcb0c1a3ab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D3C562D3-14B2-4A04-B255-084073502BBE}">
  <ds:schemaRefs>
    <ds:schemaRef ds:uri="http://schemas.microsoft.com/sharepoint/v3/contenttype/forms"/>
  </ds:schemaRefs>
</ds:datastoreItem>
</file>

<file path=customXml/itemProps3.xml><?xml version="1.0" encoding="utf-8"?>
<ds:datastoreItem xmlns:ds="http://schemas.openxmlformats.org/officeDocument/2006/customXml" ds:itemID="{C8F75EE8-E51D-4422-BE39-CF7C03367777}">
  <ds:schemaRefs>
    <ds:schemaRef ds:uri="http://schemas.microsoft.com/office/infopath/2007/PartnerControls"/>
    <ds:schemaRef ds:uri="http://www.w3.org/XML/1998/namespace"/>
    <ds:schemaRef ds:uri="http://schemas.microsoft.com/office/2006/documentManagement/types"/>
    <ds:schemaRef ds:uri="http://schemas.microsoft.com/office/2006/metadata/properties"/>
    <ds:schemaRef ds:uri="25a5c49f-f1be-44ee-b7a9-954566e675d2"/>
    <ds:schemaRef ds:uri="736c8bd6-b1a7-463d-a242-abcb0c1a3ab7"/>
    <ds:schemaRef ds:uri="http://purl.org/dc/elements/1.1/"/>
    <ds:schemaRef ds:uri="http://schemas.openxmlformats.org/package/2006/metadata/core-properties"/>
    <ds:schemaRef ds:uri="http://purl.org/dc/dcmitype/"/>
    <ds:schemaRef ds:uri="http://purl.org/dc/terms/"/>
  </ds:schemaRefs>
</ds:datastoreItem>
</file>

<file path=docMetadata/LabelInfo.xml><?xml version="1.0" encoding="utf-8"?>
<clbl:labelList xmlns:clbl="http://schemas.microsoft.com/office/2020/mipLabelMetadata">
  <clbl:label id="{ea60d57e-af5b-4752-ac57-3e4f28ca11dc}" enabled="1" method="Standard" siteId="{36da45f1-dd2c-4d1f-af13-5abe46b99921}" removed="0"/>
</clbl:labelList>
</file>

<file path=docProps/app.xml><?xml version="1.0" encoding="utf-8"?>
<Properties xmlns="http://schemas.openxmlformats.org/officeDocument/2006/extended-properties" xmlns:vt="http://schemas.openxmlformats.org/officeDocument/2006/docPropsVTypes">
  <Template>blank</Template>
  <TotalTime>0</TotalTime>
  <Words>2409</Words>
  <Application>Microsoft Office PowerPoint</Application>
  <PresentationFormat>ワイド画面</PresentationFormat>
  <Paragraphs>351</Paragraphs>
  <Slides>14</Slides>
  <Notes>8</Notes>
  <HiddenSlides>0</HiddenSlides>
  <MMClips>0</MMClips>
  <ScaleCrop>false</ScaleCrop>
  <HeadingPairs>
    <vt:vector size="8" baseType="variant">
      <vt:variant>
        <vt:lpstr>使用されているフォント</vt:lpstr>
      </vt:variant>
      <vt:variant>
        <vt:i4>8</vt:i4>
      </vt:variant>
      <vt:variant>
        <vt:lpstr>テーマ</vt:lpstr>
      </vt:variant>
      <vt:variant>
        <vt:i4>4</vt:i4>
      </vt:variant>
      <vt:variant>
        <vt:lpstr>埋め込まれた OLE サーバー</vt:lpstr>
      </vt:variant>
      <vt:variant>
        <vt:i4>2</vt:i4>
      </vt:variant>
      <vt:variant>
        <vt:lpstr>スライド タイトル</vt:lpstr>
      </vt:variant>
      <vt:variant>
        <vt:i4>14</vt:i4>
      </vt:variant>
    </vt:vector>
  </HeadingPairs>
  <TitlesOfParts>
    <vt:vector size="28" baseType="lpstr">
      <vt:lpstr>Yu Gothic UI</vt:lpstr>
      <vt:lpstr>游ゴシック</vt:lpstr>
      <vt:lpstr>Aptos</vt:lpstr>
      <vt:lpstr>Arial</vt:lpstr>
      <vt:lpstr>Calibri</vt:lpstr>
      <vt:lpstr>Verdana</vt:lpstr>
      <vt:lpstr>Wingdings</vt:lpstr>
      <vt:lpstr>Wingdings 2</vt:lpstr>
      <vt:lpstr>DT Template_16:9_J_202507</vt:lpstr>
      <vt:lpstr>DT Template_16:9_J_202507_基本版②</vt:lpstr>
      <vt:lpstr>DT Template_16:9_J_202401</vt:lpstr>
      <vt:lpstr>1_DT Template_16:9_J_202401</vt:lpstr>
      <vt:lpstr>thinkcellスライド</vt:lpstr>
      <vt:lpstr>think-cell スライド</vt:lpstr>
      <vt:lpstr>PowerPoint プレゼンテーション</vt:lpstr>
      <vt:lpstr>本日のアジェンダ</vt:lpstr>
      <vt:lpstr>本日時点ではスケジュール通りの進捗です</vt:lpstr>
      <vt:lpstr>本日のアジェンダ</vt:lpstr>
      <vt:lpstr>本取り組みはスケジュール通り推進されています</vt:lpstr>
      <vt:lpstr>本日のアジェンダ</vt:lpstr>
      <vt:lpstr>残課題への対応を反映したアプリを9月末までにITEC様へ引き渡し、今後のバージョンアップデートにて順次適応します</vt:lpstr>
      <vt:lpstr>残課題への対応を反映したアプリを9月末までにITEC様へ引き渡し、今後のバージョンアップデートにて順次適応します</vt:lpstr>
      <vt:lpstr>アプリ画面にてご説明いたします</vt:lpstr>
      <vt:lpstr>本日のアジェンダ</vt:lpstr>
      <vt:lpstr>10月セキュア公開に向けて、9/11にリリース対象版をFIXし、以降はITEC様が統合テスト・移行準備を主導、デロイトは引継ぎ資料整備、エラー・質疑対応、バックログ整理に注力します</vt:lpstr>
      <vt:lpstr>各種無料APIの利用にはHHHD側でのアカウント登録およびAPI Keyの新規発行が必要です</vt:lpstr>
      <vt:lpstr>Appendix</vt:lpstr>
      <vt:lpstr>PowerPoint プレゼンテーション</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Xinlong</dc:creator>
  <cp:lastModifiedBy>Hu, Xinlong</cp:lastModifiedBy>
  <cp:revision>1</cp:revision>
  <dcterms:created xsi:type="dcterms:W3CDTF">2026-06-25T23:44:23Z</dcterms:created>
  <dcterms:modified xsi:type="dcterms:W3CDTF">2026-09-15T12:05:27Z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0x0101003CF4429DF024E5448FC59C7B7B43C1AC</vt:lpwstr>
  </property>
  <property fmtid="{D5CDD505-2E9C-101B-9397-08002B2CF9AE}" pid="3" name="MSIP_Label_ea60d57e-af5b-4752-ac57-3e4f28ca11dc_Enabled">
    <vt:lpwstr>true</vt:lpwstr>
  </property>
  <property fmtid="{D5CDD505-2E9C-101B-9397-08002B2CF9AE}" pid="4" name="MSIP_Label_ea60d57e-af5b-4752-ac57-3e4f28ca11dc_SetDate">
    <vt:lpwstr>2021-11-30T06:12:18Z</vt:lpwstr>
  </property>
  <property fmtid="{D5CDD505-2E9C-101B-9397-08002B2CF9AE}" pid="5" name="MSIP_Label_ea60d57e-af5b-4752-ac57-3e4f28ca11dc_Method">
    <vt:lpwstr>Standard</vt:lpwstr>
  </property>
  <property fmtid="{D5CDD505-2E9C-101B-9397-08002B2CF9AE}" pid="6" name="MSIP_Label_ea60d57e-af5b-4752-ac57-3e4f28ca11dc_Name">
    <vt:lpwstr>ea60d57e-af5b-4752-ac57-3e4f28ca11dc</vt:lpwstr>
  </property>
  <property fmtid="{D5CDD505-2E9C-101B-9397-08002B2CF9AE}" pid="7" name="MSIP_Label_ea60d57e-af5b-4752-ac57-3e4f28ca11dc_SiteId">
    <vt:lpwstr>36da45f1-dd2c-4d1f-af13-5abe46b99921</vt:lpwstr>
  </property>
  <property fmtid="{D5CDD505-2E9C-101B-9397-08002B2CF9AE}" pid="8" name="MSIP_Label_ea60d57e-af5b-4752-ac57-3e4f28ca11dc_ActionId">
    <vt:lpwstr>177f38b9-1e8a-4270-81d8-98c657c22e6c</vt:lpwstr>
  </property>
  <property fmtid="{D5CDD505-2E9C-101B-9397-08002B2CF9AE}" pid="9" name="MSIP_Label_ea60d57e-af5b-4752-ac57-3e4f28ca11dc_ContentBits">
    <vt:lpwstr>0</vt:lpwstr>
  </property>
  <property fmtid="{D5CDD505-2E9C-101B-9397-08002B2CF9AE}" pid="10" name="MediaServiceImageTags">
    <vt:lpwstr/>
  </property>
</Properties>
</file>