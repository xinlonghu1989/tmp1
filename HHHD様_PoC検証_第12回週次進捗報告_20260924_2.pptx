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35.bin" ContentType="application/vnd.openxmlformats-officedocument.oleObject"/>
  <Override PartName="/ppt/embeddings/oleObject36.bin" ContentType="application/vnd.openxmlformats-officedocument.oleObject"/>
  <Override PartName="/ppt/embeddings/oleObject37.bin" ContentType="application/vnd.openxmlformats-officedocument.oleObject"/>
  <Override PartName="/ppt/embeddings/oleObject38.bin" ContentType="application/vnd.openxmlformats-officedocument.oleObject"/>
  <Override PartName="/ppt/embeddings/oleObject39.bin" ContentType="application/vnd.openxmlformats-officedocument.oleObject"/>
  <Override PartName="/ppt/embeddings/oleObject4.bin" ContentType="application/vnd.openxmlformats-officedocument.oleObject"/>
  <Override PartName="/ppt/embeddings/oleObject40.bin" ContentType="application/vnd.openxmlformats-officedocument.oleObject"/>
  <Override PartName="/ppt/embeddings/oleObject41.bin" ContentType="application/vnd.openxmlformats-officedocument.oleObject"/>
  <Override PartName="/ppt/embeddings/oleObject42.bin" ContentType="application/vnd.openxmlformats-officedocument.oleObject"/>
  <Override PartName="/ppt/embeddings/oleObject43.bin" ContentType="application/vnd.openxmlformats-officedocument.oleObject"/>
  <Override PartName="/ppt/embeddings/oleObject45.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8" r:id="rId4"/>
    <p:sldMasterId id="2147483919" r:id="rId5"/>
    <p:sldMasterId id="2147483986" r:id="rId6"/>
    <p:sldMasterId id="2147484012" r:id="rId7"/>
  </p:sldMasterIdLst>
  <p:notesMasterIdLst>
    <p:notesMasterId r:id="rId22"/>
  </p:notesMasterIdLst>
  <p:handoutMasterIdLst>
    <p:handoutMasterId r:id="rId23"/>
  </p:handoutMasterIdLst>
  <p:sldIdLst>
    <p:sldId id="2147483641" r:id="rId8"/>
    <p:sldId id="2147483646" r:id="rId9"/>
    <p:sldId id="260" r:id="rId10"/>
    <p:sldId id="258" r:id="rId11"/>
    <p:sldId id="2146847607" r:id="rId12"/>
    <p:sldId id="256" r:id="rId13"/>
    <p:sldId id="259" r:id="rId19"/>
    <p:sldId id="264" r:id="rId33"/>
    <p:sldId id="257" r:id="rId17"/>
    <p:sldId id="265" r:id="rId34"/>
    <p:sldId id="267" r:id="rId35"/>
    <p:sldId id="268" r:id="rId36"/>
    <p:sldId id="273" r:id="rId16"/>
    <p:sldId id="269" r:id="rId37"/>
    <p:sldId id="272" r:id="rId40"/>
    <p:sldId id="270" r:id="rId38"/>
    <p:sldId id="275" r:id="rId41"/>
    <p:sldId id="271" r:id="rId39"/>
    <p:sldId id="261" r:id="rId20"/>
    <p:sldId id="274" r:id="rId21"/>
  </p:sldIdLst>
  <p:sldSz cx="12192000" cy="6858000"/>
  <p:notesSz cx="6735763" cy="9866313"/>
  <p:custDataLst>
    <p:tags r:id="rId24"/>
  </p:custDataLst>
  <p:defaultTextStyle>
    <a:defPPr>
      <a:defRPr lang="en-US"/>
    </a:defPPr>
    <a:lvl1pPr algn="l" rtl="0" fontAlgn="base">
      <a:spcBef>
        <a:spcPct val="0"/>
      </a:spcBef>
      <a:spcAft>
        <a:spcPct val="0"/>
      </a:spcAft>
      <a:defRPr sz="1900" kern="1200">
        <a:solidFill>
          <a:schemeClr val="tx1"/>
        </a:solidFill>
        <a:latin typeface="Arial" charset="0"/>
        <a:ea typeface="+mn-ea"/>
        <a:cs typeface="Arial" charset="0"/>
      </a:defRPr>
    </a:lvl1pPr>
    <a:lvl2pPr marL="429768" algn="l" rtl="0" fontAlgn="base">
      <a:spcBef>
        <a:spcPct val="0"/>
      </a:spcBef>
      <a:spcAft>
        <a:spcPct val="0"/>
      </a:spcAft>
      <a:defRPr sz="1900" kern="1200">
        <a:solidFill>
          <a:schemeClr val="tx1"/>
        </a:solidFill>
        <a:latin typeface="Arial" charset="0"/>
        <a:ea typeface="+mn-ea"/>
        <a:cs typeface="Arial" charset="0"/>
      </a:defRPr>
    </a:lvl2pPr>
    <a:lvl3pPr marL="859536" algn="l" rtl="0" fontAlgn="base">
      <a:spcBef>
        <a:spcPct val="0"/>
      </a:spcBef>
      <a:spcAft>
        <a:spcPct val="0"/>
      </a:spcAft>
      <a:defRPr sz="1900" kern="1200">
        <a:solidFill>
          <a:schemeClr val="tx1"/>
        </a:solidFill>
        <a:latin typeface="Arial" charset="0"/>
        <a:ea typeface="+mn-ea"/>
        <a:cs typeface="Arial" charset="0"/>
      </a:defRPr>
    </a:lvl3pPr>
    <a:lvl4pPr marL="1289304" algn="l" rtl="0" fontAlgn="base">
      <a:spcBef>
        <a:spcPct val="0"/>
      </a:spcBef>
      <a:spcAft>
        <a:spcPct val="0"/>
      </a:spcAft>
      <a:defRPr sz="1900" kern="1200">
        <a:solidFill>
          <a:schemeClr val="tx1"/>
        </a:solidFill>
        <a:latin typeface="Arial" charset="0"/>
        <a:ea typeface="+mn-ea"/>
        <a:cs typeface="Arial" charset="0"/>
      </a:defRPr>
    </a:lvl4pPr>
    <a:lvl5pPr marL="1719072" algn="l" rtl="0" fontAlgn="base">
      <a:spcBef>
        <a:spcPct val="0"/>
      </a:spcBef>
      <a:spcAft>
        <a:spcPct val="0"/>
      </a:spcAft>
      <a:defRPr sz="1900" kern="1200">
        <a:solidFill>
          <a:schemeClr val="tx1"/>
        </a:solidFill>
        <a:latin typeface="Arial" charset="0"/>
        <a:ea typeface="+mn-ea"/>
        <a:cs typeface="Arial" charset="0"/>
      </a:defRPr>
    </a:lvl5pPr>
    <a:lvl6pPr marL="2148840" algn="l" defTabSz="859536" rtl="0" eaLnBrk="1" latinLnBrk="0" hangingPunct="1">
      <a:defRPr sz="1900" kern="1200">
        <a:solidFill>
          <a:schemeClr val="tx1"/>
        </a:solidFill>
        <a:latin typeface="Arial" charset="0"/>
        <a:ea typeface="+mn-ea"/>
        <a:cs typeface="Arial" charset="0"/>
      </a:defRPr>
    </a:lvl6pPr>
    <a:lvl7pPr marL="2578608" algn="l" defTabSz="859536" rtl="0" eaLnBrk="1" latinLnBrk="0" hangingPunct="1">
      <a:defRPr sz="1900" kern="1200">
        <a:solidFill>
          <a:schemeClr val="tx1"/>
        </a:solidFill>
        <a:latin typeface="Arial" charset="0"/>
        <a:ea typeface="+mn-ea"/>
        <a:cs typeface="Arial" charset="0"/>
      </a:defRPr>
    </a:lvl7pPr>
    <a:lvl8pPr marL="3008376" algn="l" defTabSz="859536" rtl="0" eaLnBrk="1" latinLnBrk="0" hangingPunct="1">
      <a:defRPr sz="1900" kern="1200">
        <a:solidFill>
          <a:schemeClr val="tx1"/>
        </a:solidFill>
        <a:latin typeface="Arial" charset="0"/>
        <a:ea typeface="+mn-ea"/>
        <a:cs typeface="Arial" charset="0"/>
      </a:defRPr>
    </a:lvl8pPr>
    <a:lvl9pPr marL="3438144" algn="l" defTabSz="859536" rtl="0" eaLnBrk="1" latinLnBrk="0" hangingPunct="1">
      <a:defRPr sz="19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3" orient="horz" pos="2137" userDrawn="1">
          <p15:clr>
            <a:srgbClr val="A4A3A4"/>
          </p15:clr>
        </p15:guide>
        <p15:guide id="4"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A34F904-F128-8147-A709-5BA0B0EDD907}" name="Kato, Yoshiko 1" initials="K1" userId="S::yoshiko1.kato@tohmatsu.co.jp::0536b235-f5eb-4716-8d5f-c14ea1117cc8" providerId="AD"/>
  <p188:author id="{85B9C713-2719-418F-0DB1-FD33C6FBAE59}" name="Mori, Yukiko" initials="MY" userId="S::yukiko.mori@tohmatsu.co.jp::f6c28165-7909-45e9-8c53-3daca56a9b1c" providerId="AD"/>
  <p188:author id="{1E114F58-398E-C9D2-8536-99ABF1D54C77}" name="DLS" initials="u" userId="DLS" providerId="None"/>
  <p188:author id="{5FF94BAC-1D89-45C0-351C-0BB77D8448C6}" name="Fukushima, Rieko" initials="FR" userId="S::rieko.fukushima@tohmatsu.co.jp::42ea695b-0072-4304-903b-cd25183e2212" providerId="AD"/>
  <p188:author id="{668514CC-2331-AEE1-14A9-653540C09CE5}" name="Ochi, Hana" initials="OH" userId="S::haochi@tohmatsu.co.jp::9fa41629-42c7-428e-8d4f-8f774cfc782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hima, Michiru" initials="TM" lastIdx="16" clrIdx="0">
    <p:extLst>
      <p:ext uri="{19B8F6BF-5375-455C-9EA6-DF929625EA0E}">
        <p15:presenceInfo xmlns:p15="http://schemas.microsoft.com/office/powerpoint/2012/main" userId="S::miteshima@tohmatsu.co.jp::4ce32794-bca9-4413-b02a-c3d46948b27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6A38"/>
    <a:srgbClr val="9BE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8D6A08-FCAC-4358-BAE4-43561AE9EF14}" v="2376" dt="2026-09-15T09:35:23.863"/>
    <p1510:client id="{AB5C4B94-6472-7803-CE20-A7CD06FA2A8B}" v="102" dt="2026-09-15T08:42:14.940"/>
    <p1510:client id="{F245FC92-33F3-4BB8-AB35-C27D90D97766}" v="1" dt="2026-09-15T12:05:26.99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中間スタイル 1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132" y="366"/>
      </p:cViewPr>
      <p:guideLst>
        <p:guide orient="horz" pos="2137"/>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6" Type="http://schemas.openxmlformats.org/officeDocument/2006/relationships/slide" Target="slides/slide13.xml"/><Relationship Id="rId17" Type="http://schemas.openxmlformats.org/officeDocument/2006/relationships/slide" Target="slides/slide9.xml"/><Relationship Id="rId19" Type="http://schemas.openxmlformats.org/officeDocument/2006/relationships/slide" Target="slides/slide7.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handoutMaster" Target="handoutMasters/handoutMaster1.xml"/><Relationship Id="rId24" Type="http://schemas.openxmlformats.org/officeDocument/2006/relationships/tags" Target="tags/tag1.xml"/><Relationship Id="rId25" Type="http://schemas.openxmlformats.org/officeDocument/2006/relationships/commentAuthors" Target="commentAuthors.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5/10/relationships/revisionInfo" Target="revisionInfo.xml"/><Relationship Id="rId31" Type="http://schemas.microsoft.com/office/2018/10/relationships/authors" Target="authors.xml"/><Relationship Id="rId33" Type="http://schemas.openxmlformats.org/officeDocument/2006/relationships/slide" Target="slides/slide8.xml"/><Relationship Id="rId34" Type="http://schemas.openxmlformats.org/officeDocument/2006/relationships/slide" Target="slides/slide10.xml"/><Relationship Id="rId35" Type="http://schemas.openxmlformats.org/officeDocument/2006/relationships/slide" Target="slides/slide11.xml"/><Relationship Id="rId36" Type="http://schemas.openxmlformats.org/officeDocument/2006/relationships/slide" Target="slides/slide12.xml"/><Relationship Id="rId37" Type="http://schemas.openxmlformats.org/officeDocument/2006/relationships/slide" Target="slides/slide14.xml"/><Relationship Id="rId38" Type="http://schemas.openxmlformats.org/officeDocument/2006/relationships/slide" Target="slides/slide16.xml"/><Relationship Id="rId39" Type="http://schemas.openxmlformats.org/officeDocument/2006/relationships/slide" Target="slides/slide18.xml"/><Relationship Id="rId40" Type="http://schemas.openxmlformats.org/officeDocument/2006/relationships/slide" Target="slides/slide15.xml"/><Relationship Id="rId41" Type="http://schemas.openxmlformats.org/officeDocument/2006/relationships/slide" Target="slides/slide1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9413" cy="4953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4763" y="0"/>
            <a:ext cx="2919412" cy="495300"/>
          </a:xfrm>
          <a:prstGeom prst="rect">
            <a:avLst/>
          </a:prstGeom>
        </p:spPr>
        <p:txBody>
          <a:bodyPr vert="horz" lIns="91440" tIns="45720" rIns="91440" bIns="45720" rtlCol="0"/>
          <a:lstStyle>
            <a:lvl1pPr algn="r">
              <a:defRPr sz="1200"/>
            </a:lvl1pPr>
          </a:lstStyle>
          <a:p>
            <a:fld id="{B2EC3375-25C1-4132-8356-F0254E04DDEC}" type="datetimeFigureOut">
              <a:rPr kumimoji="1" lang="ja-JP" altLang="en-US" smtClean="0"/>
              <a:t>2026/9/15</a:t>
            </a:fld>
            <a:endParaRPr kumimoji="1" lang="ja-JP" altLang="en-US"/>
          </a:p>
        </p:txBody>
      </p:sp>
      <p:sp>
        <p:nvSpPr>
          <p:cNvPr id="4" name="フッター プレースホルダー 3"/>
          <p:cNvSpPr>
            <a:spLocks noGrp="1"/>
          </p:cNvSpPr>
          <p:nvPr>
            <p:ph type="ftr" sz="quarter" idx="2"/>
          </p:nvPr>
        </p:nvSpPr>
        <p:spPr>
          <a:xfrm>
            <a:off x="0" y="9371013"/>
            <a:ext cx="2919413" cy="4953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4763" y="9371013"/>
            <a:ext cx="2919412" cy="495300"/>
          </a:xfrm>
          <a:prstGeom prst="rect">
            <a:avLst/>
          </a:prstGeom>
        </p:spPr>
        <p:txBody>
          <a:bodyPr vert="horz" lIns="91440" tIns="45720" rIns="91440" bIns="45720" rtlCol="0" anchor="b"/>
          <a:lstStyle>
            <a:lvl1pPr algn="r">
              <a:defRPr sz="1200"/>
            </a:lvl1pPr>
          </a:lstStyle>
          <a:p>
            <a:fld id="{BC64172F-6366-47B3-B3D8-F99B8E17CF95}" type="slidenum">
              <a:rPr kumimoji="1" lang="ja-JP" altLang="en-US" smtClean="0"/>
              <a:t>‹#›</a:t>
            </a:fld>
            <a:endParaRPr kumimoji="1" lang="ja-JP" altLang="en-US"/>
          </a:p>
        </p:txBody>
      </p:sp>
    </p:spTree>
    <p:extLst>
      <p:ext uri="{BB962C8B-B14F-4D97-AF65-F5344CB8AC3E}">
        <p14:creationId xmlns:p14="http://schemas.microsoft.com/office/powerpoint/2010/main" val="18284794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9413" cy="495300"/>
          </a:xfrm>
          <a:prstGeom prst="rect">
            <a:avLst/>
          </a:prstGeom>
        </p:spPr>
        <p:txBody>
          <a:bodyPr vert="horz" lIns="91440" tIns="45720" rIns="91440" bIns="45720" rtlCol="0"/>
          <a:lstStyle>
            <a:lvl1pPr algn="l">
              <a:defRPr sz="1200">
                <a:latin typeface="+mn-lt"/>
                <a:ea typeface="Yu Gothic UI" panose="020B0500000000000000" pitchFamily="50" charset="-128"/>
                <a:cs typeface="+mn-cs"/>
                <a:sym typeface="+mn-lt"/>
              </a:defRPr>
            </a:lvl1pPr>
          </a:lstStyle>
          <a:p>
            <a:endParaRPr kumimoji="1" lang="ja-JP" altLang="en-US">
              <a:latin typeface="Aptos" panose="020B0004020202020204" pitchFamily="34" charset="0"/>
            </a:endParaRPr>
          </a:p>
        </p:txBody>
      </p:sp>
      <p:sp>
        <p:nvSpPr>
          <p:cNvPr id="3" name="日付プレースホルダー 2"/>
          <p:cNvSpPr>
            <a:spLocks noGrp="1"/>
          </p:cNvSpPr>
          <p:nvPr>
            <p:ph type="dt" idx="1"/>
          </p:nvPr>
        </p:nvSpPr>
        <p:spPr>
          <a:xfrm>
            <a:off x="3814763" y="0"/>
            <a:ext cx="2919412" cy="495300"/>
          </a:xfrm>
          <a:prstGeom prst="rect">
            <a:avLst/>
          </a:prstGeom>
        </p:spPr>
        <p:txBody>
          <a:bodyPr vert="horz" lIns="91440" tIns="45720" rIns="91440" bIns="45720" rtlCol="0"/>
          <a:lstStyle>
            <a:lvl1pPr algn="r">
              <a:defRPr sz="1200">
                <a:latin typeface="+mn-lt"/>
                <a:ea typeface="Yu Gothic UI" panose="020B0500000000000000" pitchFamily="50" charset="-128"/>
                <a:cs typeface="+mn-cs"/>
                <a:sym typeface="+mn-lt"/>
              </a:defRPr>
            </a:lvl1pPr>
          </a:lstStyle>
          <a:p>
            <a:fld id="{AAE2C4BB-DD5D-4EF0-8811-528209874544}" type="datetimeFigureOut">
              <a:rPr kumimoji="1" lang="ja-JP" altLang="en-US" smtClean="0">
                <a:latin typeface="Aptos" panose="020B0004020202020204" pitchFamily="34" charset="0"/>
              </a:rPr>
              <a:pPr/>
              <a:t>2026/9/15</a:t>
            </a:fld>
            <a:endParaRPr kumimoji="1" lang="ja-JP" altLang="en-US">
              <a:latin typeface="Aptos" panose="020B0004020202020204" pitchFamily="34" charset="0"/>
            </a:endParaRPr>
          </a:p>
        </p:txBody>
      </p:sp>
      <p:sp>
        <p:nvSpPr>
          <p:cNvPr id="4" name="スライド イメージ プレースホルダー 3"/>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endParaRPr lang="ja-JP" altLang="en-US">
              <a:latin typeface="Aptos" panose="020B0004020202020204" pitchFamily="34" charset="0"/>
            </a:endParaRPr>
          </a:p>
        </p:txBody>
      </p:sp>
      <p:sp>
        <p:nvSpPr>
          <p:cNvPr id="5" name="ノート プレースホルダー 4"/>
          <p:cNvSpPr>
            <a:spLocks noGrp="1"/>
          </p:cNvSpPr>
          <p:nvPr>
            <p:ph type="body" sz="quarter" idx="3"/>
          </p:nvPr>
        </p:nvSpPr>
        <p:spPr>
          <a:xfrm>
            <a:off x="673100" y="4748213"/>
            <a:ext cx="5389563" cy="3884612"/>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013"/>
            <a:ext cx="2919413" cy="495300"/>
          </a:xfrm>
          <a:prstGeom prst="rect">
            <a:avLst/>
          </a:prstGeom>
        </p:spPr>
        <p:txBody>
          <a:bodyPr vert="horz" lIns="91440" tIns="45720" rIns="91440" bIns="45720" rtlCol="0" anchor="b"/>
          <a:lstStyle>
            <a:lvl1pPr algn="l">
              <a:defRPr sz="1200">
                <a:latin typeface="+mn-lt"/>
                <a:ea typeface="Yu Gothic UI" panose="020B0500000000000000" pitchFamily="50" charset="-128"/>
                <a:cs typeface="+mn-cs"/>
                <a:sym typeface="+mn-lt"/>
              </a:defRPr>
            </a:lvl1pPr>
          </a:lstStyle>
          <a:p>
            <a:endParaRPr kumimoji="1" lang="ja-JP" altLang="en-US">
              <a:latin typeface="Aptos" panose="020B0004020202020204" pitchFamily="34" charset="0"/>
            </a:endParaRPr>
          </a:p>
        </p:txBody>
      </p:sp>
      <p:sp>
        <p:nvSpPr>
          <p:cNvPr id="7" name="スライド番号プレースホルダー 6"/>
          <p:cNvSpPr>
            <a:spLocks noGrp="1"/>
          </p:cNvSpPr>
          <p:nvPr>
            <p:ph type="sldNum" sz="quarter" idx="5"/>
          </p:nvPr>
        </p:nvSpPr>
        <p:spPr>
          <a:xfrm>
            <a:off x="3814763" y="9371013"/>
            <a:ext cx="2919412" cy="495300"/>
          </a:xfrm>
          <a:prstGeom prst="rect">
            <a:avLst/>
          </a:prstGeom>
        </p:spPr>
        <p:txBody>
          <a:bodyPr vert="horz" lIns="91440" tIns="45720" rIns="91440" bIns="45720" rtlCol="0" anchor="b"/>
          <a:lstStyle>
            <a:lvl1pPr algn="r">
              <a:defRPr sz="1200">
                <a:latin typeface="+mn-lt"/>
                <a:ea typeface="Yu Gothic UI" panose="020B0500000000000000" pitchFamily="50" charset="-128"/>
                <a:cs typeface="+mn-cs"/>
                <a:sym typeface="+mn-lt"/>
              </a:defRPr>
            </a:lvl1pPr>
          </a:lstStyle>
          <a:p>
            <a:fld id="{24DE13BB-FCB6-4491-A87D-1E9BA7500F8E}" type="slidenum">
              <a:rPr kumimoji="1" lang="ja-JP" altLang="en-US" smtClean="0">
                <a:latin typeface="Aptos" panose="020B0004020202020204" pitchFamily="34" charset="0"/>
              </a:rPr>
              <a:pPr/>
              <a:t>‹#›</a:t>
            </a:fld>
            <a:endParaRPr kumimoji="1" lang="ja-JP" altLang="en-US">
              <a:latin typeface="Aptos" panose="020B0004020202020204" pitchFamily="34" charset="0"/>
            </a:endParaRPr>
          </a:p>
        </p:txBody>
      </p:sp>
    </p:spTree>
    <p:extLst>
      <p:ext uri="{BB962C8B-B14F-4D97-AF65-F5344CB8AC3E}">
        <p14:creationId xmlns:p14="http://schemas.microsoft.com/office/powerpoint/2010/main" val="98985224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1pPr>
    <a:lvl2pPr marL="45720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2pPr>
    <a:lvl3pPr marL="91440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3pPr>
    <a:lvl4pPr marL="137160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4pPr>
    <a:lvl5pPr marL="1828800" algn="l" defTabSz="914400" rtl="0" eaLnBrk="1" latinLnBrk="0" hangingPunct="1">
      <a:defRPr kumimoji="1" sz="1200" kern="1200">
        <a:solidFill>
          <a:schemeClr val="tx1"/>
        </a:solidFill>
        <a:latin typeface="Aptos" panose="020B0004020202020204" pitchFamily="34" charset="0"/>
        <a:ea typeface="Yu Gothic UI" panose="020B0500000000000000" pitchFamily="50" charset="-128"/>
        <a:cs typeface="+mn-cs"/>
        <a:sym typeface="+mn-lt"/>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588B299-FBEB-47AA-8879-672851374028}" type="slidenum">
              <a:rPr kumimoji="0" lang="ja-JP" altLang="en-US" sz="1200" b="0" i="0" u="none" strike="noStrike" kern="1200" cap="none" spc="0" normalizeH="0" baseline="0" noProof="0">
                <a:ln>
                  <a:noFill/>
                </a:ln>
                <a:solidFill>
                  <a:prstClr val="black"/>
                </a:solidFill>
                <a:effectLst/>
                <a:uLnTx/>
                <a:uFillTx/>
                <a:latin typeface="Calibri" panose="020F0502020204030204"/>
                <a:ea typeface="Yu Gothic UI" panose="020B0500000000000000" pitchFamily="50" charset="-128"/>
                <a:cs typeface="+mn-cs"/>
                <a:sym typeface="+mn-lt"/>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ja-JP" sz="1200" b="0" i="0" u="none" strike="noStrike" kern="1200" cap="none" spc="0" normalizeH="0" baseline="0" noProof="0">
              <a:ln>
                <a:noFill/>
              </a:ln>
              <a:solidFill>
                <a:prstClr val="black"/>
              </a:solidFill>
              <a:effectLst/>
              <a:uLnTx/>
              <a:uFillTx/>
              <a:latin typeface="Calibri" panose="020F0502020204030204"/>
              <a:ea typeface="Yu Gothic UI" panose="020B0500000000000000" pitchFamily="50" charset="-128"/>
              <a:cs typeface="+mn-cs"/>
              <a:sym typeface="+mn-lt"/>
            </a:endParaRPr>
          </a:p>
        </p:txBody>
      </p:sp>
      <p:sp>
        <p:nvSpPr>
          <p:cNvPr id="3243010" name="Rectangle 2"/>
          <p:cNvSpPr>
            <a:spLocks noGrp="1" noRot="1" noChangeAspect="1" noChangeArrowheads="1" noTextEdit="1"/>
          </p:cNvSpPr>
          <p:nvPr>
            <p:ph type="sldImg"/>
          </p:nvPr>
        </p:nvSpPr>
        <p:spPr>
          <a:xfrm>
            <a:off x="106363" y="763588"/>
            <a:ext cx="6675437" cy="3754437"/>
          </a:xfrm>
          <a:ln/>
        </p:spPr>
      </p:sp>
      <p:sp>
        <p:nvSpPr>
          <p:cNvPr id="3243011" name="Rectangle 3"/>
          <p:cNvSpPr>
            <a:spLocks noGrp="1" noChangeArrowheads="1"/>
          </p:cNvSpPr>
          <p:nvPr>
            <p:ph type="body" idx="1"/>
          </p:nvPr>
        </p:nvSpPr>
        <p:spPr/>
        <p:txBody>
          <a:bodyPr/>
          <a:lstStyle/>
          <a:p>
            <a:pPr>
              <a:buFontTx/>
              <a:buChar char="•"/>
            </a:pPr>
            <a:endParaRPr lang="en-GB"/>
          </a:p>
        </p:txBody>
      </p:sp>
    </p:spTree>
    <p:extLst>
      <p:ext uri="{BB962C8B-B14F-4D97-AF65-F5344CB8AC3E}">
        <p14:creationId xmlns:p14="http://schemas.microsoft.com/office/powerpoint/2010/main" val="2394225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FED8E-86F6-B61B-CC4C-78D39634B77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A478D34-A1BD-C672-9BC4-87CC1564B06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F47265D-B101-2A30-79BD-33710DC4846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E94A127-E733-011F-639B-1C3FDF8CD2DF}"/>
              </a:ext>
            </a:extLst>
          </p:cNvPr>
          <p:cNvSpPr>
            <a:spLocks noGrp="1"/>
          </p:cNvSpPr>
          <p:nvPr>
            <p:ph type="sldNum" sz="quarter" idx="5"/>
          </p:nvPr>
        </p:nvSpPr>
        <p:spPr/>
        <p:txBody>
          <a:bodyPr/>
          <a:lstStyle/>
          <a:p>
            <a:fld id="{24DE13BB-FCB6-4491-A87D-1E9BA7500F8E}" type="slidenum">
              <a:rPr kumimoji="1" lang="ja-JP" altLang="en-US" smtClean="0"/>
              <a:pPr/>
              <a:t>2</a:t>
            </a:fld>
            <a:endParaRPr kumimoji="1" lang="ja-JP" altLang="en-US"/>
          </a:p>
        </p:txBody>
      </p:sp>
    </p:spTree>
    <p:extLst>
      <p:ext uri="{BB962C8B-B14F-4D97-AF65-F5344CB8AC3E}">
        <p14:creationId xmlns:p14="http://schemas.microsoft.com/office/powerpoint/2010/main" val="2762883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9DAD8-C169-9248-4576-365CEBA8C3D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8833060-5CA7-EB4C-98AD-4B4055A2EAD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74CE897-0BB0-C33C-C0AA-23320F7E760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5FEA58C-9E7E-B534-CD60-2C2402B9A779}"/>
              </a:ext>
            </a:extLst>
          </p:cNvPr>
          <p:cNvSpPr>
            <a:spLocks noGrp="1"/>
          </p:cNvSpPr>
          <p:nvPr>
            <p:ph type="sldNum" sz="quarter" idx="5"/>
          </p:nvPr>
        </p:nvSpPr>
        <p:spPr/>
        <p:txBody>
          <a:bodyPr/>
          <a:lstStyle/>
          <a:p>
            <a:fld id="{24DE13BB-FCB6-4491-A87D-1E9BA7500F8E}" type="slidenum">
              <a:rPr kumimoji="1" lang="ja-JP" altLang="en-US" smtClean="0"/>
              <a:pPr/>
              <a:t>3</a:t>
            </a:fld>
            <a:endParaRPr kumimoji="1" lang="ja-JP" altLang="en-US"/>
          </a:p>
        </p:txBody>
      </p:sp>
    </p:spTree>
    <p:extLst>
      <p:ext uri="{BB962C8B-B14F-4D97-AF65-F5344CB8AC3E}">
        <p14:creationId xmlns:p14="http://schemas.microsoft.com/office/powerpoint/2010/main" val="29350213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6BE59-23E8-B0DD-B841-418910B98A9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F5B1EC-E496-A43E-A8C1-F5F8142AF06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A5421C8-CAB5-DCFF-A6CD-E681F6504AC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5F2A5FE-7207-875B-79D4-DE1888A1F83A}"/>
              </a:ext>
            </a:extLst>
          </p:cNvPr>
          <p:cNvSpPr>
            <a:spLocks noGrp="1"/>
          </p:cNvSpPr>
          <p:nvPr>
            <p:ph type="sldNum" sz="quarter" idx="5"/>
          </p:nvPr>
        </p:nvSpPr>
        <p:spPr/>
        <p:txBody>
          <a:bodyPr/>
          <a:lstStyle/>
          <a:p>
            <a:fld id="{24DE13BB-FCB6-4491-A87D-1E9BA7500F8E}" type="slidenum">
              <a:rPr kumimoji="1" lang="ja-JP" altLang="en-US" smtClean="0"/>
              <a:pPr/>
              <a:t>4</a:t>
            </a:fld>
            <a:endParaRPr kumimoji="1" lang="ja-JP" altLang="en-US"/>
          </a:p>
        </p:txBody>
      </p:sp>
    </p:spTree>
    <p:extLst>
      <p:ext uri="{BB962C8B-B14F-4D97-AF65-F5344CB8AC3E}">
        <p14:creationId xmlns:p14="http://schemas.microsoft.com/office/powerpoint/2010/main" val="2922515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73919-44CB-A291-7115-809292775C9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84BD06-C5BB-53A4-B683-44AB36A3677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64FC3CD-815F-4814-F8D5-C9720E63A60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3D7BB60-1AD3-17AA-5312-43A9FD545D43}"/>
              </a:ext>
            </a:extLst>
          </p:cNvPr>
          <p:cNvSpPr>
            <a:spLocks noGrp="1"/>
          </p:cNvSpPr>
          <p:nvPr>
            <p:ph type="sldNum" sz="quarter" idx="5"/>
          </p:nvPr>
        </p:nvSpPr>
        <p:spPr/>
        <p:txBody>
          <a:bodyPr/>
          <a:lstStyle/>
          <a:p>
            <a:fld id="{24DE13BB-FCB6-4491-A87D-1E9BA7500F8E}" type="slidenum">
              <a:rPr kumimoji="1" lang="ja-JP" altLang="en-US" smtClean="0"/>
              <a:pPr/>
              <a:t>6</a:t>
            </a:fld>
            <a:endParaRPr kumimoji="1" lang="ja-JP" altLang="en-US"/>
          </a:p>
        </p:txBody>
      </p:sp>
    </p:spTree>
    <p:extLst>
      <p:ext uri="{BB962C8B-B14F-4D97-AF65-F5344CB8AC3E}">
        <p14:creationId xmlns:p14="http://schemas.microsoft.com/office/powerpoint/2010/main" val="1254522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BBE86-83B2-CB4F-275B-4A209B99ADC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B25B82C-8726-3807-E8E4-AD132682267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1061117-F745-9418-49B9-E85B9CA51EE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EB2582C-F356-F67A-5C8C-66318436C36F}"/>
              </a:ext>
            </a:extLst>
          </p:cNvPr>
          <p:cNvSpPr>
            <a:spLocks noGrp="1"/>
          </p:cNvSpPr>
          <p:nvPr>
            <p:ph type="sldNum" sz="quarter" idx="5"/>
          </p:nvPr>
        </p:nvSpPr>
        <p:spPr/>
        <p:txBody>
          <a:bodyPr/>
          <a:lstStyle/>
          <a:p>
            <a:fld id="{24DE13BB-FCB6-4491-A87D-1E9BA7500F8E}" type="slidenum">
              <a:rPr kumimoji="1" lang="ja-JP" altLang="en-US" smtClean="0"/>
              <a:pPr/>
              <a:t>10</a:t>
            </a:fld>
            <a:endParaRPr kumimoji="1" lang="ja-JP" altLang="en-US"/>
          </a:p>
        </p:txBody>
      </p:sp>
    </p:spTree>
    <p:extLst>
      <p:ext uri="{BB962C8B-B14F-4D97-AF65-F5344CB8AC3E}">
        <p14:creationId xmlns:p14="http://schemas.microsoft.com/office/powerpoint/2010/main" val="2575356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56801-8717-09D3-0C70-BEA36B86A79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F213490-9974-C52E-ADB2-C0F461F04BB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214F189-43CB-F7F8-B770-87595F9B297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8DDC07E-5E05-2B23-F124-08E98D67DB77}"/>
              </a:ext>
            </a:extLst>
          </p:cNvPr>
          <p:cNvSpPr>
            <a:spLocks noGrp="1"/>
          </p:cNvSpPr>
          <p:nvPr>
            <p:ph type="sldNum" sz="quarter" idx="5"/>
          </p:nvPr>
        </p:nvSpPr>
        <p:spPr/>
        <p:txBody>
          <a:bodyPr/>
          <a:lstStyle/>
          <a:p>
            <a:fld id="{24DE13BB-FCB6-4491-A87D-1E9BA7500F8E}" type="slidenum">
              <a:rPr kumimoji="1" lang="ja-JP" altLang="en-US" smtClean="0"/>
              <a:pPr/>
              <a:t>13</a:t>
            </a:fld>
            <a:endParaRPr kumimoji="1" lang="ja-JP" altLang="en-US"/>
          </a:p>
        </p:txBody>
      </p:sp>
    </p:spTree>
    <p:extLst>
      <p:ext uri="{BB962C8B-B14F-4D97-AF65-F5344CB8AC3E}">
        <p14:creationId xmlns:p14="http://schemas.microsoft.com/office/powerpoint/2010/main" val="11774089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C94BD-B15D-0572-61E9-19C6EEE9E4F9}"/>
            </a:ext>
          </a:extLst>
        </p:cNvPr>
        <p:cNvGrpSpPr/>
        <p:nvPr/>
      </p:nvGrpSpPr>
      <p:grpSpPr>
        <a:xfrm>
          <a:off x="0" y="0"/>
          <a:ext cx="0" cy="0"/>
          <a:chOff x="0" y="0"/>
          <a:chExt cx="0" cy="0"/>
        </a:xfrm>
      </p:grpSpPr>
      <p:sp>
        <p:nvSpPr>
          <p:cNvPr id="2" name="スライド イメージ プレースホルダ 1">
            <a:extLst>
              <a:ext uri="{FF2B5EF4-FFF2-40B4-BE49-F238E27FC236}">
                <a16:creationId xmlns:a16="http://schemas.microsoft.com/office/drawing/2014/main" id="{EC5B7F68-382E-3C62-BBCC-5FFD83DA06B7}"/>
              </a:ext>
            </a:extLst>
          </p:cNvPr>
          <p:cNvSpPr>
            <a:spLocks noGrp="1" noRot="1" noChangeAspect="1"/>
          </p:cNvSpPr>
          <p:nvPr>
            <p:ph type="sldImg"/>
          </p:nvPr>
        </p:nvSpPr>
        <p:spPr>
          <a:xfrm>
            <a:off x="468313" y="1270000"/>
            <a:ext cx="6092825" cy="3427413"/>
          </a:xfrm>
        </p:spPr>
        <p:txBody>
          <a:bodyPr/>
          <a:lstStyle/>
          <a:p>
            <a:endParaRPr lang="ja-JP" altLang="en-US"/>
          </a:p>
        </p:txBody>
      </p:sp>
      <p:sp>
        <p:nvSpPr>
          <p:cNvPr id="3" name="ノート プレースホルダ 2">
            <a:extLst>
              <a:ext uri="{FF2B5EF4-FFF2-40B4-BE49-F238E27FC236}">
                <a16:creationId xmlns:a16="http://schemas.microsoft.com/office/drawing/2014/main" id="{CB319246-651C-8051-478D-CD5ED55D4246}"/>
              </a:ext>
            </a:extLst>
          </p:cNvPr>
          <p:cNvSpPr>
            <a:spLocks noGrp="1"/>
          </p:cNvSpPr>
          <p:nvPr>
            <p:ph type="body" idx="1"/>
          </p:nvPr>
        </p:nvSpPr>
        <p:spPr/>
        <p:txBody>
          <a:bodyPr>
            <a:normAutofit/>
          </a:bodyPr>
          <a:lstStyle/>
          <a:p>
            <a:endParaRPr kumimoji="1" lang="ja-JP" altLang="en-US"/>
          </a:p>
        </p:txBody>
      </p:sp>
      <p:sp>
        <p:nvSpPr>
          <p:cNvPr id="4" name="スライド番号プレースホルダ 3">
            <a:extLst>
              <a:ext uri="{FF2B5EF4-FFF2-40B4-BE49-F238E27FC236}">
                <a16:creationId xmlns:a16="http://schemas.microsoft.com/office/drawing/2014/main" id="{41818E94-EA25-F321-EDFF-7FBCF691C79D}"/>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6A06DAD-44D3-4EA7-8DE4-9E33DC7017BE}" type="slidenum">
              <a:rPr kumimoji="0" lang="ja-JP" altLang="en-US" sz="1200" b="0" i="0" u="none" strike="noStrike" kern="1200" cap="none" spc="0" normalizeH="0" baseline="0" noProof="0" smtClean="0">
                <a:ln>
                  <a:noFill/>
                </a:ln>
                <a:solidFill>
                  <a:prstClr val="black"/>
                </a:solidFill>
                <a:effectLst/>
                <a:uLnTx/>
                <a:uFillTx/>
                <a:latin typeface="Calibri" panose="020F0502020204030204"/>
                <a:ea typeface="Yu Gothic UI" panose="020B0500000000000000" pitchFamily="50" charset="-128"/>
                <a:cs typeface="+mn-cs"/>
                <a:sym typeface="+mn-lt"/>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ja-JP" altLang="en-US" sz="1200" b="0" i="0" u="none" strike="noStrike" kern="1200" cap="none" spc="0" normalizeH="0" baseline="0" noProof="0">
              <a:ln>
                <a:noFill/>
              </a:ln>
              <a:solidFill>
                <a:prstClr val="black"/>
              </a:solidFill>
              <a:effectLst/>
              <a:uLnTx/>
              <a:uFillTx/>
              <a:latin typeface="Calibri" panose="020F0502020204030204"/>
              <a:ea typeface="Yu Gothic UI" panose="020B0500000000000000" pitchFamily="50" charset="-128"/>
              <a:cs typeface="+mn-cs"/>
              <a:sym typeface="+mn-lt"/>
            </a:endParaRPr>
          </a:p>
        </p:txBody>
      </p:sp>
    </p:spTree>
    <p:extLst>
      <p:ext uri="{BB962C8B-B14F-4D97-AF65-F5344CB8AC3E}">
        <p14:creationId xmlns:p14="http://schemas.microsoft.com/office/powerpoint/2010/main" val="2875295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 Id="rId5"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emf"/><Relationship Id="rId5"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6.bin"/><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7.bin"/><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8.bin"/><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9.bin"/><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10.bin"/><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12.bin"/><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13.bin"/><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14.bin"/><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15.bin"/><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16.bin"/><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oleObject" Target="../embeddings/oleObject17.bin"/><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oleObject" Target="../embeddings/oleObject18.bin"/><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oleObject" Target="../embeddings/oleObject19.bin"/><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oleObject" Target="../embeddings/oleObject20.bin"/><Relationship Id="rId4" Type="http://schemas.openxmlformats.org/officeDocument/2006/relationships/image" Target="../media/image1.emf"/><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jpeg"/><Relationship Id="rId8"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oleObject" Target="../embeddings/oleObject21.bin"/><Relationship Id="rId4" Type="http://schemas.openxmlformats.org/officeDocument/2006/relationships/image" Target="../media/image1.emf"/><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5.png"/><Relationship Id="rId8" Type="http://schemas.openxmlformats.org/officeDocument/2006/relationships/image" Target="../media/image6.jpeg"/></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22.bin"/><Relationship Id="rId4" Type="http://schemas.openxmlformats.org/officeDocument/2006/relationships/image" Target="../media/image1.emf"/><Relationship Id="rId5" Type="http://schemas.openxmlformats.org/officeDocument/2006/relationships/image" Target="../media/image3.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22.bin"/><Relationship Id="rId4" Type="http://schemas.openxmlformats.org/officeDocument/2006/relationships/image" Target="../media/image1.emf"/><Relationship Id="rId5" Type="http://schemas.openxmlformats.org/officeDocument/2006/relationships/image" Target="../media/image12.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2.xml"/><Relationship Id="rId3" Type="http://schemas.openxmlformats.org/officeDocument/2006/relationships/oleObject" Target="../embeddings/oleObject24.bin"/><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2.xml"/><Relationship Id="rId3" Type="http://schemas.openxmlformats.org/officeDocument/2006/relationships/oleObject" Target="../embeddings/oleObject25.bin"/><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2.xml"/><Relationship Id="rId3" Type="http://schemas.openxmlformats.org/officeDocument/2006/relationships/oleObject" Target="../embeddings/oleObject26.bin"/><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2.xml"/><Relationship Id="rId3" Type="http://schemas.openxmlformats.org/officeDocument/2006/relationships/oleObject" Target="../embeddings/oleObject24.bin"/><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2.xml"/><Relationship Id="rId3" Type="http://schemas.openxmlformats.org/officeDocument/2006/relationships/oleObject" Target="../embeddings/oleObject27.bin"/><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2.xml"/><Relationship Id="rId3" Type="http://schemas.openxmlformats.org/officeDocument/2006/relationships/oleObject" Target="../embeddings/oleObject26.bin"/><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3.xml"/><Relationship Id="rId3" Type="http://schemas.openxmlformats.org/officeDocument/2006/relationships/oleObject" Target="../embeddings/oleObject29.bin"/><Relationship Id="rId4" Type="http://schemas.openxmlformats.org/officeDocument/2006/relationships/image" Target="../media/image1.emf"/><Relationship Id="rId5" Type="http://schemas.openxmlformats.org/officeDocument/2006/relationships/image" Target="../media/image13.pn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3.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Master" Target="../slideMasters/slideMaster3.xml"/><Relationship Id="rId3" Type="http://schemas.openxmlformats.org/officeDocument/2006/relationships/oleObject" Target="../embeddings/oleObject29.bin"/><Relationship Id="rId4" Type="http://schemas.openxmlformats.org/officeDocument/2006/relationships/image" Target="../media/image1.emf"/><Relationship Id="rId5"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Master" Target="../slideMasters/slideMaster3.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37.xml"/><Relationship Id="rId2" Type="http://schemas.openxmlformats.org/officeDocument/2006/relationships/slideMaster" Target="../slideMasters/slideMaster3.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slideMaster" Target="../slideMasters/slideMaster3.xml"/><Relationship Id="rId3" Type="http://schemas.openxmlformats.org/officeDocument/2006/relationships/oleObject" Target="../embeddings/oleObject30.bin"/><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39.xml"/><Relationship Id="rId2" Type="http://schemas.openxmlformats.org/officeDocument/2006/relationships/slideMaster" Target="../slideMasters/slideMaster3.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1" Type="http://schemas.openxmlformats.org/officeDocument/2006/relationships/tags" Target="../tags/tag40.xml"/><Relationship Id="rId2" Type="http://schemas.openxmlformats.org/officeDocument/2006/relationships/slideMaster" Target="../slideMasters/slideMaster3.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37.xml.rels><?xml version='1.0' encoding='UTF-8' standalone='yes'?>
<Relationships xmlns="http://schemas.openxmlformats.org/package/2006/relationships"><Relationship Id="rId1" Type="http://schemas.openxmlformats.org/officeDocument/2006/relationships/tags" Target="../tags/tag41.xml"/><Relationship Id="rId2" Type="http://schemas.openxmlformats.org/officeDocument/2006/relationships/slideMaster" Target="../slideMasters/slideMaster3.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1" Type="http://schemas.openxmlformats.org/officeDocument/2006/relationships/tags" Target="../tags/tag42.xml"/><Relationship Id="rId2" Type="http://schemas.openxmlformats.org/officeDocument/2006/relationships/slideMaster" Target="../slideMasters/slideMaster3.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43.xml"/><Relationship Id="rId2" Type="http://schemas.openxmlformats.org/officeDocument/2006/relationships/slideMaster" Target="../slideMasters/slideMaster3.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44.xml"/><Relationship Id="rId2" Type="http://schemas.openxmlformats.org/officeDocument/2006/relationships/slideMaster" Target="../slideMasters/slideMaster3.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41.xml.rels><?xml version='1.0' encoding='UTF-8' standalone='yes'?>
<Relationships xmlns="http://schemas.openxmlformats.org/package/2006/relationships"><Relationship Id="rId1" Type="http://schemas.openxmlformats.org/officeDocument/2006/relationships/tags" Target="../tags/tag45.xml"/><Relationship Id="rId2" Type="http://schemas.openxmlformats.org/officeDocument/2006/relationships/slideMaster" Target="../slideMasters/slideMaster3.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42.xml.rels><?xml version='1.0' encoding='UTF-8' standalone='yes'?>
<Relationships xmlns="http://schemas.openxmlformats.org/package/2006/relationships"><Relationship Id="rId1" Type="http://schemas.openxmlformats.org/officeDocument/2006/relationships/tags" Target="../tags/tag46.xml"/><Relationship Id="rId2" Type="http://schemas.openxmlformats.org/officeDocument/2006/relationships/slideMaster" Target="../slideMasters/slideMaster3.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43.xml.rels><?xml version='1.0' encoding='UTF-8' standalone='yes'?>
<Relationships xmlns="http://schemas.openxmlformats.org/package/2006/relationships"><Relationship Id="rId1" Type="http://schemas.openxmlformats.org/officeDocument/2006/relationships/tags" Target="../tags/tag47.xml"/><Relationship Id="rId2" Type="http://schemas.openxmlformats.org/officeDocument/2006/relationships/slideMaster" Target="../slideMasters/slideMaster3.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44.xml.rels><?xml version='1.0' encoding='UTF-8' standalone='yes'?>
<Relationships xmlns="http://schemas.openxmlformats.org/package/2006/relationships"><Relationship Id="rId1" Type="http://schemas.openxmlformats.org/officeDocument/2006/relationships/tags" Target="../tags/tag48.xml"/><Relationship Id="rId2" Type="http://schemas.openxmlformats.org/officeDocument/2006/relationships/slideMaster" Target="../slideMasters/slideMaster3.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45.xml.rels><?xml version='1.0' encoding='UTF-8' standalone='yes'?>
<Relationships xmlns="http://schemas.openxmlformats.org/package/2006/relationships"><Relationship Id="rId1" Type="http://schemas.openxmlformats.org/officeDocument/2006/relationships/tags" Target="../tags/tag49.xml"/><Relationship Id="rId2" Type="http://schemas.openxmlformats.org/officeDocument/2006/relationships/slideMaster" Target="../slideMasters/slideMaster3.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46.xml.rels><?xml version='1.0' encoding='UTF-8' standalone='yes'?>
<Relationships xmlns="http://schemas.openxmlformats.org/package/2006/relationships"><Relationship Id="rId1" Type="http://schemas.openxmlformats.org/officeDocument/2006/relationships/tags" Target="../tags/tag50.xml"/><Relationship Id="rId2" Type="http://schemas.openxmlformats.org/officeDocument/2006/relationships/slideMaster" Target="../slideMasters/slideMaster3.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47.xml.rels><?xml version='1.0' encoding='UTF-8' standalone='yes'?>
<Relationships xmlns="http://schemas.openxmlformats.org/package/2006/relationships"><Relationship Id="rId1" Type="http://schemas.openxmlformats.org/officeDocument/2006/relationships/tags" Target="../tags/tag51.xml"/><Relationship Id="rId2" Type="http://schemas.openxmlformats.org/officeDocument/2006/relationships/slideMaster" Target="../slideMasters/slideMaster3.xml"/><Relationship Id="rId3" Type="http://schemas.openxmlformats.org/officeDocument/2006/relationships/oleObject" Target="../embeddings/oleObject33.bin"/><Relationship Id="rId4" Type="http://schemas.openxmlformats.org/officeDocument/2006/relationships/image" Target="../media/image1.emf"/><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jpeg"/></Relationships>
</file>

<file path=ppt/slideLayouts/_rels/slideLayout48.xml.rels><?xml version='1.0' encoding='UTF-8' standalone='yes'?>
<Relationships xmlns="http://schemas.openxmlformats.org/package/2006/relationships"><Relationship Id="rId1" Type="http://schemas.openxmlformats.org/officeDocument/2006/relationships/tags" Target="../tags/tag52.xml"/><Relationship Id="rId2" Type="http://schemas.openxmlformats.org/officeDocument/2006/relationships/slideMaster" Target="../slideMasters/slideMaster3.xml"/><Relationship Id="rId3" Type="http://schemas.openxmlformats.org/officeDocument/2006/relationships/oleObject" Target="../embeddings/oleObject34.bin"/><Relationship Id="rId4" Type="http://schemas.openxmlformats.org/officeDocument/2006/relationships/image" Target="../media/image1.emf"/><Relationship Id="rId5" Type="http://schemas.openxmlformats.org/officeDocument/2006/relationships/image" Target="../media/image8.png"/><Relationship Id="rId6" Type="http://schemas.openxmlformats.org/officeDocument/2006/relationships/image" Target="../media/image5.png"/><Relationship Id="rId7" Type="http://schemas.openxmlformats.org/officeDocument/2006/relationships/image" Target="../media/image6.jpeg"/></Relationships>
</file>

<file path=ppt/slideLayouts/_rels/slideLayout49.xml.rels><?xml version='1.0' encoding='UTF-8' standalone='yes'?>
<Relationships xmlns="http://schemas.openxmlformats.org/package/2006/relationships"><Relationship Id="rId1" Type="http://schemas.openxmlformats.org/officeDocument/2006/relationships/tags" Target="../tags/tag53.xml"/><Relationship Id="rId2" Type="http://schemas.openxmlformats.org/officeDocument/2006/relationships/slideMaster" Target="../slideMasters/slideMaster3.xml"/><Relationship Id="rId3" Type="http://schemas.openxmlformats.org/officeDocument/2006/relationships/oleObject" Target="../embeddings/oleObject35.bin"/><Relationship Id="rId4" Type="http://schemas.openxmlformats.org/officeDocument/2006/relationships/image" Target="../media/image1.emf"/><Relationship Id="rId5" Type="http://schemas.openxmlformats.org/officeDocument/2006/relationships/image" Target="../media/image3.png"/><Relationship Id="rId6" Type="http://schemas.openxmlformats.org/officeDocument/2006/relationships/image" Target="../media/image9.png"/><Relationship Id="rId7" Type="http://schemas.openxmlformats.org/officeDocument/2006/relationships/image" Target="../media/image10.png"/></Relationships>
</file>

<file path=ppt/slideLayouts/_rels/slideLayout50.xml.rels><?xml version='1.0' encoding='UTF-8' standalone='yes'?>
<Relationships xmlns="http://schemas.openxmlformats.org/package/2006/relationships"><Relationship Id="rId1" Type="http://schemas.openxmlformats.org/officeDocument/2006/relationships/tags" Target="../tags/tag54.xml"/><Relationship Id="rId2" Type="http://schemas.openxmlformats.org/officeDocument/2006/relationships/slideMaster" Target="../slideMasters/slideMaster3.xml"/><Relationship Id="rId3" Type="http://schemas.openxmlformats.org/officeDocument/2006/relationships/oleObject" Target="../embeddings/oleObject36.bin"/><Relationship Id="rId4" Type="http://schemas.openxmlformats.org/officeDocument/2006/relationships/image" Target="../media/image1.emf"/><Relationship Id="rId5" Type="http://schemas.openxmlformats.org/officeDocument/2006/relationships/image" Target="../media/image12.png"/><Relationship Id="rId6" Type="http://schemas.openxmlformats.org/officeDocument/2006/relationships/image" Target="../media/image9.png"/><Relationship Id="rId7" Type="http://schemas.openxmlformats.org/officeDocument/2006/relationships/image" Target="../media/image10.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tags" Target="../tags/tag55.xml"/><Relationship Id="rId2" Type="http://schemas.openxmlformats.org/officeDocument/2006/relationships/slideMaster" Target="../slideMasters/slideMaster3.xml"/><Relationship Id="rId3" Type="http://schemas.openxmlformats.org/officeDocument/2006/relationships/oleObject" Target="../embeddings/oleObject37.bin"/><Relationship Id="rId4" Type="http://schemas.openxmlformats.org/officeDocument/2006/relationships/image" Target="../media/image14.emf"/></Relationships>
</file>

<file path=ppt/slideLayouts/_rels/slideLayout54.xml.rels><?xml version='1.0' encoding='UTF-8' standalone='yes'?>
<Relationships xmlns="http://schemas.openxmlformats.org/package/2006/relationships"><Relationship Id="rId1" Type="http://schemas.openxmlformats.org/officeDocument/2006/relationships/tags" Target="../tags/tag57.xml"/><Relationship Id="rId2" Type="http://schemas.openxmlformats.org/officeDocument/2006/relationships/slideMaster" Target="../slideMasters/slideMaster4.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55.xml.rels><?xml version='1.0' encoding='UTF-8' standalone='yes'?>
<Relationships xmlns="http://schemas.openxmlformats.org/package/2006/relationships"><Relationship Id="rId1" Type="http://schemas.openxmlformats.org/officeDocument/2006/relationships/tags" Target="../tags/tag58.xml"/><Relationship Id="rId2" Type="http://schemas.openxmlformats.org/officeDocument/2006/relationships/slideMaster" Target="../slideMasters/slideMaster4.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56.xml.rels><?xml version='1.0' encoding='UTF-8' standalone='yes'?>
<Relationships xmlns="http://schemas.openxmlformats.org/package/2006/relationships"><Relationship Id="rId1" Type="http://schemas.openxmlformats.org/officeDocument/2006/relationships/tags" Target="../tags/tag59.xml"/><Relationship Id="rId2" Type="http://schemas.openxmlformats.org/officeDocument/2006/relationships/slideMaster" Target="../slideMasters/slideMaster4.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57.xml.rels><?xml version='1.0' encoding='UTF-8' standalone='yes'?>
<Relationships xmlns="http://schemas.openxmlformats.org/package/2006/relationships"><Relationship Id="rId1" Type="http://schemas.openxmlformats.org/officeDocument/2006/relationships/tags" Target="../tags/tag60.xml"/><Relationship Id="rId2" Type="http://schemas.openxmlformats.org/officeDocument/2006/relationships/slideMaster" Target="../slideMasters/slideMaster4.xml"/><Relationship Id="rId3" Type="http://schemas.openxmlformats.org/officeDocument/2006/relationships/oleObject" Target="../embeddings/oleObject30.bin"/><Relationship Id="rId4" Type="http://schemas.openxmlformats.org/officeDocument/2006/relationships/image" Target="../media/image1.emf"/></Relationships>
</file>

<file path=ppt/slideLayouts/_rels/slideLayout58.xml.rels><?xml version='1.0' encoding='UTF-8' standalone='yes'?>
<Relationships xmlns="http://schemas.openxmlformats.org/package/2006/relationships"><Relationship Id="rId1" Type="http://schemas.openxmlformats.org/officeDocument/2006/relationships/tags" Target="../tags/tag61.xml"/><Relationship Id="rId2" Type="http://schemas.openxmlformats.org/officeDocument/2006/relationships/slideMaster" Target="../slideMasters/slideMaster4.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59.xml.rels><?xml version='1.0' encoding='UTF-8' standalone='yes'?>
<Relationships xmlns="http://schemas.openxmlformats.org/package/2006/relationships"><Relationship Id="rId1" Type="http://schemas.openxmlformats.org/officeDocument/2006/relationships/tags" Target="../tags/tag62.xml"/><Relationship Id="rId2" Type="http://schemas.openxmlformats.org/officeDocument/2006/relationships/slideMaster" Target="../slideMasters/slideMaster4.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60.xml.rels><?xml version='1.0' encoding='UTF-8' standalone='yes'?>
<Relationships xmlns="http://schemas.openxmlformats.org/package/2006/relationships"><Relationship Id="rId1" Type="http://schemas.openxmlformats.org/officeDocument/2006/relationships/tags" Target="../tags/tag63.xml"/><Relationship Id="rId2" Type="http://schemas.openxmlformats.org/officeDocument/2006/relationships/slideMaster" Target="../slideMasters/slideMaster4.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1" Type="http://schemas.openxmlformats.org/officeDocument/2006/relationships/tags" Target="../tags/tag64.xml"/><Relationship Id="rId2" Type="http://schemas.openxmlformats.org/officeDocument/2006/relationships/slideMaster" Target="../slideMasters/slideMaster4.xml"/><Relationship Id="rId3" Type="http://schemas.openxmlformats.org/officeDocument/2006/relationships/oleObject" Target="../embeddings/oleObject31.bin"/><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1" Type="http://schemas.openxmlformats.org/officeDocument/2006/relationships/tags" Target="../tags/tag65.xml"/><Relationship Id="rId2" Type="http://schemas.openxmlformats.org/officeDocument/2006/relationships/slideMaster" Target="../slideMasters/slideMaster4.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1" Type="http://schemas.openxmlformats.org/officeDocument/2006/relationships/tags" Target="../tags/tag66.xml"/><Relationship Id="rId2" Type="http://schemas.openxmlformats.org/officeDocument/2006/relationships/slideMaster" Target="../slideMasters/slideMaster4.xml"/><Relationship Id="rId3" Type="http://schemas.openxmlformats.org/officeDocument/2006/relationships/oleObject" Target="../embeddings/oleObject29.bin"/><Relationship Id="rId4" Type="http://schemas.openxmlformats.org/officeDocument/2006/relationships/image" Target="../media/image1.emf"/></Relationships>
</file>

<file path=ppt/slideLayouts/_rels/slideLayout64.xml.rels><?xml version='1.0' encoding='UTF-8' standalone='yes'?>
<Relationships xmlns="http://schemas.openxmlformats.org/package/2006/relationships"><Relationship Id="rId1" Type="http://schemas.openxmlformats.org/officeDocument/2006/relationships/tags" Target="../tags/tag67.xml"/><Relationship Id="rId2" Type="http://schemas.openxmlformats.org/officeDocument/2006/relationships/slideMaster" Target="../slideMasters/slideMaster4.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1" Type="http://schemas.openxmlformats.org/officeDocument/2006/relationships/tags" Target="../tags/tag68.xml"/><Relationship Id="rId2" Type="http://schemas.openxmlformats.org/officeDocument/2006/relationships/slideMaster" Target="../slideMasters/slideMaster4.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1" Type="http://schemas.openxmlformats.org/officeDocument/2006/relationships/tags" Target="../tags/tag69.xml"/><Relationship Id="rId2" Type="http://schemas.openxmlformats.org/officeDocument/2006/relationships/slideMaster" Target="../slideMasters/slideMaster4.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1" Type="http://schemas.openxmlformats.org/officeDocument/2006/relationships/tags" Target="../tags/tag70.xml"/><Relationship Id="rId2" Type="http://schemas.openxmlformats.org/officeDocument/2006/relationships/slideMaster" Target="../slideMasters/slideMaster4.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1" Type="http://schemas.openxmlformats.org/officeDocument/2006/relationships/tags" Target="../tags/tag71.xml"/><Relationship Id="rId2" Type="http://schemas.openxmlformats.org/officeDocument/2006/relationships/slideMaster" Target="../slideMasters/slideMaster4.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69.xml.rels><?xml version='1.0' encoding='UTF-8' standalone='yes'?>
<Relationships xmlns="http://schemas.openxmlformats.org/package/2006/relationships"><Relationship Id="rId1" Type="http://schemas.openxmlformats.org/officeDocument/2006/relationships/tags" Target="../tags/tag72.xml"/><Relationship Id="rId2" Type="http://schemas.openxmlformats.org/officeDocument/2006/relationships/slideMaster" Target="../slideMasters/slideMaster4.xml"/><Relationship Id="rId3" Type="http://schemas.openxmlformats.org/officeDocument/2006/relationships/oleObject" Target="../embeddings/oleObject32.bin"/><Relationship Id="rId4" Type="http://schemas.openxmlformats.org/officeDocument/2006/relationships/image" Target="../media/image1.emf"/></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tags" Target="../tags/tag73.xml"/><Relationship Id="rId2" Type="http://schemas.openxmlformats.org/officeDocument/2006/relationships/tags" Target="../tags/tag74.xml"/><Relationship Id="rId3" Type="http://schemas.openxmlformats.org/officeDocument/2006/relationships/slideMaster" Target="../slideMasters/slideMaster4.xml"/><Relationship Id="rId4" Type="http://schemas.openxmlformats.org/officeDocument/2006/relationships/oleObject" Target="../embeddings/oleObject38.bin"/><Relationship Id="rId5" Type="http://schemas.openxmlformats.org/officeDocument/2006/relationships/image" Target="../media/image15.emf"/><Relationship Id="rId6" Type="http://schemas.openxmlformats.org/officeDocument/2006/relationships/oleObject" Target="../embeddings/oleObject39.bin"/></Relationships>
</file>

<file path=ppt/slideLayouts/_rels/slideLayout73.xml.rels><?xml version='1.0' encoding='UTF-8' standalone='yes'?>
<Relationships xmlns="http://schemas.openxmlformats.org/package/2006/relationships"><Relationship Id="rId1" Type="http://schemas.openxmlformats.org/officeDocument/2006/relationships/tags" Target="../tags/tag75.xml"/><Relationship Id="rId2" Type="http://schemas.openxmlformats.org/officeDocument/2006/relationships/slideMaster" Target="../slideMasters/slideMaster4.xml"/><Relationship Id="rId3" Type="http://schemas.openxmlformats.org/officeDocument/2006/relationships/oleObject" Target="../embeddings/oleObject37.bin"/><Relationship Id="rId4" Type="http://schemas.openxmlformats.org/officeDocument/2006/relationships/image" Target="../media/image14.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基本版）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72E5A2AA-8632-4C90-834B-AAF8FA2847A7}"/>
              </a:ext>
            </a:extLst>
          </p:cNvPr>
          <p:cNvGraphicFramePr>
            <a:graphicFrameLocks noChangeAspect="1"/>
          </p:cNvGraphicFramePr>
          <p:nvPr userDrawn="1">
            <p:custDataLst>
              <p:tags r:id="rId1"/>
            </p:custDataLst>
            <p:extLst>
              <p:ext uri="{D42A27DB-BD31-4B8C-83A1-F6EECF244321}">
                <p14:modId xmlns:p14="http://schemas.microsoft.com/office/powerpoint/2010/main" val="20770411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72E5A2AA-8632-4C90-834B-AAF8FA2847A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latin typeface="+mn-lt"/>
                <a:ea typeface="+mn-ea"/>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4680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4680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ea typeface="+mn-ea"/>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4680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ea typeface="+mn-ea"/>
                <a:cs typeface="+mn-cs"/>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bwMode="gray">
          <a:xfrm>
            <a:off x="478800" y="432000"/>
            <a:ext cx="2016000" cy="633201"/>
          </a:xfrm>
          <a:prstGeom prst="rect">
            <a:avLst/>
          </a:prstGeom>
        </p:spPr>
      </p:pic>
      <p:sp>
        <p:nvSpPr>
          <p:cNvPr id="6" name="日付プレースホルダー 5">
            <a:extLst>
              <a:ext uri="{FF2B5EF4-FFF2-40B4-BE49-F238E27FC236}">
                <a16:creationId xmlns:a16="http://schemas.microsoft.com/office/drawing/2014/main" id="{F26CE00B-EF0F-41D9-B6BD-2D199AF6C07D}"/>
              </a:ext>
            </a:extLst>
          </p:cNvPr>
          <p:cNvSpPr>
            <a:spLocks noGrp="1"/>
          </p:cNvSpPr>
          <p:nvPr>
            <p:ph type="dt" sz="half" idx="13"/>
          </p:nvPr>
        </p:nvSpPr>
        <p:spPr bwMode="gray"/>
        <p:txBody>
          <a:bodyPr/>
          <a:lstStyle>
            <a:lvl1pPr>
              <a:defRPr>
                <a:solidFill>
                  <a:schemeClr val="tx2"/>
                </a:solidFill>
                <a:latin typeface="+mn-lt"/>
                <a:ea typeface="+mn-ea"/>
                <a:cs typeface="+mn-cs"/>
              </a:defRPr>
            </a:lvl1pPr>
          </a:lstStyle>
          <a:p>
            <a:pPr algn="ctr"/>
            <a:r>
              <a:rPr lang="en-US"/>
              <a:t>&lt; Confidential &gt;</a:t>
            </a:r>
          </a:p>
        </p:txBody>
      </p:sp>
    </p:spTree>
    <p:extLst>
      <p:ext uri="{BB962C8B-B14F-4D97-AF65-F5344CB8AC3E}">
        <p14:creationId xmlns:p14="http://schemas.microsoft.com/office/powerpoint/2010/main" val="1058155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基本版）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F3F91AC-B9F8-4593-AC14-9A64CBC99950}"/>
              </a:ext>
            </a:extLst>
          </p:cNvPr>
          <p:cNvGraphicFramePr>
            <a:graphicFrameLocks noChangeAspect="1"/>
          </p:cNvGraphicFramePr>
          <p:nvPr userDrawn="1">
            <p:custDataLst>
              <p:tags r:id="rId1"/>
            </p:custDataLst>
            <p:extLst>
              <p:ext uri="{D42A27DB-BD31-4B8C-83A1-F6EECF244321}">
                <p14:modId xmlns:p14="http://schemas.microsoft.com/office/powerpoint/2010/main" val="29786175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8F3F91AC-B9F8-4593-AC14-9A64CBC999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latin typeface="+mn-lt"/>
                <a:ea typeface="+mn-ea"/>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4680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4680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latin typeface="+mn-lt"/>
                <a:ea typeface="+mn-ea"/>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4680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123FC496-31C5-46DB-A99D-560417973E7D}"/>
              </a:ext>
            </a:extLst>
          </p:cNvPr>
          <p:cNvSpPr>
            <a:spLocks noGrp="1"/>
          </p:cNvSpPr>
          <p:nvPr>
            <p:ph type="dt" sz="half" idx="12"/>
          </p:nvPr>
        </p:nvSpPr>
        <p:spPr bwMode="gray"/>
        <p:txBody>
          <a:bodyPr/>
          <a:lstStyle>
            <a:lvl1pPr>
              <a:defRPr>
                <a:solidFill>
                  <a:schemeClr val="tx2"/>
                </a:solidFill>
                <a:latin typeface="+mn-lt"/>
                <a:ea typeface="+mn-ea"/>
                <a:cs typeface="+mn-cs"/>
              </a:defRPr>
            </a:lvl1pPr>
          </a:lstStyle>
          <a:p>
            <a:pPr algn="ctr"/>
            <a:r>
              <a:rPr lang="en-US"/>
              <a:t>&lt; Confidential &gt;</a:t>
            </a:r>
          </a:p>
        </p:txBody>
      </p:sp>
    </p:spTree>
    <p:extLst>
      <p:ext uri="{BB962C8B-B14F-4D97-AF65-F5344CB8AC3E}">
        <p14:creationId xmlns:p14="http://schemas.microsoft.com/office/powerpoint/2010/main" val="2543739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基本版）黒_タイトル_ ロゴ入り_16:9">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A7976D6E-C49A-4F4A-AE13-FFFBECE61404}"/>
              </a:ext>
            </a:extLst>
          </p:cNvPr>
          <p:cNvGraphicFramePr>
            <a:graphicFrameLocks noChangeAspect="1"/>
          </p:cNvGraphicFramePr>
          <p:nvPr userDrawn="1">
            <p:custDataLst>
              <p:tags r:id="rId1"/>
            </p:custDataLst>
            <p:extLst>
              <p:ext uri="{D42A27DB-BD31-4B8C-83A1-F6EECF244321}">
                <p14:modId xmlns:p14="http://schemas.microsoft.com/office/powerpoint/2010/main" val="5241782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A7976D6E-C49A-4F4A-AE13-FFFBECE6140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latin typeface="+mn-lt"/>
                <a:ea typeface="+mn-ea"/>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4680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4680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ea typeface="+mn-ea"/>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4680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tx1"/>
                </a:solidFill>
                <a:latin typeface="+mn-lt"/>
                <a:ea typeface="+mn-ea"/>
                <a:cs typeface="+mn-cs"/>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bwMode="gray">
          <a:xfrm>
            <a:off x="478800" y="431999"/>
            <a:ext cx="2016000" cy="627200"/>
          </a:xfrm>
          <a:prstGeom prst="rect">
            <a:avLst/>
          </a:prstGeom>
        </p:spPr>
      </p:pic>
      <p:sp>
        <p:nvSpPr>
          <p:cNvPr id="6" name="日付プレースホルダー 5">
            <a:extLst>
              <a:ext uri="{FF2B5EF4-FFF2-40B4-BE49-F238E27FC236}">
                <a16:creationId xmlns:a16="http://schemas.microsoft.com/office/drawing/2014/main" id="{3C714361-BA49-499D-BC89-8E0AF24FD365}"/>
              </a:ext>
            </a:extLst>
          </p:cNvPr>
          <p:cNvSpPr>
            <a:spLocks noGrp="1"/>
          </p:cNvSpPr>
          <p:nvPr>
            <p:ph type="dt" sz="half" idx="13"/>
          </p:nvPr>
        </p:nvSpPr>
        <p:spPr bwMode="gray"/>
        <p:txBody>
          <a:bodyPr/>
          <a:lstStyle>
            <a:lvl1pPr>
              <a:defRPr>
                <a:solidFill>
                  <a:schemeClr val="tx2"/>
                </a:solidFill>
                <a:latin typeface="+mn-lt"/>
                <a:ea typeface="+mn-ea"/>
                <a:cs typeface="+mn-cs"/>
              </a:defRPr>
            </a:lvl1pPr>
          </a:lstStyle>
          <a:p>
            <a:pPr algn="ctr"/>
            <a:r>
              <a:rPr lang="en-US"/>
              <a:t>&lt; Confidential &gt;</a:t>
            </a:r>
          </a:p>
        </p:txBody>
      </p:sp>
    </p:spTree>
    <p:extLst>
      <p:ext uri="{BB962C8B-B14F-4D97-AF65-F5344CB8AC3E}">
        <p14:creationId xmlns:p14="http://schemas.microsoft.com/office/powerpoint/2010/main" val="19147821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基本版）黒_タイトル ロゴ無_16:9">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B84D28BC-667A-4B82-8BF2-52395A1B866F}"/>
              </a:ext>
            </a:extLst>
          </p:cNvPr>
          <p:cNvGraphicFramePr>
            <a:graphicFrameLocks noChangeAspect="1"/>
          </p:cNvGraphicFramePr>
          <p:nvPr userDrawn="1">
            <p:custDataLst>
              <p:tags r:id="rId1"/>
            </p:custDataLst>
            <p:extLst>
              <p:ext uri="{D42A27DB-BD31-4B8C-83A1-F6EECF244321}">
                <p14:modId xmlns:p14="http://schemas.microsoft.com/office/powerpoint/2010/main" val="38408008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B84D28BC-667A-4B82-8BF2-52395A1B86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latin typeface="+mn-lt"/>
                <a:ea typeface="+mn-ea"/>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4680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4680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latin typeface="+mn-lt"/>
                <a:ea typeface="+mn-ea"/>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4680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ea typeface="+mn-ea"/>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9E461804-808B-4C49-B40D-446D892A3BF8}"/>
              </a:ext>
            </a:extLst>
          </p:cNvPr>
          <p:cNvSpPr>
            <a:spLocks noGrp="1"/>
          </p:cNvSpPr>
          <p:nvPr>
            <p:ph type="dt" sz="half" idx="12"/>
          </p:nvPr>
        </p:nvSpPr>
        <p:spPr bwMode="gray"/>
        <p:txBody>
          <a:bodyPr/>
          <a:lstStyle>
            <a:lvl1pPr>
              <a:defRPr>
                <a:solidFill>
                  <a:schemeClr val="tx2"/>
                </a:solidFill>
                <a:latin typeface="+mn-lt"/>
                <a:ea typeface="+mn-ea"/>
                <a:cs typeface="+mn-cs"/>
              </a:defRPr>
            </a:lvl1pPr>
          </a:lstStyle>
          <a:p>
            <a:pPr algn="ctr"/>
            <a:r>
              <a:rPr lang="en-US"/>
              <a:t>&lt; Confidential &gt;</a:t>
            </a:r>
          </a:p>
        </p:txBody>
      </p:sp>
    </p:spTree>
    <p:extLst>
      <p:ext uri="{BB962C8B-B14F-4D97-AF65-F5344CB8AC3E}">
        <p14:creationId xmlns:p14="http://schemas.microsoft.com/office/powerpoint/2010/main" val="816916705"/>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基本版）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D6642530-2487-4EE6-BEA5-E8FB44599D74}"/>
              </a:ext>
            </a:extLst>
          </p:cNvPr>
          <p:cNvGraphicFramePr>
            <a:graphicFrameLocks noChangeAspect="1"/>
          </p:cNvGraphicFramePr>
          <p:nvPr userDrawn="1">
            <p:custDataLst>
              <p:tags r:id="rId1"/>
            </p:custDataLst>
            <p:extLst>
              <p:ext uri="{D42A27DB-BD31-4B8C-83A1-F6EECF244321}">
                <p14:modId xmlns:p14="http://schemas.microsoft.com/office/powerpoint/2010/main" val="28013388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3" name="オブジェクト 2" hidden="1">
                        <a:extLst>
                          <a:ext uri="{FF2B5EF4-FFF2-40B4-BE49-F238E27FC236}">
                            <a16:creationId xmlns:a16="http://schemas.microsoft.com/office/drawing/2014/main" id="{D6642530-2487-4EE6-BEA5-E8FB44599D7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480000" y="1483200"/>
            <a:ext cx="5436000" cy="4824000"/>
          </a:xfrm>
          <a:prstGeom prst="rect">
            <a:avLst/>
          </a:prstGeom>
        </p:spPr>
        <p:txBody>
          <a:bodyPr/>
          <a:lstStyle>
            <a:lvl1pPr>
              <a:lnSpc>
                <a:spcPct val="100000"/>
              </a:lnSpc>
              <a:tabLst>
                <a:tab pos="5448101" algn="r"/>
              </a:tabLst>
              <a:defRPr>
                <a:latin typeface="+mn-lt"/>
                <a:ea typeface="+mn-ea"/>
                <a:cs typeface="+mn-cs"/>
              </a:defRPr>
            </a:lvl1pPr>
            <a:lvl2pPr>
              <a:lnSpc>
                <a:spcPct val="100000"/>
              </a:lnSpc>
              <a:tabLst>
                <a:tab pos="5448101" algn="r"/>
              </a:tabLst>
              <a:defRPr>
                <a:latin typeface="+mn-lt"/>
                <a:ea typeface="+mn-ea"/>
                <a:cs typeface="+mn-cs"/>
              </a:defRPr>
            </a:lvl2pPr>
            <a:lvl3pPr>
              <a:lnSpc>
                <a:spcPct val="100000"/>
              </a:lnSpc>
              <a:tabLst>
                <a:tab pos="5448101" algn="r"/>
              </a:tabLst>
              <a:defRPr>
                <a:latin typeface="+mn-lt"/>
                <a:ea typeface="+mn-ea"/>
                <a:cs typeface="+mn-cs"/>
              </a:defRPr>
            </a:lvl3pPr>
            <a:lvl4pPr>
              <a:lnSpc>
                <a:spcPct val="100000"/>
              </a:lnSpc>
              <a:tabLst>
                <a:tab pos="5448101" algn="r"/>
              </a:tabLst>
              <a:defRPr>
                <a:latin typeface="+mn-lt"/>
                <a:ea typeface="+mn-ea"/>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83200"/>
            <a:ext cx="5436000" cy="4824000"/>
          </a:xfrm>
          <a:prstGeom prst="rect">
            <a:avLst/>
          </a:prstGeom>
        </p:spPr>
        <p:txBody>
          <a:bodyPr/>
          <a:lstStyle>
            <a:lvl1pPr>
              <a:lnSpc>
                <a:spcPct val="100000"/>
              </a:lnSpc>
              <a:tabLst>
                <a:tab pos="5448101" algn="r"/>
              </a:tabLst>
              <a:defRPr>
                <a:latin typeface="+mn-lt"/>
                <a:ea typeface="+mn-ea"/>
                <a:cs typeface="+mn-cs"/>
              </a:defRPr>
            </a:lvl1pPr>
            <a:lvl2pPr>
              <a:lnSpc>
                <a:spcPct val="100000"/>
              </a:lnSpc>
              <a:tabLst>
                <a:tab pos="5448101" algn="r"/>
              </a:tabLst>
              <a:defRPr>
                <a:latin typeface="+mn-lt"/>
                <a:ea typeface="+mn-ea"/>
                <a:cs typeface="+mn-cs"/>
              </a:defRPr>
            </a:lvl2pPr>
            <a:lvl3pPr>
              <a:lnSpc>
                <a:spcPct val="100000"/>
              </a:lnSpc>
              <a:tabLst>
                <a:tab pos="5448101" algn="r"/>
              </a:tabLst>
              <a:defRPr>
                <a:latin typeface="+mn-lt"/>
                <a:ea typeface="+mn-ea"/>
                <a:cs typeface="+mn-cs"/>
              </a:defRPr>
            </a:lvl3pPr>
            <a:lvl4pPr>
              <a:lnSpc>
                <a:spcPct val="100000"/>
              </a:lnSpc>
              <a:tabLst>
                <a:tab pos="5448101" algn="r"/>
              </a:tabLst>
              <a:defRPr>
                <a:latin typeface="+mn-lt"/>
                <a:ea typeface="+mn-ea"/>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vert="horz"/>
          <a:lstStyle>
            <a:lvl1pPr>
              <a:defRPr baseline="0">
                <a:latin typeface="+mj-lt"/>
                <a:ea typeface="+mj-ea"/>
                <a:cs typeface="+mj-cs"/>
              </a:defRPr>
            </a:lvl1pPr>
          </a:lstStyle>
          <a:p>
            <a:r>
              <a:rPr kumimoji="1" lang="ja-JP" altLang="en-US"/>
              <a:t>マスター タイトルの書式設定</a:t>
            </a:r>
          </a:p>
        </p:txBody>
      </p:sp>
    </p:spTree>
    <p:extLst>
      <p:ext uri="{BB962C8B-B14F-4D97-AF65-F5344CB8AC3E}">
        <p14:creationId xmlns:p14="http://schemas.microsoft.com/office/powerpoint/2010/main" val="2982903191"/>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基本版）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17978727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p:txBody>
          <a:bodyPr/>
          <a:lstStyle>
            <a:lvl1pPr>
              <a:defRPr>
                <a:latin typeface="+mn-lt"/>
                <a:ea typeface="+mn-ea"/>
                <a:cs typeface="+mn-cs"/>
              </a:defRPr>
            </a:lvl1pPr>
          </a:lstStyle>
          <a:p>
            <a:r>
              <a:rPr lang="en-GB" altLang="en-GB"/>
              <a:t>DT Template 16:9</a:t>
            </a:r>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defRPr>
            </a:lvl1pPr>
          </a:lstStyle>
          <a:p>
            <a:fld id="{AA5FCFE5-FE56-4EF1-80A8-07776887C2A1}" type="slidenum">
              <a:rPr lang="ja-JP" altLang="en-US" smtClean="0"/>
              <a:pPr/>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n-lt"/>
                <a:ea typeface="+mn-ea"/>
                <a:cs typeface="+mn-cs"/>
              </a:defRPr>
            </a:lvl1pPr>
          </a:lstStyle>
          <a:p>
            <a:pPr lvl="0"/>
            <a:r>
              <a:rPr kumimoji="1" lang="ja-JP" altLang="en-US"/>
              <a:t>マスター テキストの書式設定</a:t>
            </a:r>
          </a:p>
        </p:txBody>
      </p:sp>
      <p:sp>
        <p:nvSpPr>
          <p:cNvPr id="5" name="Text Box 37">
            <a:extLst>
              <a:ext uri="{FF2B5EF4-FFF2-40B4-BE49-F238E27FC236}">
                <a16:creationId xmlns:a16="http://schemas.microsoft.com/office/drawing/2014/main" id="{385A94CF-8CB1-C466-40C6-FF0115BA7D94}"/>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2025. For information, contact Deloitte Tohmatsu Group.</a:t>
            </a:r>
          </a:p>
        </p:txBody>
      </p:sp>
    </p:spTree>
    <p:extLst>
      <p:ext uri="{BB962C8B-B14F-4D97-AF65-F5344CB8AC3E}">
        <p14:creationId xmlns:p14="http://schemas.microsoft.com/office/powerpoint/2010/main" val="2894029594"/>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基本版）中表紙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noChangeAspect="1"/>
          </p:cNvGraphicFramePr>
          <p:nvPr userDrawn="1">
            <p:custDataLst>
              <p:tags r:id="rId1"/>
            </p:custDataLst>
            <p:extLst>
              <p:ext uri="{D42A27DB-BD31-4B8C-83A1-F6EECF244321}">
                <p14:modId xmlns:p14="http://schemas.microsoft.com/office/powerpoint/2010/main" val="31609106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n-lt"/>
                <a:ea typeface="+mn-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defRPr>
            </a:lvl1pPr>
          </a:lstStyle>
          <a:p>
            <a:r>
              <a:rPr lang="en-GB" altLang="en-GB"/>
              <a:t>DT Template 16:9</a:t>
            </a:r>
          </a:p>
        </p:txBody>
      </p:sp>
    </p:spTree>
    <p:extLst>
      <p:ext uri="{BB962C8B-B14F-4D97-AF65-F5344CB8AC3E}">
        <p14:creationId xmlns:p14="http://schemas.microsoft.com/office/powerpoint/2010/main" val="1633268474"/>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基本版）Accessible Green_中表紙_16:9">
    <p:bg>
      <p:bgPr>
        <a:solidFill>
          <a:schemeClr val="accent3"/>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noChangeAspect="1"/>
          </p:cNvGraphicFramePr>
          <p:nvPr userDrawn="1">
            <p:custDataLst>
              <p:tags r:id="rId1"/>
            </p:custDataLst>
            <p:extLst>
              <p:ext uri="{D42A27DB-BD31-4B8C-83A1-F6EECF244321}">
                <p14:modId xmlns:p14="http://schemas.microsoft.com/office/powerpoint/2010/main" val="26626008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n-lt"/>
                <a:ea typeface="+mn-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defRPr>
            </a:lvl1pPr>
          </a:lstStyle>
          <a:p>
            <a:r>
              <a:rPr lang="en-GB" altLang="en-GB"/>
              <a:t>DT Template 16:9</a:t>
            </a:r>
          </a:p>
        </p:txBody>
      </p:sp>
    </p:spTree>
    <p:extLst>
      <p:ext uri="{BB962C8B-B14F-4D97-AF65-F5344CB8AC3E}">
        <p14:creationId xmlns:p14="http://schemas.microsoft.com/office/powerpoint/2010/main" val="3451464051"/>
      </p:ext>
    </p:extLst>
  </p:cSld>
  <p:clrMapOvr>
    <a:overrideClrMapping bg1="dk1" tx1="lt1" bg2="dk2" tx2="lt2" accent1="accent1" accent2="accent2" accent3="accent3" accent4="accent4" accent5="accent5" accent6="accent6" hlink="hlink" folHlink="folHlink"/>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基本版）Accessible Teal_中表紙_16:9">
    <p:bg>
      <p:bgPr>
        <a:solidFill>
          <a:schemeClr val="accent5"/>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noChangeAspect="1"/>
          </p:cNvGraphicFramePr>
          <p:nvPr userDrawn="1">
            <p:custDataLst>
              <p:tags r:id="rId1"/>
            </p:custDataLst>
            <p:extLst>
              <p:ext uri="{D42A27DB-BD31-4B8C-83A1-F6EECF244321}">
                <p14:modId xmlns:p14="http://schemas.microsoft.com/office/powerpoint/2010/main" val="2008708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n-lt"/>
                <a:ea typeface="+mn-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defRPr>
            </a:lvl1pPr>
          </a:lstStyle>
          <a:p>
            <a:r>
              <a:rPr lang="en-GB" altLang="en-GB"/>
              <a:t>DT Template 16:9</a:t>
            </a:r>
          </a:p>
        </p:txBody>
      </p:sp>
    </p:spTree>
    <p:extLst>
      <p:ext uri="{BB962C8B-B14F-4D97-AF65-F5344CB8AC3E}">
        <p14:creationId xmlns:p14="http://schemas.microsoft.com/office/powerpoint/2010/main" val="3827265758"/>
      </p:ext>
    </p:extLst>
  </p:cSld>
  <p:clrMapOvr>
    <a:overrideClrMapping bg1="dk1" tx1="lt1" bg2="dk2" tx2="lt2" accent1="accent1" accent2="accent2" accent3="accent3" accent4="accent4" accent5="accent5" accent6="accent6" hlink="hlink" folHlink="folHlink"/>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基本版）Accessible Blue_中表紙_16:9">
    <p:bg>
      <p:bgPr>
        <a:solidFill>
          <a:schemeClr val="accent6"/>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noChangeAspect="1"/>
          </p:cNvGraphicFramePr>
          <p:nvPr userDrawn="1">
            <p:custDataLst>
              <p:tags r:id="rId1"/>
            </p:custDataLst>
            <p:extLst>
              <p:ext uri="{D42A27DB-BD31-4B8C-83A1-F6EECF244321}">
                <p14:modId xmlns:p14="http://schemas.microsoft.com/office/powerpoint/2010/main" val="2887264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n-lt"/>
                <a:ea typeface="+mn-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defRPr>
            </a:lvl1pPr>
          </a:lstStyle>
          <a:p>
            <a:r>
              <a:rPr lang="en-GB" altLang="en-GB"/>
              <a:t>DT Template 16:9</a:t>
            </a:r>
          </a:p>
        </p:txBody>
      </p:sp>
    </p:spTree>
    <p:extLst>
      <p:ext uri="{BB962C8B-B14F-4D97-AF65-F5344CB8AC3E}">
        <p14:creationId xmlns:p14="http://schemas.microsoft.com/office/powerpoint/2010/main" val="1056419782"/>
      </p:ext>
    </p:extLst>
  </p:cSld>
  <p:clrMapOvr>
    <a:overrideClrMapping bg1="dk1" tx1="lt1" bg2="dk2" tx2="lt2" accent1="accent1" accent2="accent2" accent3="accent3" accent4="accent4" accent5="accent5" accent6="accent6" hlink="hlink" folHlink="folHlink"/>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基本版）タイトルのみ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13851802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5951022"/>
            <a:ext cx="11233150" cy="360000"/>
          </a:xfrm>
        </p:spPr>
        <p:txBody>
          <a:bodyPr anchor="b"/>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fontAlgn="auto">
              <a:lnSpc>
                <a:spcPct val="100000"/>
              </a:lnSpc>
              <a:spcBef>
                <a:spcPts val="0"/>
              </a:spcBef>
              <a:defRPr sz="1800" b="1" baseline="0">
                <a:solidFill>
                  <a:schemeClr val="accent3"/>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538569957"/>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基本版）タイトルのみ_出所・脚注なし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18162689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fontAlgn="auto">
              <a:lnSpc>
                <a:spcPct val="100000"/>
              </a:lnSpc>
              <a:spcBef>
                <a:spcPts val="0"/>
              </a:spcBef>
              <a:defRPr sz="1800" b="1" baseline="0">
                <a:solidFill>
                  <a:schemeClr val="accent3"/>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796047188"/>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基本版）コンテンツ両サイド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23520863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lvl1pPr fontAlgn="auto">
              <a:lnSpc>
                <a:spcPct val="100000"/>
              </a:lnSpc>
              <a:defRPr>
                <a:latin typeface="+mn-lt"/>
                <a:ea typeface="+mn-ea"/>
                <a:cs typeface="+mn-cs"/>
              </a:defRPr>
            </a:lvl1pPr>
            <a:lvl2pPr fontAlgn="auto">
              <a:lnSpc>
                <a:spcPct val="100000"/>
              </a:lnSpc>
              <a:defRPr>
                <a:latin typeface="+mn-lt"/>
                <a:ea typeface="+mn-ea"/>
                <a:cs typeface="+mn-cs"/>
              </a:defRPr>
            </a:lvl2pPr>
            <a:lvl3pPr fontAlgn="auto">
              <a:lnSpc>
                <a:spcPct val="100000"/>
              </a:lnSpc>
              <a:defRPr>
                <a:latin typeface="+mn-lt"/>
                <a:ea typeface="+mn-ea"/>
                <a:cs typeface="+mn-cs"/>
              </a:defRPr>
            </a:lvl3pPr>
            <a:lvl4pPr fontAlgn="auto">
              <a:lnSpc>
                <a:spcPct val="100000"/>
              </a:lnSpc>
              <a:defRPr>
                <a:latin typeface="+mn-lt"/>
                <a:ea typeface="+mn-ea"/>
                <a:cs typeface="+mn-cs"/>
              </a:defRPr>
            </a:lvl4pPr>
            <a:lvl5pPr fontAlgn="auto">
              <a:lnSpc>
                <a:spcPct val="100000"/>
              </a:lnSpc>
              <a:defRPr>
                <a:latin typeface="+mn-lt"/>
                <a:ea typeface="+mn-ea"/>
                <a:cs typeface="+mn-cs"/>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lvl1pPr>
              <a:lnSpc>
                <a:spcPct val="100000"/>
              </a:lnSpc>
              <a:defRPr>
                <a:latin typeface="+mn-lt"/>
                <a:ea typeface="+mn-ea"/>
                <a:cs typeface="+mn-cs"/>
              </a:defRPr>
            </a:lvl1pPr>
            <a:lvl2pPr fontAlgn="auto">
              <a:lnSpc>
                <a:spcPct val="100000"/>
              </a:lnSpc>
              <a:defRPr>
                <a:latin typeface="+mn-lt"/>
                <a:ea typeface="+mn-ea"/>
                <a:cs typeface="+mn-cs"/>
              </a:defRPr>
            </a:lvl2pPr>
            <a:lvl3pPr fontAlgn="auto">
              <a:lnSpc>
                <a:spcPct val="100000"/>
              </a:lnSpc>
              <a:defRPr>
                <a:latin typeface="+mn-lt"/>
                <a:ea typeface="+mn-ea"/>
                <a:cs typeface="+mn-cs"/>
              </a:defRPr>
            </a:lvl3pPr>
            <a:lvl4pPr fontAlgn="auto">
              <a:lnSpc>
                <a:spcPct val="100000"/>
              </a:lnSpc>
              <a:defRPr>
                <a:latin typeface="+mn-lt"/>
                <a:ea typeface="+mn-ea"/>
                <a:cs typeface="+mn-cs"/>
              </a:defRPr>
            </a:lvl4pPr>
            <a:lvl5pPr fontAlgn="auto">
              <a:lnSpc>
                <a:spcPct val="100000"/>
              </a:lnSpc>
              <a:defRPr>
                <a:latin typeface="+mn-lt"/>
                <a:ea typeface="+mn-ea"/>
                <a:cs typeface="+mn-cs"/>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 10"/>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auto">
              <a:lnSpc>
                <a:spcPct val="100000"/>
              </a:lnSpc>
              <a:spcBef>
                <a:spcPts val="0"/>
              </a:spcBef>
              <a:defRPr sz="1800" b="1" baseline="0">
                <a:solidFill>
                  <a:schemeClr val="accent3"/>
                </a:solidFill>
                <a:latin typeface="+mn-lt"/>
                <a:ea typeface="+mn-ea"/>
                <a:cs typeface="+mn-cs"/>
              </a:defRPr>
            </a:lvl1pPr>
          </a:lstStyle>
          <a:p>
            <a:pPr lvl="0"/>
            <a:r>
              <a:rPr kumimoji="1" lang="ja-JP" altLang="en-US"/>
              <a:t>スライドタイトル</a:t>
            </a:r>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6275388" y="1008000"/>
            <a:ext cx="5437188" cy="468000"/>
          </a:xfrm>
        </p:spPr>
        <p:txBody>
          <a:bodyPr vert="horz" lIns="0" tIns="0" rIns="0" bIns="0" rtlCol="0" anchor="ctr">
            <a:noAutofit/>
          </a:bodyPr>
          <a:lstStyle>
            <a:lvl1pPr fontAlgn="auto">
              <a:lnSpc>
                <a:spcPct val="100000"/>
              </a:lnSpc>
              <a:spcBef>
                <a:spcPts val="0"/>
              </a:spcBef>
              <a:defRPr lang="ja-JP" altLang="en-US" sz="1800" b="1" baseline="0" dirty="0">
                <a:solidFill>
                  <a:schemeClr val="accent3"/>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479425" y="5951022"/>
            <a:ext cx="11232000" cy="360000"/>
          </a:xfrm>
        </p:spPr>
        <p:txBody>
          <a:bodyPr vert="horz" lIns="0" tIns="0" rIns="0" bIns="0" rtlCol="0" anchor="b">
            <a:noAutofit/>
          </a:bodyPr>
          <a:lstStyle>
            <a:lvl1pPr>
              <a:lnSpc>
                <a:spcPct val="100000"/>
              </a:lnSpc>
              <a:spcBef>
                <a:spcPts val="0"/>
              </a:spcBef>
              <a:defRPr lang="ja-JP" altLang="en-US" sz="1200" b="0" dirty="0">
                <a:solidFill>
                  <a:schemeClr val="tx1"/>
                </a:solidFill>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Tree>
    <p:extLst>
      <p:ext uri="{BB962C8B-B14F-4D97-AF65-F5344CB8AC3E}">
        <p14:creationId xmlns:p14="http://schemas.microsoft.com/office/powerpoint/2010/main" val="990928838"/>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基本版）コンテンツ全面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26341836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00000"/>
              </a:lnSpc>
              <a:spcBef>
                <a:spcPts val="600"/>
              </a:spcBef>
              <a:buNone/>
              <a:defRPr sz="1600" baseline="0">
                <a:latin typeface="+mn-lt"/>
                <a:ea typeface="+mn-ea"/>
                <a:cs typeface="+mn-cs"/>
              </a:defRPr>
            </a:lvl1pPr>
            <a:lvl2pPr marL="252000" indent="-252000">
              <a:lnSpc>
                <a:spcPct val="100000"/>
              </a:lnSpc>
              <a:spcBef>
                <a:spcPts val="600"/>
              </a:spcBef>
              <a:buFont typeface="Wingdings" pitchFamily="2" charset="2"/>
              <a:buChar char="n"/>
              <a:defRPr sz="1600" baseline="0">
                <a:latin typeface="+mn-lt"/>
                <a:ea typeface="+mn-ea"/>
                <a:cs typeface="+mn-cs"/>
              </a:defRPr>
            </a:lvl2pPr>
            <a:lvl3pPr marL="504000" indent="-252000">
              <a:lnSpc>
                <a:spcPct val="100000"/>
              </a:lnSpc>
              <a:spcBef>
                <a:spcPts val="600"/>
              </a:spcBef>
              <a:buFont typeface="Wingdings" pitchFamily="2" charset="2"/>
              <a:buChar char="Ø"/>
              <a:defRPr sz="1600" baseline="0">
                <a:latin typeface="+mn-lt"/>
                <a:ea typeface="+mn-ea"/>
                <a:cs typeface="+mn-cs"/>
              </a:defRPr>
            </a:lvl3pPr>
            <a:lvl4pPr marL="684000" marR="0" indent="-180000" algn="l" defTabSz="989013" rtl="0" eaLnBrk="1" fontAlgn="auto" latinLnBrk="0" hangingPunct="1">
              <a:lnSpc>
                <a:spcPct val="100000"/>
              </a:lnSpc>
              <a:spcBef>
                <a:spcPts val="600"/>
              </a:spcBef>
              <a:spcAft>
                <a:spcPts val="0"/>
              </a:spcAft>
              <a:buClrTx/>
              <a:buSzTx/>
              <a:buFont typeface="Arial" pitchFamily="34" charset="0"/>
              <a:buChar char="•"/>
              <a:tabLst/>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auto">
              <a:lnSpc>
                <a:spcPct val="100000"/>
              </a:lnSpc>
              <a:spcBef>
                <a:spcPts val="0"/>
              </a:spcBef>
              <a:defRPr sz="1800" b="1" baseline="0">
                <a:solidFill>
                  <a:schemeClr val="accent3"/>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5951022"/>
            <a:ext cx="11233150" cy="360000"/>
          </a:xfrm>
        </p:spPr>
        <p:txBody>
          <a:bodyPr anchor="b"/>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Tree>
    <p:extLst>
      <p:ext uri="{BB962C8B-B14F-4D97-AF65-F5344CB8AC3E}">
        <p14:creationId xmlns:p14="http://schemas.microsoft.com/office/powerpoint/2010/main" val="1102250517"/>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基本版）黒_タイトルのみ_16:9">
    <p:bg>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117177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5951022"/>
            <a:ext cx="11233150" cy="360000"/>
          </a:xfrm>
        </p:spPr>
        <p:txBody>
          <a:bodyPr anchor="b"/>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fontAlgn="auto">
              <a:lnSpc>
                <a:spcPct val="100000"/>
              </a:lnSpc>
              <a:spcBef>
                <a:spcPts val="0"/>
              </a:spcBef>
              <a:defRPr sz="1800" b="1" baseline="0">
                <a:solidFill>
                  <a:schemeClr val="tx1"/>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393595963"/>
      </p:ext>
    </p:extLst>
  </p:cSld>
  <p:clrMapOvr>
    <a:overrideClrMapping bg1="dk1" tx1="lt1" bg2="dk2" tx2="lt2" accent1="accent1" accent2="accent2" accent3="accent3" accent4="accent4" accent5="accent5" accent6="accent6" hlink="hlink" folHlink="folHlink"/>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基本版）黒_タイトルのみ_出所・脚注なし_16:9">
    <p:bg>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31423414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fontAlgn="auto">
              <a:lnSpc>
                <a:spcPct val="100000"/>
              </a:lnSpc>
              <a:spcBef>
                <a:spcPts val="0"/>
              </a:spcBef>
              <a:defRPr sz="1800" b="1" baseline="0">
                <a:solidFill>
                  <a:schemeClr val="tx1"/>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179616805"/>
      </p:ext>
    </p:extLst>
  </p:cSld>
  <p:clrMapOvr>
    <a:overrideClrMapping bg1="dk1" tx1="lt1" bg2="dk2" tx2="lt2" accent1="accent1" accent2="accent2" accent3="accent3" accent4="accent4" accent5="accent5" accent6="accent6" hlink="hlink" folHlink="folHlink"/>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基本版）黒_コンテンツ両サイド_レベル_16:9">
    <p:bg>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79189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lvl1pPr fontAlgn="auto">
              <a:lnSpc>
                <a:spcPct val="100000"/>
              </a:lnSpc>
              <a:defRPr>
                <a:latin typeface="+mn-lt"/>
                <a:ea typeface="+mn-ea"/>
                <a:cs typeface="+mn-cs"/>
              </a:defRPr>
            </a:lvl1pPr>
            <a:lvl2pPr fontAlgn="auto">
              <a:lnSpc>
                <a:spcPct val="100000"/>
              </a:lnSpc>
              <a:defRPr>
                <a:latin typeface="+mn-lt"/>
                <a:ea typeface="+mn-ea"/>
                <a:cs typeface="+mn-cs"/>
              </a:defRPr>
            </a:lvl2pPr>
            <a:lvl3pPr fontAlgn="auto">
              <a:lnSpc>
                <a:spcPct val="100000"/>
              </a:lnSpc>
              <a:defRPr>
                <a:latin typeface="+mn-lt"/>
                <a:ea typeface="+mn-ea"/>
                <a:cs typeface="+mn-cs"/>
              </a:defRPr>
            </a:lvl3pPr>
            <a:lvl4pPr fontAlgn="auto">
              <a:lnSpc>
                <a:spcPct val="100000"/>
              </a:lnSpc>
              <a:defRPr>
                <a:latin typeface="+mn-lt"/>
                <a:ea typeface="+mn-ea"/>
                <a:cs typeface="+mn-cs"/>
              </a:defRPr>
            </a:lvl4pPr>
            <a:lvl5pPr fontAlgn="auto">
              <a:lnSpc>
                <a:spcPct val="100000"/>
              </a:lnSpc>
              <a:defRPr>
                <a:latin typeface="+mn-lt"/>
                <a:ea typeface="+mn-ea"/>
                <a:cs typeface="+mn-cs"/>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lvl1pPr fontAlgn="auto">
              <a:lnSpc>
                <a:spcPct val="100000"/>
              </a:lnSpc>
              <a:defRPr>
                <a:latin typeface="+mn-lt"/>
                <a:ea typeface="+mn-ea"/>
                <a:cs typeface="+mn-cs"/>
              </a:defRPr>
            </a:lvl1pPr>
            <a:lvl2pPr fontAlgn="auto">
              <a:lnSpc>
                <a:spcPct val="100000"/>
              </a:lnSpc>
              <a:defRPr>
                <a:latin typeface="+mn-lt"/>
                <a:ea typeface="+mn-ea"/>
                <a:cs typeface="+mn-cs"/>
              </a:defRPr>
            </a:lvl2pPr>
            <a:lvl3pPr fontAlgn="auto">
              <a:lnSpc>
                <a:spcPct val="100000"/>
              </a:lnSpc>
              <a:defRPr>
                <a:latin typeface="+mn-lt"/>
                <a:ea typeface="+mn-ea"/>
                <a:cs typeface="+mn-cs"/>
              </a:defRPr>
            </a:lvl3pPr>
            <a:lvl4pPr fontAlgn="auto">
              <a:lnSpc>
                <a:spcPct val="100000"/>
              </a:lnSpc>
              <a:defRPr>
                <a:latin typeface="+mn-lt"/>
                <a:ea typeface="+mn-ea"/>
                <a:cs typeface="+mn-cs"/>
              </a:defRPr>
            </a:lvl4pPr>
            <a:lvl5pPr fontAlgn="auto">
              <a:lnSpc>
                <a:spcPct val="100000"/>
              </a:lnSpc>
              <a:defRPr>
                <a:latin typeface="+mn-lt"/>
                <a:ea typeface="+mn-ea"/>
                <a:cs typeface="+mn-cs"/>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スライド番号プレースホルダ 9"/>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479425" y="5951022"/>
            <a:ext cx="11232000" cy="360000"/>
          </a:xfrm>
        </p:spPr>
        <p:txBody>
          <a:bodyPr vert="horz" lIns="0" tIns="0" rIns="0" bIns="0" rtlCol="0" anchor="b">
            <a:noAutofit/>
          </a:bodyPr>
          <a:lstStyle>
            <a:lvl1pPr>
              <a:lnSpc>
                <a:spcPct val="100000"/>
              </a:lnSpc>
              <a:spcBef>
                <a:spcPts val="0"/>
              </a:spcBef>
              <a:defRPr lang="ja-JP" altLang="en-US" sz="1200" b="0" dirty="0">
                <a:solidFill>
                  <a:schemeClr val="tx1"/>
                </a:solidFill>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3" name="フッター プレースホルダ 10"/>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auto">
              <a:lnSpc>
                <a:spcPct val="100000"/>
              </a:lnSpc>
              <a:spcBef>
                <a:spcPts val="0"/>
              </a:spcBef>
              <a:defRPr sz="1800" b="1" baseline="0">
                <a:solidFill>
                  <a:schemeClr val="tx1"/>
                </a:solidFill>
                <a:latin typeface="+mn-lt"/>
                <a:ea typeface="+mn-ea"/>
                <a:cs typeface="+mn-cs"/>
              </a:defRPr>
            </a:lvl1pPr>
          </a:lstStyle>
          <a:p>
            <a:pPr lvl="0"/>
            <a:r>
              <a:rPr kumimoji="1" lang="ja-JP" altLang="en-US"/>
              <a:t>スライドタイトル</a:t>
            </a:r>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6275388" y="1008000"/>
            <a:ext cx="5437188" cy="468000"/>
          </a:xfrm>
        </p:spPr>
        <p:txBody>
          <a:bodyPr vert="horz" lIns="0" tIns="0" rIns="0" bIns="0" rtlCol="0" anchor="ctr">
            <a:noAutofit/>
          </a:bodyPr>
          <a:lstStyle>
            <a:lvl1pPr>
              <a:lnSpc>
                <a:spcPct val="100000"/>
              </a:lnSpc>
              <a:spcBef>
                <a:spcPts val="0"/>
              </a:spcBef>
              <a:defRPr lang="ja-JP" altLang="en-US" sz="1800" b="1" baseline="0" dirty="0">
                <a:solidFill>
                  <a:schemeClr val="tx1"/>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4117697671"/>
      </p:ext>
    </p:extLst>
  </p:cSld>
  <p:clrMapOvr>
    <a:overrideClrMapping bg1="dk1" tx1="lt1" bg2="dk2" tx2="lt2" accent1="accent1" accent2="accent2" accent3="accent3" accent4="accent4" accent5="accent5" accent6="accent6" hlink="hlink" folHlink="folHlink"/>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基本版）黒_コンテンツ全面_レベル_16:9">
    <p:bg>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noChangeAspect="1"/>
          </p:cNvGraphicFramePr>
          <p:nvPr userDrawn="1">
            <p:custDataLst>
              <p:tags r:id="rId1"/>
            </p:custDataLst>
            <p:extLst>
              <p:ext uri="{D42A27DB-BD31-4B8C-83A1-F6EECF244321}">
                <p14:modId xmlns:p14="http://schemas.microsoft.com/office/powerpoint/2010/main" val="25059539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00000"/>
              </a:lnSpc>
              <a:spcBef>
                <a:spcPts val="600"/>
              </a:spcBef>
              <a:buNone/>
              <a:defRPr sz="1600" baseline="0">
                <a:latin typeface="+mn-lt"/>
                <a:ea typeface="+mn-ea"/>
                <a:cs typeface="+mn-cs"/>
              </a:defRPr>
            </a:lvl1pPr>
            <a:lvl2pPr marL="252000" indent="-252000">
              <a:lnSpc>
                <a:spcPct val="100000"/>
              </a:lnSpc>
              <a:spcBef>
                <a:spcPts val="600"/>
              </a:spcBef>
              <a:buFont typeface="Wingdings" pitchFamily="2" charset="2"/>
              <a:buChar char="n"/>
              <a:defRPr sz="1600" baseline="0">
                <a:latin typeface="+mn-lt"/>
                <a:ea typeface="+mn-ea"/>
                <a:cs typeface="+mn-cs"/>
              </a:defRPr>
            </a:lvl2pPr>
            <a:lvl3pPr marL="504000" indent="-252000">
              <a:lnSpc>
                <a:spcPct val="100000"/>
              </a:lnSpc>
              <a:spcBef>
                <a:spcPts val="600"/>
              </a:spcBef>
              <a:buFont typeface="Wingdings" pitchFamily="2" charset="2"/>
              <a:buChar char="Ø"/>
              <a:defRPr sz="1600" baseline="0">
                <a:latin typeface="+mn-lt"/>
                <a:ea typeface="+mn-ea"/>
                <a:cs typeface="+mn-cs"/>
              </a:defRPr>
            </a:lvl3pPr>
            <a:lvl4pPr marL="684000" marR="0" indent="-180000" algn="l" defTabSz="989013" rtl="0" eaLnBrk="1" fontAlgn="auto" latinLnBrk="0" hangingPunct="1">
              <a:lnSpc>
                <a:spcPct val="100000"/>
              </a:lnSpc>
              <a:spcBef>
                <a:spcPts val="600"/>
              </a:spcBef>
              <a:spcAft>
                <a:spcPts val="0"/>
              </a:spcAft>
              <a:buClrTx/>
              <a:buSzTx/>
              <a:buFont typeface="Arial" pitchFamily="34" charset="0"/>
              <a:buChar char="•"/>
              <a:tabLst/>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5951022"/>
            <a:ext cx="11233150" cy="360000"/>
          </a:xfrm>
        </p:spPr>
        <p:txBody>
          <a:bodyPr anchor="b"/>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auto">
              <a:lnSpc>
                <a:spcPct val="100000"/>
              </a:lnSpc>
              <a:spcBef>
                <a:spcPts val="0"/>
              </a:spcBef>
              <a:defRPr sz="1800" b="1" baseline="0">
                <a:solidFill>
                  <a:schemeClr val="tx1"/>
                </a:solidFill>
                <a:latin typeface="+mn-lt"/>
                <a:ea typeface="+mn-ea"/>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1152593637"/>
      </p:ext>
    </p:extLst>
  </p:cSld>
  <p:clrMapOvr>
    <a:overrideClrMapping bg1="dk1" tx1="lt1" bg2="dk2" tx2="lt2" accent1="accent1" accent2="accent2" accent3="accent3" accent4="accent4" accent5="accent5" accent6="accent6" hlink="hlink" folHlink="folHlink"/>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3793868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a:extLst>
              <a:ext uri="{FF2B5EF4-FFF2-40B4-BE49-F238E27FC236}">
                <a16:creationId xmlns:a16="http://schemas.microsoft.com/office/drawing/2014/main" id="{367F1314-1825-435D-8B63-69D515D2D346}"/>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bwMode="gray">
          <a:xfrm>
            <a:off x="478800" y="432000"/>
            <a:ext cx="2016000" cy="631680"/>
          </a:xfrm>
          <a:prstGeom prst="rect">
            <a:avLst/>
          </a:prstGeom>
        </p:spPr>
      </p:pic>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604606" cy="252826"/>
          </a:xfrm>
          <a:prstGeom prst="rect">
            <a:avLst/>
          </a:prstGeom>
          <a:noFill/>
        </p:spPr>
        <p:txBody>
          <a:bodyPr wrap="none" lIns="0" tIns="0" rIns="0" bIns="0" rtlCol="0">
            <a:spAutoFit/>
          </a:bodyPr>
          <a:lstStyle/>
          <a:p>
            <a:pPr>
              <a:lnSpc>
                <a:spcPts val="951"/>
              </a:lnSpc>
            </a:pPr>
            <a:r>
              <a:rPr kumimoji="1" lang="en-US" altLang="ja-JP" sz="800">
                <a:solidFill>
                  <a:prstClr val="black"/>
                </a:solidFill>
                <a:latin typeface="+mn-lt"/>
                <a:ea typeface="+mn-ea"/>
                <a:cs typeface="+mn-cs"/>
                <a:sym typeface="+mn-lt"/>
              </a:rPr>
              <a:t>Member of</a:t>
            </a:r>
            <a:br>
              <a:rPr kumimoji="1" lang="en-US" altLang="ja-JP" sz="800">
                <a:solidFill>
                  <a:prstClr val="black"/>
                </a:solidFill>
                <a:latin typeface="+mn-lt"/>
                <a:ea typeface="+mn-ea"/>
                <a:cs typeface="+mn-cs"/>
                <a:sym typeface="+mn-lt"/>
              </a:rPr>
            </a:br>
            <a:r>
              <a:rPr kumimoji="1" lang="en-US" altLang="ja-JP" sz="800" b="1">
                <a:solidFill>
                  <a:prstClr val="black"/>
                </a:solidFill>
                <a:latin typeface="+mn-lt"/>
                <a:ea typeface="+mn-ea"/>
                <a:cs typeface="+mn-cs"/>
                <a:sym typeface="+mn-lt"/>
              </a:rPr>
              <a:t>Deloitte </a:t>
            </a:r>
            <a:r>
              <a:rPr kumimoji="1" lang="en-US" altLang="ja-JP" sz="800" b="1" err="1">
                <a:solidFill>
                  <a:prstClr val="black"/>
                </a:solidFill>
                <a:latin typeface="+mn-lt"/>
                <a:ea typeface="+mn-ea"/>
                <a:cs typeface="+mn-cs"/>
                <a:sym typeface="+mn-lt"/>
              </a:rPr>
              <a:t>Touche</a:t>
            </a:r>
            <a:r>
              <a:rPr kumimoji="1" lang="en-US" altLang="ja-JP" sz="800" b="1">
                <a:solidFill>
                  <a:prstClr val="black"/>
                </a:solidFill>
                <a:latin typeface="+mn-lt"/>
                <a:ea typeface="+mn-ea"/>
                <a:cs typeface="+mn-cs"/>
                <a:sym typeface="+mn-lt"/>
              </a:rPr>
              <a:t> Tohmatsu Limited</a:t>
            </a:r>
            <a:endParaRPr kumimoji="1" lang="ja-JP" altLang="en-US" sz="800" b="1">
              <a:solidFill>
                <a:prstClr val="black"/>
              </a:solidFill>
              <a:latin typeface="+mn-lt"/>
              <a:ea typeface="+mn-ea"/>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latin typeface="+mn-lt"/>
                <a:ea typeface="+mn-ea"/>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604880"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grpSp>
        <p:nvGrpSpPr>
          <p:cNvPr id="8" name="グループ化 7">
            <a:extLst>
              <a:ext uri="{FF2B5EF4-FFF2-40B4-BE49-F238E27FC236}">
                <a16:creationId xmlns:a16="http://schemas.microsoft.com/office/drawing/2014/main" id="{6D3A5278-6D4D-48CD-B33F-E16518FBA520}"/>
              </a:ext>
            </a:extLst>
          </p:cNvPr>
          <p:cNvGrpSpPr/>
          <p:nvPr userDrawn="1"/>
        </p:nvGrpSpPr>
        <p:grpSpPr>
          <a:xfrm>
            <a:off x="10270800" y="3222000"/>
            <a:ext cx="1440000" cy="1894801"/>
            <a:chOff x="8050246" y="4451478"/>
            <a:chExt cx="1440000" cy="1894801"/>
          </a:xfrm>
        </p:grpSpPr>
        <p:pic>
          <p:nvPicPr>
            <p:cNvPr id="9" name="図 8" descr="ロゴ, 会社名&#10;&#10;自動的に生成された説明">
              <a:extLst>
                <a:ext uri="{FF2B5EF4-FFF2-40B4-BE49-F238E27FC236}">
                  <a16:creationId xmlns:a16="http://schemas.microsoft.com/office/drawing/2014/main" id="{EE572D97-F5AE-4209-9B5E-6F62708DD6FB}"/>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246" y="4451478"/>
              <a:ext cx="1440000" cy="873777"/>
            </a:xfrm>
            <a:prstGeom prst="rect">
              <a:avLst/>
            </a:prstGeom>
          </p:spPr>
        </p:pic>
        <p:pic>
          <p:nvPicPr>
            <p:cNvPr id="10" name="図 9" descr="ロゴ&#10;&#10;自動的に生成された説明">
              <a:extLst>
                <a:ext uri="{FF2B5EF4-FFF2-40B4-BE49-F238E27FC236}">
                  <a16:creationId xmlns:a16="http://schemas.microsoft.com/office/drawing/2014/main" id="{174BAC09-EE91-4451-95F8-BA04B238569C}"/>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44450" cy="872742"/>
            </a:xfrm>
            <a:prstGeom prst="rect">
              <a:avLst/>
            </a:prstGeom>
          </p:spPr>
        </p:pic>
      </p:grpSp>
      <p:pic>
        <p:nvPicPr>
          <p:cNvPr id="5" name="Picture 3">
            <a:extLst>
              <a:ext uri="{FF2B5EF4-FFF2-40B4-BE49-F238E27FC236}">
                <a16:creationId xmlns:a16="http://schemas.microsoft.com/office/drawing/2014/main" id="{68101465-63EE-D2BF-35AA-692852B492F9}"/>
              </a:ext>
            </a:extLst>
          </p:cNvPr>
          <p:cNvPicPr>
            <a:picLocks noChangeAspect="1"/>
          </p:cNvPicPr>
          <p:nvPr userDrawn="1"/>
        </p:nvPicPr>
        <p:blipFill>
          <a:blip r:embed="rId8"/>
          <a:srcRect/>
          <a:stretch/>
        </p:blipFill>
        <p:spPr>
          <a:xfrm>
            <a:off x="10694852" y="5436000"/>
            <a:ext cx="1198880" cy="1198880"/>
          </a:xfrm>
          <a:prstGeom prst="rect">
            <a:avLst/>
          </a:prstGeom>
        </p:spPr>
      </p:pic>
    </p:spTree>
    <p:extLst>
      <p:ext uri="{BB962C8B-B14F-4D97-AF65-F5344CB8AC3E}">
        <p14:creationId xmlns:p14="http://schemas.microsoft.com/office/powerpoint/2010/main" val="1578249305"/>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37956650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604606" cy="252826"/>
          </a:xfrm>
          <a:prstGeom prst="rect">
            <a:avLst/>
          </a:prstGeom>
          <a:noFill/>
        </p:spPr>
        <p:txBody>
          <a:bodyPr wrap="none" lIns="0" tIns="0" rIns="0" bIns="0" rtlCol="0">
            <a:spAutoFit/>
          </a:bodyPr>
          <a:lstStyle/>
          <a:p>
            <a:pPr>
              <a:lnSpc>
                <a:spcPts val="951"/>
              </a:lnSpc>
            </a:pPr>
            <a:r>
              <a:rPr kumimoji="1" lang="en-US" altLang="ja-JP" sz="800">
                <a:solidFill>
                  <a:prstClr val="black"/>
                </a:solidFill>
                <a:latin typeface="+mn-lt"/>
                <a:ea typeface="+mn-ea"/>
                <a:cs typeface="+mn-cs"/>
                <a:sym typeface="+mn-lt"/>
              </a:rPr>
              <a:t>Member of</a:t>
            </a:r>
            <a:br>
              <a:rPr kumimoji="1" lang="en-US" altLang="ja-JP" sz="800">
                <a:solidFill>
                  <a:prstClr val="black"/>
                </a:solidFill>
                <a:latin typeface="+mn-lt"/>
                <a:ea typeface="+mn-ea"/>
                <a:cs typeface="+mn-cs"/>
                <a:sym typeface="+mn-lt"/>
              </a:rPr>
            </a:br>
            <a:r>
              <a:rPr kumimoji="1" lang="en-US" altLang="ja-JP" sz="800" b="1">
                <a:solidFill>
                  <a:prstClr val="black"/>
                </a:solidFill>
                <a:latin typeface="+mn-lt"/>
                <a:ea typeface="+mn-ea"/>
                <a:cs typeface="+mn-cs"/>
                <a:sym typeface="+mn-lt"/>
              </a:rPr>
              <a:t>Deloitte </a:t>
            </a:r>
            <a:r>
              <a:rPr kumimoji="1" lang="en-US" altLang="ja-JP" sz="800" b="1" err="1">
                <a:solidFill>
                  <a:prstClr val="black"/>
                </a:solidFill>
                <a:latin typeface="+mn-lt"/>
                <a:ea typeface="+mn-ea"/>
                <a:cs typeface="+mn-cs"/>
                <a:sym typeface="+mn-lt"/>
              </a:rPr>
              <a:t>Touche</a:t>
            </a:r>
            <a:r>
              <a:rPr kumimoji="1" lang="en-US" altLang="ja-JP" sz="800" b="1">
                <a:solidFill>
                  <a:prstClr val="black"/>
                </a:solidFill>
                <a:latin typeface="+mn-lt"/>
                <a:ea typeface="+mn-ea"/>
                <a:cs typeface="+mn-cs"/>
                <a:sym typeface="+mn-lt"/>
              </a:rPr>
              <a:t> Tohmatsu Limited</a:t>
            </a:r>
            <a:endParaRPr kumimoji="1" lang="ja-JP" altLang="en-US" sz="800" b="1">
              <a:solidFill>
                <a:prstClr val="black"/>
              </a:solidFill>
              <a:latin typeface="+mn-lt"/>
              <a:ea typeface="+mn-ea"/>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latin typeface="+mn-lt"/>
                <a:ea typeface="+mn-ea"/>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604880"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pic>
        <p:nvPicPr>
          <p:cNvPr id="8" name="図 7">
            <a:extLst>
              <a:ext uri="{FF2B5EF4-FFF2-40B4-BE49-F238E27FC236}">
                <a16:creationId xmlns:a16="http://schemas.microsoft.com/office/drawing/2014/main" id="{501A15D5-7B51-4B9F-8EF0-8D771BACAF70}"/>
              </a:ext>
            </a:extLst>
          </p:cNvPr>
          <p:cNvPicPr>
            <a:picLocks noChangeAspect="1"/>
          </p:cNvPicPr>
          <p:nvPr userDrawn="1"/>
        </p:nvPicPr>
        <p:blipFill rotWithShape="1">
          <a:blip r:embed="rId5">
            <a:extLst>
              <a:ext uri="{28A0092B-C50C-407E-A947-70E740481C1C}">
                <a14:useLocalDpi xmlns:a14="http://schemas.microsoft.com/office/drawing/2010/main"/>
              </a:ext>
            </a:extLst>
          </a:blip>
          <a:srcRect/>
          <a:stretch/>
        </p:blipFill>
        <p:spPr bwMode="gray">
          <a:xfrm>
            <a:off x="478800" y="431005"/>
            <a:ext cx="3721455" cy="632962"/>
          </a:xfrm>
          <a:prstGeom prst="rect">
            <a:avLst/>
          </a:prstGeom>
          <a:noFill/>
          <a:ln>
            <a:noFill/>
          </a:ln>
        </p:spPr>
      </p:pic>
      <p:pic>
        <p:nvPicPr>
          <p:cNvPr id="3" name="Picture 3">
            <a:extLst>
              <a:ext uri="{FF2B5EF4-FFF2-40B4-BE49-F238E27FC236}">
                <a16:creationId xmlns:a16="http://schemas.microsoft.com/office/drawing/2014/main" id="{7AA5F3BE-2C73-21B4-1792-CE7804C9094E}"/>
              </a:ext>
            </a:extLst>
          </p:cNvPr>
          <p:cNvPicPr>
            <a:picLocks noChangeAspect="1"/>
          </p:cNvPicPr>
          <p:nvPr userDrawn="1"/>
        </p:nvPicPr>
        <p:blipFill>
          <a:blip r:embed="rId6"/>
          <a:srcRect/>
          <a:stretch/>
        </p:blipFill>
        <p:spPr>
          <a:xfrm>
            <a:off x="10694852" y="5436000"/>
            <a:ext cx="1198880" cy="1198880"/>
          </a:xfrm>
          <a:prstGeom prst="rect">
            <a:avLst/>
          </a:prstGeom>
        </p:spPr>
      </p:pic>
      <p:grpSp>
        <p:nvGrpSpPr>
          <p:cNvPr id="5" name="グループ化 4">
            <a:extLst>
              <a:ext uri="{FF2B5EF4-FFF2-40B4-BE49-F238E27FC236}">
                <a16:creationId xmlns:a16="http://schemas.microsoft.com/office/drawing/2014/main" id="{E553D118-33B9-8047-F5CF-3B03F130350F}"/>
              </a:ext>
            </a:extLst>
          </p:cNvPr>
          <p:cNvGrpSpPr/>
          <p:nvPr userDrawn="1"/>
        </p:nvGrpSpPr>
        <p:grpSpPr>
          <a:xfrm>
            <a:off x="10270800" y="3222000"/>
            <a:ext cx="1440000" cy="1894801"/>
            <a:chOff x="8050246" y="4451478"/>
            <a:chExt cx="1440000" cy="1894801"/>
          </a:xfrm>
        </p:grpSpPr>
        <p:pic>
          <p:nvPicPr>
            <p:cNvPr id="6" name="図 5" descr="ロゴ, 会社名&#10;&#10;自動的に生成された説明">
              <a:extLst>
                <a:ext uri="{FF2B5EF4-FFF2-40B4-BE49-F238E27FC236}">
                  <a16:creationId xmlns:a16="http://schemas.microsoft.com/office/drawing/2014/main" id="{D2C433B9-83A5-C204-17F5-89F2B1D6A2A6}"/>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bwMode="gray">
            <a:xfrm>
              <a:off x="8050246" y="4451478"/>
              <a:ext cx="1440000" cy="873777"/>
            </a:xfrm>
            <a:prstGeom prst="rect">
              <a:avLst/>
            </a:prstGeom>
          </p:spPr>
        </p:pic>
        <p:pic>
          <p:nvPicPr>
            <p:cNvPr id="7" name="図 6" descr="ロゴ&#10;&#10;自動的に生成された説明">
              <a:extLst>
                <a:ext uri="{FF2B5EF4-FFF2-40B4-BE49-F238E27FC236}">
                  <a16:creationId xmlns:a16="http://schemas.microsoft.com/office/drawing/2014/main" id="{7E3E8DC4-DA86-93F3-32DB-DBD7E5E7F1C4}"/>
                </a:ext>
              </a:extLst>
            </p:cNvPr>
            <p:cNvPicPr>
              <a:picLocks noChangeAspect="1"/>
            </p:cNvPicPr>
            <p:nvPr userDrawn="1"/>
          </p:nvPicPr>
          <p:blipFill>
            <a:blip r:embed="rId8" cstate="print">
              <a:extLst>
                <a:ext uri="{28A0092B-C50C-407E-A947-70E740481C1C}">
                  <a14:useLocalDpi xmlns:a14="http://schemas.microsoft.com/office/drawing/2010/main"/>
                </a:ext>
              </a:extLst>
            </a:blip>
            <a:stretch>
              <a:fillRect/>
            </a:stretch>
          </p:blipFill>
          <p:spPr>
            <a:xfrm>
              <a:off x="8148021" y="5473537"/>
              <a:ext cx="1244450" cy="872742"/>
            </a:xfrm>
            <a:prstGeom prst="rect">
              <a:avLst/>
            </a:prstGeom>
          </p:spPr>
        </p:pic>
      </p:grpSp>
    </p:spTree>
    <p:extLst>
      <p:ext uri="{BB962C8B-B14F-4D97-AF65-F5344CB8AC3E}">
        <p14:creationId xmlns:p14="http://schemas.microsoft.com/office/powerpoint/2010/main" val="2059241581"/>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基本版）黒_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42446754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604606" cy="252826"/>
          </a:xfrm>
          <a:prstGeom prst="rect">
            <a:avLst/>
          </a:prstGeom>
          <a:noFill/>
        </p:spPr>
        <p:txBody>
          <a:bodyPr wrap="none" lIns="0" tIns="0" rIns="0" bIns="0" rtlCol="0">
            <a:spAutoFit/>
          </a:bodyPr>
          <a:lstStyle/>
          <a:p>
            <a:pPr>
              <a:lnSpc>
                <a:spcPts val="951"/>
              </a:lnSpc>
            </a:pPr>
            <a:r>
              <a:rPr kumimoji="1" lang="en-US" altLang="ja-JP" sz="800">
                <a:solidFill>
                  <a:schemeClr val="tx1"/>
                </a:solidFill>
                <a:latin typeface="+mn-lt"/>
                <a:ea typeface="+mn-ea"/>
                <a:cs typeface="+mn-cs"/>
                <a:sym typeface="+mn-lt"/>
              </a:rPr>
              <a:t>Member of</a:t>
            </a:r>
            <a:br>
              <a:rPr kumimoji="1" lang="en-US" altLang="ja-JP" sz="800">
                <a:solidFill>
                  <a:schemeClr val="tx1"/>
                </a:solidFill>
                <a:latin typeface="+mn-lt"/>
                <a:ea typeface="+mn-ea"/>
                <a:cs typeface="+mn-cs"/>
                <a:sym typeface="+mn-lt"/>
              </a:rPr>
            </a:br>
            <a:r>
              <a:rPr kumimoji="1" lang="en-US" altLang="ja-JP" sz="800" b="1">
                <a:solidFill>
                  <a:schemeClr val="tx1"/>
                </a:solidFill>
                <a:latin typeface="+mn-lt"/>
                <a:ea typeface="+mn-ea"/>
                <a:cs typeface="+mn-cs"/>
                <a:sym typeface="+mn-lt"/>
              </a:rPr>
              <a:t>Deloitte </a:t>
            </a:r>
            <a:r>
              <a:rPr kumimoji="1" lang="en-US" altLang="ja-JP" sz="800" b="1" err="1">
                <a:solidFill>
                  <a:schemeClr val="tx1"/>
                </a:solidFill>
                <a:latin typeface="+mn-lt"/>
                <a:ea typeface="+mn-ea"/>
                <a:cs typeface="+mn-cs"/>
                <a:sym typeface="+mn-lt"/>
              </a:rPr>
              <a:t>Touche</a:t>
            </a:r>
            <a:r>
              <a:rPr kumimoji="1" lang="en-US" altLang="ja-JP" sz="800" b="1">
                <a:solidFill>
                  <a:schemeClr val="tx1"/>
                </a:solidFill>
                <a:latin typeface="+mn-lt"/>
                <a:ea typeface="+mn-ea"/>
                <a:cs typeface="+mn-cs"/>
                <a:sym typeface="+mn-lt"/>
              </a:rPr>
              <a:t> Tohmatsu Limited</a:t>
            </a:r>
            <a:endParaRPr kumimoji="1" lang="ja-JP" altLang="en-US" sz="800" b="1">
              <a:solidFill>
                <a:schemeClr val="tx1"/>
              </a:solidFill>
              <a:latin typeface="+mn-lt"/>
              <a:ea typeface="+mn-ea"/>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solidFill>
                  <a:schemeClr val="tx1"/>
                </a:solidFill>
                <a:latin typeface="+mn-lt"/>
                <a:ea typeface="+mn-ea"/>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604880"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pic>
        <p:nvPicPr>
          <p:cNvPr id="9" name="図 8">
            <a:extLst>
              <a:ext uri="{FF2B5EF4-FFF2-40B4-BE49-F238E27FC236}">
                <a16:creationId xmlns:a16="http://schemas.microsoft.com/office/drawing/2014/main" id="{FE41D69D-2433-4D11-814D-C797F4E5053E}"/>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bwMode="gray">
          <a:xfrm>
            <a:off x="478800" y="431999"/>
            <a:ext cx="2016000" cy="627200"/>
          </a:xfrm>
          <a:prstGeom prst="rect">
            <a:avLst/>
          </a:prstGeom>
        </p:spPr>
      </p:pic>
      <p:grpSp>
        <p:nvGrpSpPr>
          <p:cNvPr id="10" name="グループ化 9">
            <a:extLst>
              <a:ext uri="{FF2B5EF4-FFF2-40B4-BE49-F238E27FC236}">
                <a16:creationId xmlns:a16="http://schemas.microsoft.com/office/drawing/2014/main" id="{245A9EC4-0A34-443E-8A5C-E1C41D6E8ECA}"/>
              </a:ext>
            </a:extLst>
          </p:cNvPr>
          <p:cNvGrpSpPr/>
          <p:nvPr userDrawn="1"/>
        </p:nvGrpSpPr>
        <p:grpSpPr>
          <a:xfrm>
            <a:off x="10270800" y="3222000"/>
            <a:ext cx="1440000" cy="1861937"/>
            <a:chOff x="8050925" y="4451478"/>
            <a:chExt cx="1440000" cy="1861937"/>
          </a:xfrm>
        </p:grpSpPr>
        <p:pic>
          <p:nvPicPr>
            <p:cNvPr id="11" name="図 10" descr="ロゴ, 会社名&#10;&#10;自動的に生成された説明">
              <a:extLst>
                <a:ext uri="{FF2B5EF4-FFF2-40B4-BE49-F238E27FC236}">
                  <a16:creationId xmlns:a16="http://schemas.microsoft.com/office/drawing/2014/main" id="{C713905B-35CF-4B24-BCA2-637030354B41}"/>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925" y="4451478"/>
              <a:ext cx="1440000" cy="873777"/>
            </a:xfrm>
            <a:prstGeom prst="rect">
              <a:avLst/>
            </a:prstGeom>
          </p:spPr>
        </p:pic>
        <p:pic>
          <p:nvPicPr>
            <p:cNvPr id="12" name="図 11">
              <a:extLst>
                <a:ext uri="{FF2B5EF4-FFF2-40B4-BE49-F238E27FC236}">
                  <a16:creationId xmlns:a16="http://schemas.microsoft.com/office/drawing/2014/main" id="{DEA888C4-18A7-4DB2-A911-C4F477C66E70}"/>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29139" cy="839878"/>
            </a:xfrm>
            <a:prstGeom prst="rect">
              <a:avLst/>
            </a:prstGeom>
          </p:spPr>
        </p:pic>
      </p:grpSp>
      <p:pic>
        <p:nvPicPr>
          <p:cNvPr id="3" name="Picture 3">
            <a:extLst>
              <a:ext uri="{FF2B5EF4-FFF2-40B4-BE49-F238E27FC236}">
                <a16:creationId xmlns:a16="http://schemas.microsoft.com/office/drawing/2014/main" id="{B58FE27E-7473-91AD-522F-C6EE7B389FF8}"/>
              </a:ext>
            </a:extLst>
          </p:cNvPr>
          <p:cNvPicPr>
            <a:picLocks noChangeAspect="1"/>
          </p:cNvPicPr>
          <p:nvPr userDrawn="1"/>
        </p:nvPicPr>
        <p:blipFill>
          <a:blip r:embed="rId8"/>
          <a:srcRect/>
          <a:stretch/>
        </p:blipFill>
        <p:spPr>
          <a:xfrm>
            <a:off x="10694852" y="5436000"/>
            <a:ext cx="1198880" cy="1198880"/>
          </a:xfrm>
          <a:prstGeom prst="rect">
            <a:avLst/>
          </a:prstGeom>
        </p:spPr>
      </p:pic>
    </p:spTree>
    <p:extLst>
      <p:ext uri="{BB962C8B-B14F-4D97-AF65-F5344CB8AC3E}">
        <p14:creationId xmlns:p14="http://schemas.microsoft.com/office/powerpoint/2010/main" val="2146378117"/>
      </p:ext>
    </p:extLst>
  </p:cSld>
  <p:clrMapOvr>
    <a:overrideClrMapping bg1="dk1" tx1="lt1" bg2="dk2" tx2="lt2" accent1="accent1" accent2="accent2" accent3="accent3" accent4="accent4" accent5="accent5" accent6="accent6" hlink="hlink" folHlink="folHlink"/>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基本版）黒_背表紙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noChangeAspect="1"/>
          </p:cNvGraphicFramePr>
          <p:nvPr userDrawn="1">
            <p:custDataLst>
              <p:tags r:id="rId1"/>
            </p:custDataLst>
            <p:extLst>
              <p:ext uri="{D42A27DB-BD31-4B8C-83A1-F6EECF244321}">
                <p14:modId xmlns:p14="http://schemas.microsoft.com/office/powerpoint/2010/main" val="5219903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604606" cy="252826"/>
          </a:xfrm>
          <a:prstGeom prst="rect">
            <a:avLst/>
          </a:prstGeom>
          <a:noFill/>
        </p:spPr>
        <p:txBody>
          <a:bodyPr wrap="none" lIns="0" tIns="0" rIns="0" bIns="0" rtlCol="0">
            <a:spAutoFit/>
          </a:bodyPr>
          <a:lstStyle/>
          <a:p>
            <a:pPr>
              <a:lnSpc>
                <a:spcPts val="951"/>
              </a:lnSpc>
            </a:pPr>
            <a:r>
              <a:rPr kumimoji="1" lang="en-US" altLang="ja-JP" sz="800">
                <a:solidFill>
                  <a:schemeClr val="tx1"/>
                </a:solidFill>
                <a:latin typeface="+mn-lt"/>
                <a:ea typeface="+mn-ea"/>
                <a:cs typeface="+mn-cs"/>
                <a:sym typeface="+mn-lt"/>
              </a:rPr>
              <a:t>Member of</a:t>
            </a:r>
            <a:br>
              <a:rPr kumimoji="1" lang="en-US" altLang="ja-JP" sz="800">
                <a:solidFill>
                  <a:schemeClr val="tx1"/>
                </a:solidFill>
                <a:latin typeface="+mn-lt"/>
                <a:ea typeface="+mn-ea"/>
                <a:cs typeface="+mn-cs"/>
                <a:sym typeface="+mn-lt"/>
              </a:rPr>
            </a:br>
            <a:r>
              <a:rPr kumimoji="1" lang="en-US" altLang="ja-JP" sz="800" b="1">
                <a:solidFill>
                  <a:schemeClr val="tx1"/>
                </a:solidFill>
                <a:latin typeface="+mn-lt"/>
                <a:ea typeface="+mn-ea"/>
                <a:cs typeface="+mn-cs"/>
                <a:sym typeface="+mn-lt"/>
              </a:rPr>
              <a:t>Deloitte </a:t>
            </a:r>
            <a:r>
              <a:rPr kumimoji="1" lang="en-US" altLang="ja-JP" sz="800" b="1" err="1">
                <a:solidFill>
                  <a:schemeClr val="tx1"/>
                </a:solidFill>
                <a:latin typeface="+mn-lt"/>
                <a:ea typeface="+mn-ea"/>
                <a:cs typeface="+mn-cs"/>
                <a:sym typeface="+mn-lt"/>
              </a:rPr>
              <a:t>Touche</a:t>
            </a:r>
            <a:r>
              <a:rPr kumimoji="1" lang="en-US" altLang="ja-JP" sz="800" b="1">
                <a:solidFill>
                  <a:schemeClr val="tx1"/>
                </a:solidFill>
                <a:latin typeface="+mn-lt"/>
                <a:ea typeface="+mn-ea"/>
                <a:cs typeface="+mn-cs"/>
                <a:sym typeface="+mn-lt"/>
              </a:rPr>
              <a:t> Tohmatsu Limited</a:t>
            </a:r>
            <a:endParaRPr kumimoji="1" lang="ja-JP" altLang="en-US" sz="800" b="1">
              <a:solidFill>
                <a:schemeClr val="tx1"/>
              </a:solidFill>
              <a:latin typeface="+mn-lt"/>
              <a:ea typeface="+mn-ea"/>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solidFill>
                  <a:schemeClr val="tx1"/>
                </a:solidFill>
                <a:latin typeface="+mn-lt"/>
                <a:ea typeface="+mn-ea"/>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604880"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pic>
        <p:nvPicPr>
          <p:cNvPr id="10" name="図 9">
            <a:extLst>
              <a:ext uri="{FF2B5EF4-FFF2-40B4-BE49-F238E27FC236}">
                <a16:creationId xmlns:a16="http://schemas.microsoft.com/office/drawing/2014/main" id="{9C0938ED-B2BE-4693-8FA5-820BAD918B8F}"/>
              </a:ext>
            </a:extLst>
          </p:cNvPr>
          <p:cNvPicPr>
            <a:picLocks noChangeAspect="1"/>
          </p:cNvPicPr>
          <p:nvPr userDrawn="1"/>
        </p:nvPicPr>
        <p:blipFill rotWithShape="1">
          <a:blip r:embed="rId5">
            <a:extLst>
              <a:ext uri="{28A0092B-C50C-407E-A947-70E740481C1C}">
                <a14:useLocalDpi xmlns:a14="http://schemas.microsoft.com/office/drawing/2010/main"/>
              </a:ext>
            </a:extLst>
          </a:blip>
          <a:stretch/>
        </p:blipFill>
        <p:spPr bwMode="gray">
          <a:xfrm>
            <a:off x="478800" y="431997"/>
            <a:ext cx="3722400" cy="632360"/>
          </a:xfrm>
          <a:prstGeom prst="rect">
            <a:avLst/>
          </a:prstGeom>
        </p:spPr>
      </p:pic>
      <p:grpSp>
        <p:nvGrpSpPr>
          <p:cNvPr id="3" name="グループ化 2">
            <a:extLst>
              <a:ext uri="{FF2B5EF4-FFF2-40B4-BE49-F238E27FC236}">
                <a16:creationId xmlns:a16="http://schemas.microsoft.com/office/drawing/2014/main" id="{366F5FD9-1E58-CDA7-CACE-B242EB6B204F}"/>
              </a:ext>
            </a:extLst>
          </p:cNvPr>
          <p:cNvGrpSpPr/>
          <p:nvPr userDrawn="1"/>
        </p:nvGrpSpPr>
        <p:grpSpPr>
          <a:xfrm>
            <a:off x="10270800" y="3222000"/>
            <a:ext cx="1440000" cy="1861937"/>
            <a:chOff x="8050925" y="4451478"/>
            <a:chExt cx="1440000" cy="1861937"/>
          </a:xfrm>
        </p:grpSpPr>
        <p:pic>
          <p:nvPicPr>
            <p:cNvPr id="5" name="図 4" descr="ロゴ, 会社名&#10;&#10;自動的に生成された説明">
              <a:extLst>
                <a:ext uri="{FF2B5EF4-FFF2-40B4-BE49-F238E27FC236}">
                  <a16:creationId xmlns:a16="http://schemas.microsoft.com/office/drawing/2014/main" id="{D73EDECA-A512-7669-1691-62C5E111EAEA}"/>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925" y="4451478"/>
              <a:ext cx="1440000" cy="873777"/>
            </a:xfrm>
            <a:prstGeom prst="rect">
              <a:avLst/>
            </a:prstGeom>
          </p:spPr>
        </p:pic>
        <p:pic>
          <p:nvPicPr>
            <p:cNvPr id="6" name="図 5">
              <a:extLst>
                <a:ext uri="{FF2B5EF4-FFF2-40B4-BE49-F238E27FC236}">
                  <a16:creationId xmlns:a16="http://schemas.microsoft.com/office/drawing/2014/main" id="{17480D25-DAE4-135D-514C-ADF811A79B23}"/>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29139" cy="839878"/>
            </a:xfrm>
            <a:prstGeom prst="rect">
              <a:avLst/>
            </a:prstGeom>
          </p:spPr>
        </p:pic>
      </p:grpSp>
      <p:pic>
        <p:nvPicPr>
          <p:cNvPr id="7" name="Picture 3">
            <a:extLst>
              <a:ext uri="{FF2B5EF4-FFF2-40B4-BE49-F238E27FC236}">
                <a16:creationId xmlns:a16="http://schemas.microsoft.com/office/drawing/2014/main" id="{7114BB36-8EE5-0472-5190-1AC8C392D5CC}"/>
              </a:ext>
            </a:extLst>
          </p:cNvPr>
          <p:cNvPicPr>
            <a:picLocks noChangeAspect="1"/>
          </p:cNvPicPr>
          <p:nvPr userDrawn="1"/>
        </p:nvPicPr>
        <p:blipFill>
          <a:blip r:embed="rId8"/>
          <a:srcRect/>
          <a:stretch/>
        </p:blipFill>
        <p:spPr>
          <a:xfrm>
            <a:off x="10694852" y="5436000"/>
            <a:ext cx="1198880" cy="1198880"/>
          </a:xfrm>
          <a:prstGeom prst="rect">
            <a:avLst/>
          </a:prstGeom>
        </p:spPr>
      </p:pic>
    </p:spTree>
    <p:extLst>
      <p:ext uri="{BB962C8B-B14F-4D97-AF65-F5344CB8AC3E}">
        <p14:creationId xmlns:p14="http://schemas.microsoft.com/office/powerpoint/2010/main" val="553231123"/>
      </p:ext>
    </p:extLst>
  </p:cSld>
  <p:clrMapOvr>
    <a:overrideClrMapping bg1="dk1" tx1="lt1" bg2="dk2" tx2="lt2" accent1="accent1" accent2="accent2" accent3="accent3" accent4="accent4" accent5="accent5" accent6="accent6" hlink="hlink" folHlink="folHlink"/>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基本版②） タイトルのみ_16:9">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35992992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B5C48E74-0194-96FD-16F5-39F7833E8EEF}"/>
              </a:ext>
            </a:extLst>
          </p:cNvPr>
          <p:cNvSpPr>
            <a:spLocks noGrp="1"/>
          </p:cNvSpPr>
          <p:nvPr>
            <p:ph type="body" sz="quarter" idx="17" hasCustomPrompt="1"/>
          </p:nvPr>
        </p:nvSpPr>
        <p:spPr>
          <a:xfrm>
            <a:off x="478798" y="5951022"/>
            <a:ext cx="11233150" cy="360000"/>
          </a:xfrm>
        </p:spPr>
        <p:txBody>
          <a:bodyPr anchor="b">
            <a:noAutofit/>
          </a:bodyPr>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Tree>
    <p:extLst>
      <p:ext uri="{BB962C8B-B14F-4D97-AF65-F5344CB8AC3E}">
        <p14:creationId xmlns:p14="http://schemas.microsoft.com/office/powerpoint/2010/main" val="10363655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基本版②）タイトルのみ_出所・脚注なし_16:9">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30420444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Tree>
    <p:extLst>
      <p:ext uri="{BB962C8B-B14F-4D97-AF65-F5344CB8AC3E}">
        <p14:creationId xmlns:p14="http://schemas.microsoft.com/office/powerpoint/2010/main" val="25948881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基本版②）小見出しあり_16:9">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3291150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B5C48E74-0194-96FD-16F5-39F7833E8EEF}"/>
              </a:ext>
            </a:extLst>
          </p:cNvPr>
          <p:cNvSpPr>
            <a:spLocks noGrp="1"/>
          </p:cNvSpPr>
          <p:nvPr>
            <p:ph type="body" sz="quarter" idx="17" hasCustomPrompt="1"/>
          </p:nvPr>
        </p:nvSpPr>
        <p:spPr>
          <a:xfrm>
            <a:off x="478798" y="5951022"/>
            <a:ext cx="11233150" cy="360000"/>
          </a:xfrm>
        </p:spPr>
        <p:txBody>
          <a:bodyPr anchor="b">
            <a:noAutofit/>
          </a:bodyPr>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7" name="テキスト プレースホルダー 3">
            <a:extLst>
              <a:ext uri="{FF2B5EF4-FFF2-40B4-BE49-F238E27FC236}">
                <a16:creationId xmlns:a16="http://schemas.microsoft.com/office/drawing/2014/main" id="{22111ABA-B7FF-8C45-F205-C96EDB6F8C54}"/>
              </a:ext>
            </a:extLst>
          </p:cNvPr>
          <p:cNvSpPr>
            <a:spLocks noGrp="1"/>
          </p:cNvSpPr>
          <p:nvPr>
            <p:ph type="body" sz="quarter" idx="18" hasCustomPrompt="1"/>
          </p:nvPr>
        </p:nvSpPr>
        <p:spPr>
          <a:xfrm>
            <a:off x="479425" y="1494000"/>
            <a:ext cx="5437188" cy="468000"/>
          </a:xfrm>
        </p:spPr>
        <p:txBody>
          <a:bodyPr anchor="ctr">
            <a:noAutofit/>
          </a:bodyPr>
          <a:lstStyle>
            <a:lvl1pPr>
              <a:spcBef>
                <a:spcPts val="0"/>
              </a:spcBef>
              <a:defRPr sz="1800" b="1" baseline="0">
                <a:solidFill>
                  <a:schemeClr val="accent3"/>
                </a:solidFill>
                <a:latin typeface="+mn-lt"/>
                <a:ea typeface="+mn-ea"/>
                <a:cs typeface="+mn-cs"/>
              </a:defRPr>
            </a:lvl1pPr>
          </a:lstStyle>
          <a:p>
            <a:pPr lvl="0"/>
            <a:r>
              <a:rPr kumimoji="1" lang="ja-JP" altLang="en-US"/>
              <a:t>小見出し（オプション）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Tree>
    <p:extLst>
      <p:ext uri="{BB962C8B-B14F-4D97-AF65-F5344CB8AC3E}">
        <p14:creationId xmlns:p14="http://schemas.microsoft.com/office/powerpoint/2010/main" val="1444419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基本版②）黒_タイトルのみ_16:9">
    <p:bg>
      <p:bgRef idx="1001">
        <a:schemeClr val="bg1"/>
      </p:bgRef>
    </p:bg>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4354579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B5C48E74-0194-96FD-16F5-39F7833E8EEF}"/>
              </a:ext>
            </a:extLst>
          </p:cNvPr>
          <p:cNvSpPr>
            <a:spLocks noGrp="1"/>
          </p:cNvSpPr>
          <p:nvPr>
            <p:ph type="body" sz="quarter" idx="17" hasCustomPrompt="1"/>
          </p:nvPr>
        </p:nvSpPr>
        <p:spPr>
          <a:xfrm>
            <a:off x="478798" y="5951022"/>
            <a:ext cx="11233150" cy="360000"/>
          </a:xfrm>
        </p:spPr>
        <p:txBody>
          <a:bodyPr anchor="b">
            <a:noAutofit/>
          </a:bodyPr>
          <a:lstStyle>
            <a:lvl1pPr fontAlgn="auto">
              <a:lnSpc>
                <a:spcPct val="100000"/>
              </a:lnSpc>
              <a:spcBef>
                <a:spcPts val="0"/>
              </a:spcBef>
              <a:defRPr sz="1200" baseline="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Tree>
    <p:extLst>
      <p:ext uri="{BB962C8B-B14F-4D97-AF65-F5344CB8AC3E}">
        <p14:creationId xmlns:p14="http://schemas.microsoft.com/office/powerpoint/2010/main" val="3269081442"/>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基本版②）黒_タイトルのみ_出所・脚注なし_16:9">
    <p:bg>
      <p:bgRef idx="1001">
        <a:schemeClr val="bg1"/>
      </p:bgRef>
    </p:bg>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8415254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Tree>
    <p:extLst>
      <p:ext uri="{BB962C8B-B14F-4D97-AF65-F5344CB8AC3E}">
        <p14:creationId xmlns:p14="http://schemas.microsoft.com/office/powerpoint/2010/main" val="458450368"/>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基本版②）黒_小見出しあり_16:9">
    <p:bg>
      <p:bgRef idx="1001">
        <a:schemeClr val="bg1"/>
      </p:bgRef>
    </p:bg>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565569E2-3698-4981-B3D0-8A71927BC8F8}"/>
              </a:ext>
            </a:extLst>
          </p:cNvPr>
          <p:cNvGraphicFramePr>
            <a:graphicFrameLocks noChangeAspect="1"/>
          </p:cNvGraphicFramePr>
          <p:nvPr userDrawn="1">
            <p:custDataLst>
              <p:tags r:id="rId1"/>
            </p:custDataLst>
            <p:extLst>
              <p:ext uri="{D42A27DB-BD31-4B8C-83A1-F6EECF244321}">
                <p14:modId xmlns:p14="http://schemas.microsoft.com/office/powerpoint/2010/main" val="858825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6" name="オブジェクト 5" hidden="1">
                        <a:extLst>
                          <a:ext uri="{FF2B5EF4-FFF2-40B4-BE49-F238E27FC236}">
                            <a16:creationId xmlns:a16="http://schemas.microsoft.com/office/drawing/2014/main" id="{565569E2-3698-4981-B3D0-8A71927BC8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799" y="6588000"/>
            <a:ext cx="5184000" cy="169200"/>
          </a:xfrm>
        </p:spPr>
        <p:txBody>
          <a:bodyPr/>
          <a:lstStyle>
            <a:lvl1pPr>
              <a:defRPr>
                <a:solidFill>
                  <a:schemeClr val="tx1"/>
                </a:solidFill>
                <a:latin typeface="+mn-lt"/>
                <a:ea typeface="+mn-ea"/>
                <a:cs typeface="+mn-cs"/>
              </a:defRPr>
            </a:lvl1pPr>
          </a:lstStyle>
          <a:p>
            <a:r>
              <a:rPr lang="en-GB" altLang="en-GB"/>
              <a:t>DT Template 16:9</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defRPr>
            </a:lvl1pPr>
          </a:lstStyle>
          <a:p>
            <a:fld id="{56E56C22-CD92-4A50-AAD1-E2171E0619BD}"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B5C48E74-0194-96FD-16F5-39F7833E8EEF}"/>
              </a:ext>
            </a:extLst>
          </p:cNvPr>
          <p:cNvSpPr>
            <a:spLocks noGrp="1"/>
          </p:cNvSpPr>
          <p:nvPr>
            <p:ph type="body" sz="quarter" idx="17" hasCustomPrompt="1"/>
          </p:nvPr>
        </p:nvSpPr>
        <p:spPr>
          <a:xfrm>
            <a:off x="478798" y="5951022"/>
            <a:ext cx="11233150" cy="360000"/>
          </a:xfrm>
        </p:spPr>
        <p:txBody>
          <a:bodyPr anchor="b">
            <a:noAutofit/>
          </a:bodyPr>
          <a:lstStyle>
            <a:lvl1pPr fontAlgn="auto">
              <a:lnSpc>
                <a:spcPct val="100000"/>
              </a:lnSpc>
              <a:spcBef>
                <a:spcPts val="0"/>
              </a:spcBef>
              <a:defRPr sz="1200">
                <a:latin typeface="+mn-lt"/>
                <a:ea typeface="+mn-ea"/>
                <a:cs typeface="+mn-cs"/>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7" name="テキスト プレースホルダー 3">
            <a:extLst>
              <a:ext uri="{FF2B5EF4-FFF2-40B4-BE49-F238E27FC236}">
                <a16:creationId xmlns:a16="http://schemas.microsoft.com/office/drawing/2014/main" id="{22111ABA-B7FF-8C45-F205-C96EDB6F8C54}"/>
              </a:ext>
            </a:extLst>
          </p:cNvPr>
          <p:cNvSpPr>
            <a:spLocks noGrp="1"/>
          </p:cNvSpPr>
          <p:nvPr>
            <p:ph type="body" sz="quarter" idx="18" hasCustomPrompt="1"/>
          </p:nvPr>
        </p:nvSpPr>
        <p:spPr>
          <a:xfrm>
            <a:off x="479425" y="1494000"/>
            <a:ext cx="5437188" cy="468000"/>
          </a:xfrm>
        </p:spPr>
        <p:txBody>
          <a:bodyPr anchor="ctr">
            <a:noAutofit/>
          </a:bodyPr>
          <a:lstStyle>
            <a:lvl1pPr>
              <a:spcBef>
                <a:spcPts val="0"/>
              </a:spcBef>
              <a:defRPr sz="1800" b="1" baseline="0">
                <a:solidFill>
                  <a:schemeClr val="tx1"/>
                </a:solidFill>
                <a:latin typeface="+mn-lt"/>
                <a:ea typeface="+mn-ea"/>
                <a:cs typeface="+mn-cs"/>
              </a:defRPr>
            </a:lvl1pPr>
          </a:lstStyle>
          <a:p>
            <a:pPr lvl="0"/>
            <a:r>
              <a:rPr kumimoji="1" lang="ja-JP" altLang="en-US"/>
              <a:t>小見出し（オプション）</a:t>
            </a:r>
          </a:p>
        </p:txBody>
      </p:sp>
      <p:sp>
        <p:nvSpPr>
          <p:cNvPr id="9" name="テキスト プレースホルダー 2">
            <a:extLst>
              <a:ext uri="{FF2B5EF4-FFF2-40B4-BE49-F238E27FC236}">
                <a16:creationId xmlns:a16="http://schemas.microsoft.com/office/drawing/2014/main" id="{87B3B458-ABA1-4820-BE44-AF09043A23A8}"/>
              </a:ext>
            </a:extLst>
          </p:cNvPr>
          <p:cNvSpPr>
            <a:spLocks noGrp="1"/>
          </p:cNvSpPr>
          <p:nvPr>
            <p:ph type="body" sz="quarter" idx="16" hasCustomPrompt="1"/>
          </p:nvPr>
        </p:nvSpPr>
        <p:spPr bwMode="gray">
          <a:xfrm>
            <a:off x="478798" y="152400"/>
            <a:ext cx="11232000" cy="647700"/>
          </a:xfrm>
          <a:prstGeom prst="rect">
            <a:avLst/>
          </a:prstGeom>
        </p:spPr>
        <p:txBody>
          <a:bodyPr wrap="square" tIns="0" anchor="b" anchorCtr="0">
            <a:noAutofit/>
          </a:bodyPr>
          <a:lstStyle>
            <a:lvl1pPr fontAlgn="ctr">
              <a:lnSpc>
                <a:spcPct val="100000"/>
              </a:lnSpc>
              <a:spcBef>
                <a:spcPts val="0"/>
              </a:spcBef>
              <a:defRPr sz="2400" b="1" baseline="0">
                <a:solidFill>
                  <a:schemeClr val="tx1"/>
                </a:solidFill>
                <a:latin typeface="+mj-lt"/>
                <a:ea typeface="+mj-ea"/>
                <a:cs typeface="+mn-cs"/>
              </a:defRPr>
            </a:lvl1pPr>
          </a:lstStyle>
          <a:p>
            <a:pPr marL="0" marR="0" lvl="0" indent="0" algn="l" defTabSz="990564"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1" lang="ja-JP" altLang="en-US"/>
              <a:t>スライドタイトル（入力が必要）</a:t>
            </a:r>
          </a:p>
        </p:txBody>
      </p:sp>
      <p:sp>
        <p:nvSpPr>
          <p:cNvPr id="10" name="タイトル 5">
            <a:extLst>
              <a:ext uri="{FF2B5EF4-FFF2-40B4-BE49-F238E27FC236}">
                <a16:creationId xmlns:a16="http://schemas.microsoft.com/office/drawing/2014/main" id="{1976C00D-F300-41F7-B9BE-555B270FFC25}"/>
              </a:ext>
            </a:extLst>
          </p:cNvPr>
          <p:cNvSpPr>
            <a:spLocks noGrp="1"/>
          </p:cNvSpPr>
          <p:nvPr>
            <p:ph type="title" hasCustomPrompt="1"/>
          </p:nvPr>
        </p:nvSpPr>
        <p:spPr bwMode="gray">
          <a:xfrm>
            <a:off x="478798" y="836613"/>
            <a:ext cx="11232000" cy="647700"/>
          </a:xfrm>
        </p:spPr>
        <p:txBody>
          <a:bodyPr vert="horz" anchor="t" anchorCtr="0">
            <a:noAutofit/>
          </a:bodyPr>
          <a:lstStyle>
            <a:lvl1pPr>
              <a:defRPr sz="1800" b="0" baseline="0">
                <a:solidFill>
                  <a:schemeClr val="tx1"/>
                </a:solidFill>
                <a:latin typeface="+mn-lt"/>
                <a:ea typeface="+mn-ea"/>
                <a:cs typeface="+mj-cs"/>
              </a:defRPr>
            </a:lvl1pPr>
          </a:lstStyle>
          <a:p>
            <a:r>
              <a:rPr kumimoji="1" lang="ja-JP" altLang="en-US"/>
              <a:t>キーメッセージ（オプション）</a:t>
            </a:r>
          </a:p>
        </p:txBody>
      </p:sp>
    </p:spTree>
    <p:extLst>
      <p:ext uri="{BB962C8B-B14F-4D97-AF65-F5344CB8AC3E}">
        <p14:creationId xmlns:p14="http://schemas.microsoft.com/office/powerpoint/2010/main" val="2038172172"/>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基本版）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72E5A2AA-8632-4C90-834B-AAF8FA2847A7}"/>
              </a:ext>
            </a:extLst>
          </p:cNvPr>
          <p:cNvGraphicFramePr>
            <a:graphicFrameLocks/>
          </p:cNvGraphicFramePr>
          <p:nvPr userDrawn="1">
            <p:custDataLst>
              <p:tags r:id="rId1"/>
            </p:custDataLst>
            <p:extLst>
              <p:ext uri="{D42A27DB-BD31-4B8C-83A1-F6EECF244321}">
                <p14:modId xmlns:p14="http://schemas.microsoft.com/office/powerpoint/2010/main" val="26564769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72E5A2AA-8632-4C90-834B-AAF8FA2847A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latin typeface="+mn-lt"/>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cs typeface="+mn-cs"/>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78800" y="432000"/>
            <a:ext cx="2016000" cy="633201"/>
          </a:xfrm>
          <a:prstGeom prst="rect">
            <a:avLst/>
          </a:prstGeom>
        </p:spPr>
      </p:pic>
      <p:sp>
        <p:nvSpPr>
          <p:cNvPr id="6" name="日付プレースホルダー 5">
            <a:extLst>
              <a:ext uri="{FF2B5EF4-FFF2-40B4-BE49-F238E27FC236}">
                <a16:creationId xmlns:a16="http://schemas.microsoft.com/office/drawing/2014/main" id="{F26CE00B-EF0F-41D9-B6BD-2D199AF6C07D}"/>
              </a:ext>
            </a:extLst>
          </p:cNvPr>
          <p:cNvSpPr>
            <a:spLocks noGrp="1"/>
          </p:cNvSpPr>
          <p:nvPr>
            <p:ph type="dt" sz="half" idx="13"/>
          </p:nvPr>
        </p:nvSpPr>
        <p:spPr bwMode="gray"/>
        <p:txBody>
          <a:bodyPr/>
          <a:lstStyle>
            <a:lvl1pPr>
              <a:defRPr>
                <a:cs typeface="+mn-cs"/>
              </a:defRPr>
            </a:lvl1pPr>
          </a:lstStyle>
          <a:p>
            <a:pPr algn="ctr"/>
            <a:endParaRPr lang="en-US"/>
          </a:p>
        </p:txBody>
      </p:sp>
    </p:spTree>
    <p:extLst>
      <p:ext uri="{BB962C8B-B14F-4D97-AF65-F5344CB8AC3E}">
        <p14:creationId xmlns:p14="http://schemas.microsoft.com/office/powerpoint/2010/main" val="23517208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基本版）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F3F91AC-B9F8-4593-AC14-9A64CBC99950}"/>
              </a:ext>
            </a:extLst>
          </p:cNvPr>
          <p:cNvGraphicFramePr>
            <a:graphicFrameLocks/>
          </p:cNvGraphicFramePr>
          <p:nvPr userDrawn="1">
            <p:custDataLst>
              <p:tags r:id="rId1"/>
            </p:custDataLst>
            <p:extLst>
              <p:ext uri="{D42A27DB-BD31-4B8C-83A1-F6EECF244321}">
                <p14:modId xmlns:p14="http://schemas.microsoft.com/office/powerpoint/2010/main" val="11987666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8F3F91AC-B9F8-4593-AC14-9A64CBC999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123FC496-31C5-46DB-A99D-560417973E7D}"/>
              </a:ext>
            </a:extLst>
          </p:cNvPr>
          <p:cNvSpPr>
            <a:spLocks noGrp="1"/>
          </p:cNvSpPr>
          <p:nvPr>
            <p:ph type="dt" sz="half" idx="12"/>
          </p:nvPr>
        </p:nvSpPr>
        <p:spPr bwMode="gray"/>
        <p:txBody>
          <a:bodyPr/>
          <a:lstStyle>
            <a:lvl1pPr>
              <a:defRPr>
                <a:cs typeface="+mn-cs"/>
              </a:defRPr>
            </a:lvl1pPr>
          </a:lstStyle>
          <a:p>
            <a:pPr algn="ctr"/>
            <a:endParaRPr lang="en-US"/>
          </a:p>
        </p:txBody>
      </p:sp>
    </p:spTree>
    <p:extLst>
      <p:ext uri="{BB962C8B-B14F-4D97-AF65-F5344CB8AC3E}">
        <p14:creationId xmlns:p14="http://schemas.microsoft.com/office/powerpoint/2010/main" val="28940279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基本版）黒_タイトル_ ロゴ入り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A7976D6E-C49A-4F4A-AE13-FFFBECE61404}"/>
              </a:ext>
            </a:extLst>
          </p:cNvPr>
          <p:cNvGraphicFramePr>
            <a:graphicFrameLocks/>
          </p:cNvGraphicFramePr>
          <p:nvPr userDrawn="1">
            <p:custDataLst>
              <p:tags r:id="rId1"/>
            </p:custDataLst>
            <p:extLst>
              <p:ext uri="{D42A27DB-BD31-4B8C-83A1-F6EECF244321}">
                <p14:modId xmlns:p14="http://schemas.microsoft.com/office/powerpoint/2010/main" val="8502002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A7976D6E-C49A-4F4A-AE13-FFFBECE6140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latin typeface="+mn-lt"/>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vert="horz"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bg1"/>
                </a:solidFill>
                <a:latin typeface="+mn-lt"/>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latin typeface="+mn-lt"/>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bg1"/>
                </a:solidFill>
                <a:latin typeface="+mn-lt"/>
                <a:cs typeface="+mn-cs"/>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
        <p:nvSpPr>
          <p:cNvPr id="6" name="日付プレースホルダー 5">
            <a:extLst>
              <a:ext uri="{FF2B5EF4-FFF2-40B4-BE49-F238E27FC236}">
                <a16:creationId xmlns:a16="http://schemas.microsoft.com/office/drawing/2014/main" id="{3C714361-BA49-499D-BC89-8E0AF24FD365}"/>
              </a:ext>
            </a:extLst>
          </p:cNvPr>
          <p:cNvSpPr>
            <a:spLocks noGrp="1"/>
          </p:cNvSpPr>
          <p:nvPr>
            <p:ph type="dt" sz="half" idx="13"/>
          </p:nvPr>
        </p:nvSpPr>
        <p:spPr bwMode="gray"/>
        <p:txBody>
          <a:bodyPr/>
          <a:lstStyle>
            <a:lvl1pPr>
              <a:defRPr>
                <a:cs typeface="+mn-cs"/>
              </a:defRPr>
            </a:lvl1pPr>
          </a:lstStyle>
          <a:p>
            <a:pPr algn="ctr"/>
            <a:endParaRPr lang="en-US"/>
          </a:p>
        </p:txBody>
      </p:sp>
    </p:spTree>
    <p:extLst>
      <p:ext uri="{BB962C8B-B14F-4D97-AF65-F5344CB8AC3E}">
        <p14:creationId xmlns:p14="http://schemas.microsoft.com/office/powerpoint/2010/main" val="7228955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基本版）黒_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B84D28BC-667A-4B82-8BF2-52395A1B866F}"/>
              </a:ext>
            </a:extLst>
          </p:cNvPr>
          <p:cNvGraphicFramePr>
            <a:graphicFrameLocks/>
          </p:cNvGraphicFramePr>
          <p:nvPr userDrawn="1">
            <p:custDataLst>
              <p:tags r:id="rId1"/>
            </p:custDataLst>
            <p:extLst>
              <p:ext uri="{D42A27DB-BD31-4B8C-83A1-F6EECF244321}">
                <p14:modId xmlns:p14="http://schemas.microsoft.com/office/powerpoint/2010/main" val="18240505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B84D28BC-667A-4B82-8BF2-52395A1B86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vert="horz"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9E461804-808B-4C49-B40D-446D892A3BF8}"/>
              </a:ext>
            </a:extLst>
          </p:cNvPr>
          <p:cNvSpPr>
            <a:spLocks noGrp="1"/>
          </p:cNvSpPr>
          <p:nvPr>
            <p:ph type="dt" sz="half" idx="12"/>
          </p:nvPr>
        </p:nvSpPr>
        <p:spPr bwMode="gray"/>
        <p:txBody>
          <a:bodyPr/>
          <a:lstStyle>
            <a:lvl1pPr>
              <a:defRPr>
                <a:cs typeface="+mn-cs"/>
              </a:defRPr>
            </a:lvl1pPr>
          </a:lstStyle>
          <a:p>
            <a:pPr algn="ctr"/>
            <a:endParaRPr lang="en-US"/>
          </a:p>
        </p:txBody>
      </p:sp>
    </p:spTree>
    <p:extLst>
      <p:ext uri="{BB962C8B-B14F-4D97-AF65-F5344CB8AC3E}">
        <p14:creationId xmlns:p14="http://schemas.microsoft.com/office/powerpoint/2010/main" val="2990497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基本版）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D6642530-2487-4EE6-BEA5-E8FB44599D74}"/>
              </a:ext>
            </a:extLst>
          </p:cNvPr>
          <p:cNvGraphicFramePr>
            <a:graphicFrameLocks/>
          </p:cNvGraphicFramePr>
          <p:nvPr userDrawn="1">
            <p:custDataLst>
              <p:tags r:id="rId1"/>
            </p:custDataLst>
            <p:extLst>
              <p:ext uri="{D42A27DB-BD31-4B8C-83A1-F6EECF244321}">
                <p14:modId xmlns:p14="http://schemas.microsoft.com/office/powerpoint/2010/main" val="13127074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3" name="オブジェクト 2" hidden="1">
                        <a:extLst>
                          <a:ext uri="{FF2B5EF4-FFF2-40B4-BE49-F238E27FC236}">
                            <a16:creationId xmlns:a16="http://schemas.microsoft.com/office/drawing/2014/main" id="{D6642530-2487-4EE6-BEA5-E8FB44599D7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480000" y="1483200"/>
            <a:ext cx="5436000" cy="4824000"/>
          </a:xfrm>
          <a:prstGeom prst="rect">
            <a:avLst/>
          </a:prstGeom>
        </p:spPr>
        <p:txBody>
          <a:bodyPr/>
          <a:lstStyle>
            <a:lvl1pPr>
              <a:tabLst>
                <a:tab pos="5448101" algn="r"/>
              </a:tabLst>
              <a:defRPr>
                <a:cs typeface="+mn-cs"/>
              </a:defRPr>
            </a:lvl1pPr>
            <a:lvl2pPr>
              <a:tabLst>
                <a:tab pos="5448101" algn="r"/>
              </a:tabLst>
              <a:defRPr>
                <a:cs typeface="+mn-cs"/>
              </a:defRPr>
            </a:lvl2pPr>
            <a:lvl3pPr>
              <a:tabLst>
                <a:tab pos="5448101" algn="r"/>
              </a:tabLst>
              <a:defRPr>
                <a:cs typeface="+mn-cs"/>
              </a:defRPr>
            </a:lvl3pPr>
            <a:lvl4pPr>
              <a:tabLst>
                <a:tab pos="5448101" algn="r"/>
              </a:tabLst>
              <a:defRPr>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83200"/>
            <a:ext cx="5436000" cy="4824000"/>
          </a:xfrm>
          <a:prstGeom prst="rect">
            <a:avLst/>
          </a:prstGeom>
        </p:spPr>
        <p:txBody>
          <a:bodyPr/>
          <a:lstStyle>
            <a:lvl1pPr>
              <a:tabLst>
                <a:tab pos="5448101" algn="r"/>
              </a:tabLst>
              <a:defRPr>
                <a:cs typeface="+mn-cs"/>
              </a:defRPr>
            </a:lvl1pPr>
            <a:lvl2pPr>
              <a:tabLst>
                <a:tab pos="5448101" algn="r"/>
              </a:tabLst>
              <a:defRPr>
                <a:cs typeface="+mn-cs"/>
              </a:defRPr>
            </a:lvl2pPr>
            <a:lvl3pPr>
              <a:tabLst>
                <a:tab pos="5448101" algn="r"/>
              </a:tabLst>
              <a:defRPr>
                <a:cs typeface="+mn-cs"/>
              </a:defRPr>
            </a:lvl3pPr>
            <a:lvl4pPr>
              <a:tabLst>
                <a:tab pos="5448101" algn="r"/>
              </a:tabLst>
              <a:defRPr>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vert="horz"/>
          <a:lstStyle>
            <a:lvl1pPr>
              <a:defRPr baseline="0">
                <a:latin typeface="+mj-lt"/>
                <a:ea typeface="+mj-ea"/>
                <a:cs typeface="+mj-cs"/>
              </a:defRPr>
            </a:lvl1pPr>
          </a:lstStyle>
          <a:p>
            <a:r>
              <a:rPr kumimoji="1" lang="ja-JP" altLang="en-US"/>
              <a:t>マスター タイトルの書式設定</a:t>
            </a:r>
          </a:p>
        </p:txBody>
      </p:sp>
    </p:spTree>
    <p:extLst>
      <p:ext uri="{BB962C8B-B14F-4D97-AF65-F5344CB8AC3E}">
        <p14:creationId xmlns:p14="http://schemas.microsoft.com/office/powerpoint/2010/main" val="29479772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基本版）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34054917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p:txBody>
          <a:bodyPr/>
          <a:lstStyle>
            <a:lvl1pPr>
              <a:defRPr>
                <a:cs typeface="+mn-cs"/>
              </a:defRPr>
            </a:lvl1pPr>
          </a:lstStyle>
          <a:p>
            <a:endParaRPr lang="en-GB" altLang="en-GB"/>
          </a:p>
        </p:txBody>
      </p:sp>
      <p:sp>
        <p:nvSpPr>
          <p:cNvPr id="4" name="スライド番号プレースホルダー 3"/>
          <p:cNvSpPr>
            <a:spLocks noGrp="1"/>
          </p:cNvSpPr>
          <p:nvPr>
            <p:ph type="sldNum" sz="quarter" idx="11"/>
          </p:nvPr>
        </p:nvSpPr>
        <p:spPr bwMode="gray"/>
        <p:txBody>
          <a:bodyPr/>
          <a:lstStyle>
            <a:lvl1pPr>
              <a:defRPr>
                <a:cs typeface="+mn-cs"/>
              </a:defRPr>
            </a:lvl1pPr>
          </a:lstStyle>
          <a:p>
            <a:fld id="{AA5FCFE5-FE56-4EF1-80A8-07776887C2A1}" type="slidenum">
              <a:rPr lang="ja-JP" altLang="en-US" smtClean="0"/>
              <a:pPr/>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cs typeface="+mn-cs"/>
              </a:defRPr>
            </a:lvl1pPr>
          </a:lstStyle>
          <a:p>
            <a:pPr lvl="0"/>
            <a:r>
              <a:rPr kumimoji="1" lang="ja-JP" altLang="en-US"/>
              <a:t>マスター テキストの書式設定</a:t>
            </a:r>
          </a:p>
        </p:txBody>
      </p:sp>
      <p:sp>
        <p:nvSpPr>
          <p:cNvPr id="5" name="Text Box 37">
            <a:extLst>
              <a:ext uri="{FF2B5EF4-FFF2-40B4-BE49-F238E27FC236}">
                <a16:creationId xmlns:a16="http://schemas.microsoft.com/office/drawing/2014/main" id="{385A94CF-8CB1-C466-40C6-FF0115BA7D94}"/>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2026. For information, contact Deloitte Tohmatsu Group.</a:t>
            </a:r>
          </a:p>
        </p:txBody>
      </p:sp>
    </p:spTree>
    <p:extLst>
      <p:ext uri="{BB962C8B-B14F-4D97-AF65-F5344CB8AC3E}">
        <p14:creationId xmlns:p14="http://schemas.microsoft.com/office/powerpoint/2010/main" val="267638121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基本版）中表紙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cs typeface="+mn-cs"/>
              </a:defRPr>
            </a:lvl1pPr>
          </a:lstStyle>
          <a:p>
            <a:endParaRPr lang="en-GB" altLang="en-GB"/>
          </a:p>
        </p:txBody>
      </p:sp>
    </p:spTree>
    <p:extLst>
      <p:ext uri="{BB962C8B-B14F-4D97-AF65-F5344CB8AC3E}">
        <p14:creationId xmlns:p14="http://schemas.microsoft.com/office/powerpoint/2010/main" val="35881547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基本版）Accessible Green_中表紙_16:9">
    <p:bg>
      <p:bgPr>
        <a:solidFill>
          <a:schemeClr val="accent3"/>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10607426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25312935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基本版）Accessible Teal_中表紙_16:9">
    <p:bg>
      <p:bgPr>
        <a:solidFill>
          <a:schemeClr val="accent5"/>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41101896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基本版）Accessible Blue_中表紙_16:9">
    <p:bg>
      <p:bgPr>
        <a:solidFill>
          <a:schemeClr val="accent6"/>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368827771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基本版）タイトルのみ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1521658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9938070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基本版）タイトルのみ_出所・脚注なし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1521658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31250532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基本版）コンテンツ両サイド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41746226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 10"/>
          <p:cNvSpPr>
            <a:spLocks noGrp="1"/>
          </p:cNvSpPr>
          <p:nvPr>
            <p:ph type="ftr" sz="quarter" idx="10"/>
          </p:nvPr>
        </p:nvSpPr>
        <p:spPr bwMode="gray"/>
        <p:txBody>
          <a:bodyPr/>
          <a:lstStyle>
            <a:lvl1pPr>
              <a:defRPr>
                <a:solidFill>
                  <a:schemeClr val="tx1"/>
                </a:solidFill>
                <a:cs typeface="+mn-cs"/>
              </a:defRPr>
            </a:lvl1pPr>
          </a:lstStyle>
          <a:p>
            <a:endParaRPr lang="en-GB" altLang="en-GB"/>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ctr">
              <a:lnSpc>
                <a:spcPct val="100000"/>
              </a:lnSpc>
              <a:spcBef>
                <a:spcPts val="0"/>
              </a:spcBef>
              <a:defRPr sz="1800" b="1">
                <a:solidFill>
                  <a:schemeClr val="accent3"/>
                </a:solidFill>
              </a:defRPr>
            </a:lvl1pPr>
          </a:lstStyle>
          <a:p>
            <a:pPr lvl="0"/>
            <a:r>
              <a:rPr kumimoji="1" lang="ja-JP" altLang="en-US"/>
              <a:t>スライドタイトル</a:t>
            </a:r>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6275388" y="1008000"/>
            <a:ext cx="5437188" cy="468000"/>
          </a:xfrm>
        </p:spPr>
        <p:txBody>
          <a:bodyPr vert="horz" lIns="0" tIns="0" rIns="0" bIns="0" rtlCol="0" anchor="ctr">
            <a:noAutofit/>
          </a:bodyPr>
          <a:lstStyle>
            <a:lvl1pPr>
              <a:defRPr lang="ja-JP" altLang="en-US" sz="1800" b="1" dirty="0">
                <a:solidFill>
                  <a:schemeClr val="accent3"/>
                </a:solidFill>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479425" y="6001200"/>
            <a:ext cx="11231563" cy="309600"/>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Tree>
    <p:extLst>
      <p:ext uri="{BB962C8B-B14F-4D97-AF65-F5344CB8AC3E}">
        <p14:creationId xmlns:p14="http://schemas.microsoft.com/office/powerpoint/2010/main" val="12448757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基本版）コンテンツ全面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2321909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00" indent="-252000">
              <a:lnSpc>
                <a:spcPct val="110000"/>
              </a:lnSpc>
              <a:spcBef>
                <a:spcPts val="600"/>
              </a:spcBef>
              <a:buFont typeface="Wingdings" pitchFamily="2" charset="2"/>
              <a:buChar char="n"/>
              <a:defRPr sz="1600" baseline="0">
                <a:latin typeface="+mn-lt"/>
                <a:ea typeface="+mn-ea"/>
                <a:cs typeface="+mn-cs"/>
              </a:defRPr>
            </a:lvl2pPr>
            <a:lvl3pPr marL="504000" indent="-252000">
              <a:lnSpc>
                <a:spcPct val="110000"/>
              </a:lnSpc>
              <a:spcBef>
                <a:spcPts val="600"/>
              </a:spcBef>
              <a:buFont typeface="Wingdings" pitchFamily="2" charset="2"/>
              <a:buChar char="Ø"/>
              <a:defRPr sz="1600" baseline="0">
                <a:latin typeface="+mn-lt"/>
                <a:ea typeface="+mn-ea"/>
                <a:cs typeface="+mn-cs"/>
              </a:defRPr>
            </a:lvl3pPr>
            <a:lvl4pPr marL="684000" marR="0" indent="-180000" algn="l" defTabSz="989013" rtl="0" eaLnBrk="1" fontAlgn="auto" latinLnBrk="0" hangingPunct="1">
              <a:lnSpc>
                <a:spcPct val="110000"/>
              </a:lnSpc>
              <a:spcBef>
                <a:spcPts val="600"/>
              </a:spcBef>
              <a:spcAft>
                <a:spcPts val="0"/>
              </a:spcAft>
              <a:buClrTx/>
              <a:buSzTx/>
              <a:buFont typeface="Arial" pitchFamily="34" charset="0"/>
              <a:buChar char="•"/>
              <a:tabLst/>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89062006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基本版）黒_タイトルのみ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11670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7A7FA105-C4A6-DF57-0985-107BF930716D}"/>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20629815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基本版）黒_タイトルのみ_出所・脚注なし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11670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5" name="Text Box 37">
            <a:extLst>
              <a:ext uri="{FF2B5EF4-FFF2-40B4-BE49-F238E27FC236}">
                <a16:creationId xmlns:a16="http://schemas.microsoft.com/office/drawing/2014/main" id="{91AFE9C6-AFED-8CEE-9B20-46A57A97A23C}"/>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350258327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基本版）黒_コンテンツ両サイド_レベル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93899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 10"/>
          <p:cNvSpPr>
            <a:spLocks noGrp="1"/>
          </p:cNvSpPr>
          <p:nvPr>
            <p:ph type="ftr" sz="quarter" idx="10"/>
          </p:nvPr>
        </p:nvSpPr>
        <p:spPr bwMode="gray"/>
        <p:txBody>
          <a:bodyPr/>
          <a:lstStyle>
            <a:lvl1pPr>
              <a:defRPr>
                <a:solidFill>
                  <a:schemeClr val="bg1"/>
                </a:solidFill>
                <a:cs typeface="+mn-cs"/>
              </a:defRPr>
            </a:lvl1pPr>
          </a:lstStyle>
          <a:p>
            <a:endParaRPr lang="en-GB" altLang="en-GB"/>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479425" y="6001200"/>
            <a:ext cx="11231563" cy="309600"/>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ctr">
              <a:lnSpc>
                <a:spcPct val="100000"/>
              </a:lnSpc>
              <a:spcBef>
                <a:spcPts val="0"/>
              </a:spcBef>
              <a:defRPr sz="1800" b="1">
                <a:solidFill>
                  <a:schemeClr val="bg1"/>
                </a:solidFill>
              </a:defRPr>
            </a:lvl1pPr>
          </a:lstStyle>
          <a:p>
            <a:pPr lvl="0"/>
            <a:r>
              <a:rPr kumimoji="1" lang="ja-JP" altLang="en-US"/>
              <a:t>スライドタイトル</a:t>
            </a:r>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6275388" y="1008000"/>
            <a:ext cx="5437188" cy="468000"/>
          </a:xfrm>
        </p:spPr>
        <p:txBody>
          <a:bodyPr vert="horz" lIns="0" tIns="0" rIns="0" bIns="0" rtlCol="0" anchor="ctr">
            <a:noAutofit/>
          </a:bodyPr>
          <a:lstStyle>
            <a:lvl1pPr>
              <a:defRPr lang="ja-JP" altLang="en-US" sz="1800" b="1" dirty="0">
                <a:solidFill>
                  <a:schemeClr val="bg1"/>
                </a:solidFill>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18ADE627-CB4D-1BFB-D115-26ACBCADE3FF}"/>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14731149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基本版）黒_コンテンツ全面_レベル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42630104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10000"/>
              </a:lnSpc>
              <a:spcBef>
                <a:spcPts val="600"/>
              </a:spcBef>
              <a:buNone/>
              <a:defRPr sz="1600" baseline="0">
                <a:solidFill>
                  <a:schemeClr val="bg1"/>
                </a:solidFill>
                <a:latin typeface="+mn-lt"/>
                <a:ea typeface="+mn-ea"/>
                <a:cs typeface="+mn-cs"/>
              </a:defRPr>
            </a:lvl1pPr>
            <a:lvl2pPr marL="252000" indent="-252000">
              <a:lnSpc>
                <a:spcPct val="110000"/>
              </a:lnSpc>
              <a:spcBef>
                <a:spcPts val="600"/>
              </a:spcBef>
              <a:buFont typeface="Wingdings" pitchFamily="2" charset="2"/>
              <a:buChar char="n"/>
              <a:defRPr sz="1600" baseline="0">
                <a:solidFill>
                  <a:schemeClr val="bg1"/>
                </a:solidFill>
                <a:latin typeface="+mn-lt"/>
                <a:ea typeface="+mn-ea"/>
                <a:cs typeface="+mn-cs"/>
              </a:defRPr>
            </a:lvl2pPr>
            <a:lvl3pPr marL="504000" indent="-252000">
              <a:lnSpc>
                <a:spcPct val="110000"/>
              </a:lnSpc>
              <a:spcBef>
                <a:spcPts val="600"/>
              </a:spcBef>
              <a:buFont typeface="Wingdings" pitchFamily="2" charset="2"/>
              <a:buChar char="Ø"/>
              <a:defRPr sz="1600" baseline="0">
                <a:solidFill>
                  <a:schemeClr val="bg1"/>
                </a:solidFill>
                <a:latin typeface="+mn-lt"/>
                <a:ea typeface="+mn-ea"/>
                <a:cs typeface="+mn-cs"/>
              </a:defRPr>
            </a:lvl3pPr>
            <a:lvl4pPr marL="684000" marR="0" indent="-180000" algn="l" defTabSz="989013" rtl="0" eaLnBrk="1" fontAlgn="auto" latinLnBrk="0" hangingPunct="1">
              <a:lnSpc>
                <a:spcPct val="110000"/>
              </a:lnSpc>
              <a:spcBef>
                <a:spcPts val="600"/>
              </a:spcBef>
              <a:spcAft>
                <a:spcPts val="0"/>
              </a:spcAft>
              <a:buClrTx/>
              <a:buSzTx/>
              <a:buFont typeface="Arial" pitchFamily="34" charset="0"/>
              <a:buChar char="•"/>
              <a:tabLst/>
              <a:defRPr sz="1600" baseline="0">
                <a:solidFill>
                  <a:schemeClr val="bg1"/>
                </a:solidFill>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3F55A360-EB78-06C3-3E59-DD1D2B495269}"/>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384333506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33950152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a:extLst>
              <a:ext uri="{FF2B5EF4-FFF2-40B4-BE49-F238E27FC236}">
                <a16:creationId xmlns:a16="http://schemas.microsoft.com/office/drawing/2014/main" id="{367F1314-1825-435D-8B63-69D515D2D346}"/>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133324" cy="251544"/>
          </a:xfrm>
          <a:prstGeom prst="rect">
            <a:avLst/>
          </a:prstGeom>
          <a:noFill/>
        </p:spPr>
        <p:txBody>
          <a:bodyPr wrap="none" lIns="0" tIns="0" rIns="0" bIns="0" rtlCol="0">
            <a:spAutoFit/>
          </a:bodyPr>
          <a:lstStyle/>
          <a:p>
            <a:pPr>
              <a:lnSpc>
                <a:spcPts val="951"/>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Tohmatsu Limited</a:t>
            </a:r>
            <a:endParaRPr kumimoji="1" lang="ja-JP" altLang="en-US" sz="800" b="1">
              <a:solidFill>
                <a:prstClr val="black"/>
              </a:solidFill>
              <a:latin typeface="+mn-lt"/>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487861"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2026. For information, contact Deloitte Tohmatsu Group.</a:t>
            </a:r>
          </a:p>
        </p:txBody>
      </p:sp>
      <p:grpSp>
        <p:nvGrpSpPr>
          <p:cNvPr id="8" name="グループ化 7">
            <a:extLst>
              <a:ext uri="{FF2B5EF4-FFF2-40B4-BE49-F238E27FC236}">
                <a16:creationId xmlns:a16="http://schemas.microsoft.com/office/drawing/2014/main" id="{6D3A5278-6D4D-48CD-B33F-E16518FBA520}"/>
              </a:ext>
            </a:extLst>
          </p:cNvPr>
          <p:cNvGrpSpPr/>
          <p:nvPr userDrawn="1"/>
        </p:nvGrpSpPr>
        <p:grpSpPr>
          <a:xfrm>
            <a:off x="10270800" y="4114800"/>
            <a:ext cx="1440000" cy="1894801"/>
            <a:chOff x="8050246" y="4451478"/>
            <a:chExt cx="1440000" cy="1894801"/>
          </a:xfrm>
        </p:grpSpPr>
        <p:pic>
          <p:nvPicPr>
            <p:cNvPr id="9" name="図 8" descr="ロゴ, 会社名&#10;&#10;自動的に生成された説明">
              <a:extLst>
                <a:ext uri="{FF2B5EF4-FFF2-40B4-BE49-F238E27FC236}">
                  <a16:creationId xmlns:a16="http://schemas.microsoft.com/office/drawing/2014/main" id="{EE572D97-F5AE-4209-9B5E-6F62708DD6FB}"/>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246" y="4451478"/>
              <a:ext cx="1440000" cy="873777"/>
            </a:xfrm>
            <a:prstGeom prst="rect">
              <a:avLst/>
            </a:prstGeom>
          </p:spPr>
        </p:pic>
        <p:pic>
          <p:nvPicPr>
            <p:cNvPr id="10" name="図 9" descr="ロゴ&#10;&#10;自動的に生成された説明">
              <a:extLst>
                <a:ext uri="{FF2B5EF4-FFF2-40B4-BE49-F238E27FC236}">
                  <a16:creationId xmlns:a16="http://schemas.microsoft.com/office/drawing/2014/main" id="{174BAC09-EE91-4451-95F8-BA04B238569C}"/>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44450" cy="872742"/>
            </a:xfrm>
            <a:prstGeom prst="rect">
              <a:avLst/>
            </a:prstGeom>
          </p:spPr>
        </p:pic>
      </p:grpSp>
    </p:spTree>
    <p:extLst>
      <p:ext uri="{BB962C8B-B14F-4D97-AF65-F5344CB8AC3E}">
        <p14:creationId xmlns:p14="http://schemas.microsoft.com/office/powerpoint/2010/main" val="11913493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31216422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1"/>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487861"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2026. For information, contact Deloitte Tohmatsu Group.</a:t>
            </a:r>
          </a:p>
        </p:txBody>
      </p:sp>
      <p:pic>
        <p:nvPicPr>
          <p:cNvPr id="8" name="図 7">
            <a:extLst>
              <a:ext uri="{FF2B5EF4-FFF2-40B4-BE49-F238E27FC236}">
                <a16:creationId xmlns:a16="http://schemas.microsoft.com/office/drawing/2014/main" id="{501A15D5-7B51-4B9F-8EF0-8D771BACAF70}"/>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a:stretch/>
        </p:blipFill>
        <p:spPr bwMode="gray">
          <a:xfrm>
            <a:off x="478800" y="431005"/>
            <a:ext cx="3721455" cy="632962"/>
          </a:xfrm>
          <a:prstGeom prst="rect">
            <a:avLst/>
          </a:prstGeom>
          <a:noFill/>
          <a:ln>
            <a:noFill/>
          </a:ln>
        </p:spPr>
      </p:pic>
      <p:grpSp>
        <p:nvGrpSpPr>
          <p:cNvPr id="9" name="グループ化 8">
            <a:extLst>
              <a:ext uri="{FF2B5EF4-FFF2-40B4-BE49-F238E27FC236}">
                <a16:creationId xmlns:a16="http://schemas.microsoft.com/office/drawing/2014/main" id="{1ACB6E8B-BDC4-441B-80D9-3D4F1A7191BA}"/>
              </a:ext>
            </a:extLst>
          </p:cNvPr>
          <p:cNvGrpSpPr/>
          <p:nvPr userDrawn="1"/>
        </p:nvGrpSpPr>
        <p:grpSpPr>
          <a:xfrm>
            <a:off x="10270800" y="4114800"/>
            <a:ext cx="1440000" cy="1894801"/>
            <a:chOff x="8050246" y="4451478"/>
            <a:chExt cx="1440000" cy="1894801"/>
          </a:xfrm>
        </p:grpSpPr>
        <p:pic>
          <p:nvPicPr>
            <p:cNvPr id="10" name="図 9" descr="ロゴ, 会社名&#10;&#10;自動的に生成された説明">
              <a:extLst>
                <a:ext uri="{FF2B5EF4-FFF2-40B4-BE49-F238E27FC236}">
                  <a16:creationId xmlns:a16="http://schemas.microsoft.com/office/drawing/2014/main" id="{58297113-486E-410D-9152-DBAA7813B43E}"/>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246" y="4451478"/>
              <a:ext cx="1440000" cy="873777"/>
            </a:xfrm>
            <a:prstGeom prst="rect">
              <a:avLst/>
            </a:prstGeom>
          </p:spPr>
        </p:pic>
        <p:pic>
          <p:nvPicPr>
            <p:cNvPr id="11" name="図 10" descr="ロゴ&#10;&#10;自動的に生成された説明">
              <a:extLst>
                <a:ext uri="{FF2B5EF4-FFF2-40B4-BE49-F238E27FC236}">
                  <a16:creationId xmlns:a16="http://schemas.microsoft.com/office/drawing/2014/main" id="{DBB457B8-2E8C-4715-8CE0-9F6911CA7BA4}"/>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44450" cy="872742"/>
            </a:xfrm>
            <a:prstGeom prst="rect">
              <a:avLst/>
            </a:prstGeom>
          </p:spPr>
        </p:pic>
      </p:grpSp>
    </p:spTree>
    <p:extLst>
      <p:ext uri="{BB962C8B-B14F-4D97-AF65-F5344CB8AC3E}">
        <p14:creationId xmlns:p14="http://schemas.microsoft.com/office/powerpoint/2010/main" val="10824777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基本版）黒_背表紙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27350161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1"/>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solidFill>
                  <a:schemeClr val="bg1"/>
                </a:solidFill>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487861"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2026. For information, contact Deloitte Tohmatsu Group.</a:t>
            </a:r>
          </a:p>
        </p:txBody>
      </p:sp>
      <p:pic>
        <p:nvPicPr>
          <p:cNvPr id="9" name="図 8">
            <a:extLst>
              <a:ext uri="{FF2B5EF4-FFF2-40B4-BE49-F238E27FC236}">
                <a16:creationId xmlns:a16="http://schemas.microsoft.com/office/drawing/2014/main" id="{FE41D69D-2433-4D11-814D-C797F4E5053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grpSp>
        <p:nvGrpSpPr>
          <p:cNvPr id="10" name="グループ化 9">
            <a:extLst>
              <a:ext uri="{FF2B5EF4-FFF2-40B4-BE49-F238E27FC236}">
                <a16:creationId xmlns:a16="http://schemas.microsoft.com/office/drawing/2014/main" id="{245A9EC4-0A34-443E-8A5C-E1C41D6E8ECA}"/>
              </a:ext>
            </a:extLst>
          </p:cNvPr>
          <p:cNvGrpSpPr/>
          <p:nvPr userDrawn="1"/>
        </p:nvGrpSpPr>
        <p:grpSpPr>
          <a:xfrm>
            <a:off x="10270800" y="4114800"/>
            <a:ext cx="1440000" cy="1861937"/>
            <a:chOff x="8050925" y="4451478"/>
            <a:chExt cx="1440000" cy="1861937"/>
          </a:xfrm>
        </p:grpSpPr>
        <p:pic>
          <p:nvPicPr>
            <p:cNvPr id="11" name="図 10" descr="ロゴ, 会社名&#10;&#10;自動的に生成された説明">
              <a:extLst>
                <a:ext uri="{FF2B5EF4-FFF2-40B4-BE49-F238E27FC236}">
                  <a16:creationId xmlns:a16="http://schemas.microsoft.com/office/drawing/2014/main" id="{C713905B-35CF-4B24-BCA2-637030354B41}"/>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925" y="4451478"/>
              <a:ext cx="1440000" cy="873777"/>
            </a:xfrm>
            <a:prstGeom prst="rect">
              <a:avLst/>
            </a:prstGeom>
          </p:spPr>
        </p:pic>
        <p:pic>
          <p:nvPicPr>
            <p:cNvPr id="12" name="図 11">
              <a:extLst>
                <a:ext uri="{FF2B5EF4-FFF2-40B4-BE49-F238E27FC236}">
                  <a16:creationId xmlns:a16="http://schemas.microsoft.com/office/drawing/2014/main" id="{DEA888C4-18A7-4DB2-A911-C4F477C66E70}"/>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29139" cy="839878"/>
            </a:xfrm>
            <a:prstGeom prst="rect">
              <a:avLst/>
            </a:prstGeom>
          </p:spPr>
        </p:pic>
      </p:grpSp>
    </p:spTree>
    <p:extLst>
      <p:ext uri="{BB962C8B-B14F-4D97-AF65-F5344CB8AC3E}">
        <p14:creationId xmlns:p14="http://schemas.microsoft.com/office/powerpoint/2010/main" val="15397325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基本版）黒_背表紙_トーマツロゴ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10752082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a:extLst>
              <a:ext uri="{FF2B5EF4-FFF2-40B4-BE49-F238E27FC236}">
                <a16:creationId xmlns:a16="http://schemas.microsoft.com/office/drawing/2014/main" id="{9483C3FE-A231-4B89-B872-32F0B9B83B51}"/>
              </a:ext>
            </a:extLst>
          </p:cNvPr>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1"/>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a:extLst>
              <a:ext uri="{FF2B5EF4-FFF2-40B4-BE49-F238E27FC236}">
                <a16:creationId xmlns:a16="http://schemas.microsoft.com/office/drawing/2014/main" id="{524BFF78-91C0-4FA5-B03F-78B1D33C00F5}"/>
              </a:ext>
            </a:extLst>
          </p:cNvPr>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solidFill>
                  <a:schemeClr val="bg1"/>
                </a:solidFill>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a:extLst>
              <a:ext uri="{FF2B5EF4-FFF2-40B4-BE49-F238E27FC236}">
                <a16:creationId xmlns:a16="http://schemas.microsoft.com/office/drawing/2014/main" id="{9BD445DE-20C1-460B-9740-50459E6F6E63}"/>
              </a:ext>
            </a:extLst>
          </p:cNvPr>
          <p:cNvSpPr txBox="1">
            <a:spLocks noChangeArrowheads="1"/>
          </p:cNvSpPr>
          <p:nvPr userDrawn="1"/>
        </p:nvSpPr>
        <p:spPr bwMode="gray">
          <a:xfrm>
            <a:off x="478800" y="6660000"/>
            <a:ext cx="2487861" cy="123111"/>
          </a:xfrm>
          <a:prstGeom prst="rect">
            <a:avLst/>
          </a:prstGeom>
          <a:noFill/>
          <a:ln w="9525">
            <a:noFill/>
            <a:miter lim="800000"/>
            <a:headEnd/>
            <a:tailEnd/>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2026. For information, contact Deloitte Tohmatsu Group.</a:t>
            </a:r>
          </a:p>
        </p:txBody>
      </p:sp>
      <p:pic>
        <p:nvPicPr>
          <p:cNvPr id="10" name="図 9">
            <a:extLst>
              <a:ext uri="{FF2B5EF4-FFF2-40B4-BE49-F238E27FC236}">
                <a16:creationId xmlns:a16="http://schemas.microsoft.com/office/drawing/2014/main" id="{9C0938ED-B2BE-4693-8FA5-820BAD918B8F}"/>
              </a:ext>
            </a:extLst>
          </p:cNvPr>
          <p:cNvPicPr>
            <a:picLocks noChangeAspect="1"/>
          </p:cNvPicPr>
          <p:nvPr userDrawn="1"/>
        </p:nvPicPr>
        <p:blipFill rotWithShape="1">
          <a:blip r:embed="rId5">
            <a:extLst>
              <a:ext uri="{28A0092B-C50C-407E-A947-70E740481C1C}">
                <a14:useLocalDpi xmlns:a14="http://schemas.microsoft.com/office/drawing/2010/main" val="0"/>
              </a:ext>
            </a:extLst>
          </a:blip>
          <a:stretch/>
        </p:blipFill>
        <p:spPr bwMode="gray">
          <a:xfrm>
            <a:off x="478800" y="431997"/>
            <a:ext cx="3722400" cy="632360"/>
          </a:xfrm>
          <a:prstGeom prst="rect">
            <a:avLst/>
          </a:prstGeom>
        </p:spPr>
      </p:pic>
      <p:grpSp>
        <p:nvGrpSpPr>
          <p:cNvPr id="14" name="グループ化 13">
            <a:extLst>
              <a:ext uri="{FF2B5EF4-FFF2-40B4-BE49-F238E27FC236}">
                <a16:creationId xmlns:a16="http://schemas.microsoft.com/office/drawing/2014/main" id="{A32278A0-B6A6-4196-A48B-DD36F4F398E7}"/>
              </a:ext>
            </a:extLst>
          </p:cNvPr>
          <p:cNvGrpSpPr/>
          <p:nvPr userDrawn="1"/>
        </p:nvGrpSpPr>
        <p:grpSpPr>
          <a:xfrm>
            <a:off x="10270800" y="4114800"/>
            <a:ext cx="1440000" cy="1861937"/>
            <a:chOff x="8050925" y="4451478"/>
            <a:chExt cx="1440000" cy="1861937"/>
          </a:xfrm>
        </p:grpSpPr>
        <p:pic>
          <p:nvPicPr>
            <p:cNvPr id="15" name="図 14" descr="ロゴ, 会社名&#10;&#10;自動的に生成された説明">
              <a:extLst>
                <a:ext uri="{FF2B5EF4-FFF2-40B4-BE49-F238E27FC236}">
                  <a16:creationId xmlns:a16="http://schemas.microsoft.com/office/drawing/2014/main" id="{2395C2A1-39CD-425B-94BE-D67F2CCD8D6D}"/>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bwMode="gray">
            <a:xfrm>
              <a:off x="8050925" y="4451478"/>
              <a:ext cx="1440000" cy="873777"/>
            </a:xfrm>
            <a:prstGeom prst="rect">
              <a:avLst/>
            </a:prstGeom>
          </p:spPr>
        </p:pic>
        <p:pic>
          <p:nvPicPr>
            <p:cNvPr id="16" name="図 15">
              <a:extLst>
                <a:ext uri="{FF2B5EF4-FFF2-40B4-BE49-F238E27FC236}">
                  <a16:creationId xmlns:a16="http://schemas.microsoft.com/office/drawing/2014/main" id="{7CC8C78A-26CC-4239-9442-4410264A93E8}"/>
                </a:ext>
              </a:extLst>
            </p:cNvPr>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8148021" y="5473537"/>
              <a:ext cx="1229139" cy="839878"/>
            </a:xfrm>
            <a:prstGeom prst="rect">
              <a:avLst/>
            </a:prstGeom>
          </p:spPr>
        </p:pic>
      </p:grpSp>
    </p:spTree>
    <p:extLst>
      <p:ext uri="{BB962C8B-B14F-4D97-AF65-F5344CB8AC3E}">
        <p14:creationId xmlns:p14="http://schemas.microsoft.com/office/powerpoint/2010/main" val="427568777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03290C-9741-F83F-15FD-B8258A147175}"/>
              </a:ext>
            </a:extLst>
          </p:cNvPr>
          <p:cNvSpPr>
            <a:spLocks noGrp="1"/>
          </p:cNvSpPr>
          <p:nvPr>
            <p:ph type="title"/>
          </p:nvPr>
        </p:nvSpPr>
        <p:spPr/>
        <p:txBody>
          <a:bodyPr/>
          <a:lstStyle/>
          <a:p>
            <a:r>
              <a:rPr kumimoji="1" lang="ja-JP" altLang="en-US"/>
              <a:t>マスター タイトルの書式設定</a:t>
            </a:r>
          </a:p>
        </p:txBody>
      </p:sp>
      <p:sp>
        <p:nvSpPr>
          <p:cNvPr id="3" name="フッター プレースホルダー 2">
            <a:extLst>
              <a:ext uri="{FF2B5EF4-FFF2-40B4-BE49-F238E27FC236}">
                <a16:creationId xmlns:a16="http://schemas.microsoft.com/office/drawing/2014/main" id="{96AD8C58-AEC9-C643-7C2A-EEB47AFED2A2}"/>
              </a:ext>
            </a:extLst>
          </p:cNvPr>
          <p:cNvSpPr>
            <a:spLocks noGrp="1"/>
          </p:cNvSpPr>
          <p:nvPr>
            <p:ph type="ftr" sz="quarter" idx="10"/>
          </p:nvPr>
        </p:nvSpPr>
        <p:spPr/>
        <p:txBody>
          <a:bodyPr/>
          <a:lstStyle/>
          <a:p>
            <a:pPr fontAlgn="auto">
              <a:spcBef>
                <a:spcPts val="0"/>
              </a:spcBef>
              <a:spcAft>
                <a:spcPts val="0"/>
              </a:spcAft>
            </a:pPr>
            <a:endParaRPr kumimoji="1" lang="en-GB" altLang="en-GB"/>
          </a:p>
        </p:txBody>
      </p:sp>
      <p:sp>
        <p:nvSpPr>
          <p:cNvPr id="4" name="スライド番号プレースホルダー 3">
            <a:extLst>
              <a:ext uri="{FF2B5EF4-FFF2-40B4-BE49-F238E27FC236}">
                <a16:creationId xmlns:a16="http://schemas.microsoft.com/office/drawing/2014/main" id="{69EAEBBD-886B-31F9-5308-01B1A3C7201D}"/>
              </a:ext>
            </a:extLst>
          </p:cNvPr>
          <p:cNvSpPr>
            <a:spLocks noGrp="1"/>
          </p:cNvSpPr>
          <p:nvPr>
            <p:ph type="sldNum" sz="quarter" idx="11"/>
          </p:nvPr>
        </p:nvSpPr>
        <p:spPr/>
        <p:txBody>
          <a:body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5" name="日付プレースホルダー 4">
            <a:extLst>
              <a:ext uri="{FF2B5EF4-FFF2-40B4-BE49-F238E27FC236}">
                <a16:creationId xmlns:a16="http://schemas.microsoft.com/office/drawing/2014/main" id="{B480E722-07C0-6BE3-5FC1-99CE04E80AB6}"/>
              </a:ext>
            </a:extLst>
          </p:cNvPr>
          <p:cNvSpPr>
            <a:spLocks noGrp="1"/>
          </p:cNvSpPr>
          <p:nvPr>
            <p:ph type="dt" sz="half" idx="12"/>
          </p:nvPr>
        </p:nvSpPr>
        <p:spPr/>
        <p:txBody>
          <a:bodyPr/>
          <a:lstStyle/>
          <a:p>
            <a:pPr algn="ctr"/>
            <a:endParaRPr lang="en-US"/>
          </a:p>
        </p:txBody>
      </p:sp>
    </p:spTree>
    <p:extLst>
      <p:ext uri="{BB962C8B-B14F-4D97-AF65-F5344CB8AC3E}">
        <p14:creationId xmlns:p14="http://schemas.microsoft.com/office/powerpoint/2010/main" val="400783827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6BC8BF-6A3A-CCD9-795A-5B3D5A0B911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BB9E84B-517A-6B7B-7B34-BD2C2E27785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4B77A3F-77BB-42EA-F36D-C1B74CADE727}"/>
              </a:ext>
            </a:extLst>
          </p:cNvPr>
          <p:cNvSpPr>
            <a:spLocks noGrp="1"/>
          </p:cNvSpPr>
          <p:nvPr>
            <p:ph type="dt" sz="half" idx="10"/>
          </p:nvPr>
        </p:nvSpPr>
        <p:spPr/>
        <p:txBody>
          <a:bodyPr/>
          <a:lstStyle/>
          <a:p>
            <a:endParaRPr kumimoji="1" lang="ja-JP" altLang="en-US"/>
          </a:p>
        </p:txBody>
      </p:sp>
      <p:sp>
        <p:nvSpPr>
          <p:cNvPr id="5" name="フッター プレースホルダー 4">
            <a:extLst>
              <a:ext uri="{FF2B5EF4-FFF2-40B4-BE49-F238E27FC236}">
                <a16:creationId xmlns:a16="http://schemas.microsoft.com/office/drawing/2014/main" id="{056E2414-BE63-1FB5-A9C1-EA0A1A73F84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2FB8169-85F8-F698-3517-15BC0F564DC0}"/>
              </a:ext>
            </a:extLst>
          </p:cNvPr>
          <p:cNvSpPr>
            <a:spLocks noGrp="1"/>
          </p:cNvSpPr>
          <p:nvPr>
            <p:ph type="sldNum" sz="quarter" idx="12"/>
          </p:nvPr>
        </p:nvSpPr>
        <p:spPr/>
        <p:txBody>
          <a:bodyPr/>
          <a:lstStyle/>
          <a:p>
            <a:fld id="{9F87F2FE-3C3D-4AB2-870D-B4E57AB68CB8}" type="slidenum">
              <a:rPr kumimoji="1" lang="ja-JP" altLang="en-US" smtClean="0"/>
              <a:t>‹#›</a:t>
            </a:fld>
            <a:endParaRPr kumimoji="1" lang="ja-JP" altLang="en-US"/>
          </a:p>
        </p:txBody>
      </p:sp>
    </p:spTree>
    <p:extLst>
      <p:ext uri="{BB962C8B-B14F-4D97-AF65-F5344CB8AC3E}">
        <p14:creationId xmlns:p14="http://schemas.microsoft.com/office/powerpoint/2010/main" val="40184007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基本版） タイトルのみ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030112370"/>
              </p:ext>
            </p:ext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63" imgH="564" progId="TCLayout.ActiveDocument.1">
                  <p:embed/>
                </p:oleObj>
              </mc:Choice>
              <mc:Fallback>
                <p:oleObj name="thinkcellスライド" r:id="rId3" imgW="563" imgH="564"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400" b="1">
                <a:solidFill>
                  <a:schemeClr val="accent1"/>
                </a:solidFill>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07275352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基本版）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F3F91AC-B9F8-4593-AC14-9A64CBC99950}"/>
              </a:ext>
            </a:extLst>
          </p:cNvPr>
          <p:cNvGraphicFramePr>
            <a:graphicFrameLocks/>
          </p:cNvGraphicFramePr>
          <p:nvPr userDrawn="1">
            <p:custDataLst>
              <p:tags r:id="rId1"/>
            </p:custDataLst>
            <p:extLst>
              <p:ext uri="{D42A27DB-BD31-4B8C-83A1-F6EECF244321}">
                <p14:modId xmlns:p14="http://schemas.microsoft.com/office/powerpoint/2010/main" val="11987666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8F3F91AC-B9F8-4593-AC14-9A64CBC9995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vert="horz"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123FC496-31C5-46DB-A99D-560417973E7D}"/>
              </a:ext>
            </a:extLst>
          </p:cNvPr>
          <p:cNvSpPr>
            <a:spLocks noGrp="1"/>
          </p:cNvSpPr>
          <p:nvPr>
            <p:ph type="dt" sz="half" idx="12"/>
          </p:nvPr>
        </p:nvSpPr>
        <p:spPr bwMode="gray">
          <a:xfrm>
            <a:off x="5651167" y="6444000"/>
            <a:ext cx="889666" cy="169277"/>
          </a:xfrm>
          <a:prstGeom prst="rect">
            <a:avLst/>
          </a:prstGeom>
        </p:spPr>
        <p:txBody>
          <a:bodyPr/>
          <a:lstStyle>
            <a:lvl1pPr>
              <a:defRPr>
                <a:cs typeface="+mn-cs"/>
              </a:defRPr>
            </a:lvl1pPr>
          </a:lstStyle>
          <a:p>
            <a:pPr algn="ctr"/>
            <a:endParaRPr lang="en-US"/>
          </a:p>
        </p:txBody>
      </p:sp>
    </p:spTree>
    <p:extLst>
      <p:ext uri="{BB962C8B-B14F-4D97-AF65-F5344CB8AC3E}">
        <p14:creationId xmlns:p14="http://schemas.microsoft.com/office/powerpoint/2010/main" val="210857479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基本版）黒_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B84D28BC-667A-4B82-8BF2-52395A1B866F}"/>
              </a:ext>
            </a:extLst>
          </p:cNvPr>
          <p:cNvGraphicFramePr>
            <a:graphicFrameLocks/>
          </p:cNvGraphicFramePr>
          <p:nvPr userDrawn="1">
            <p:custDataLst>
              <p:tags r:id="rId1"/>
            </p:custDataLst>
            <p:extLst>
              <p:ext uri="{D42A27DB-BD31-4B8C-83A1-F6EECF244321}">
                <p14:modId xmlns:p14="http://schemas.microsoft.com/office/powerpoint/2010/main" val="18240505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4" name="オブジェクト 3" hidden="1">
                        <a:extLst>
                          <a:ext uri="{FF2B5EF4-FFF2-40B4-BE49-F238E27FC236}">
                            <a16:creationId xmlns:a16="http://schemas.microsoft.com/office/drawing/2014/main" id="{B84D28BC-667A-4B82-8BF2-52395A1B86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p:nvPr>
        </p:nvSpPr>
        <p:spPr bwMode="gray">
          <a:xfrm>
            <a:off x="3666000" y="999000"/>
            <a:ext cx="4860000" cy="4860000"/>
          </a:xfrm>
          <a:prstGeom prst="rect">
            <a:avLst/>
          </a:prstGeom>
        </p:spPr>
        <p:txBody>
          <a:bodyPr/>
          <a:lstStyle>
            <a:lvl1pPr>
              <a:defRPr>
                <a:solidFill>
                  <a:schemeClr val="bg1"/>
                </a:solidFill>
                <a:cs typeface="+mn-cs"/>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vert="horz"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cs typeface="+mn-cs"/>
              </a:defRPr>
            </a:lvl1pPr>
            <a:lvl2pPr marL="495283" indent="0" algn="ctr">
              <a:buNone/>
              <a:defRPr sz="2167"/>
            </a:lvl2pPr>
            <a:lvl3pPr marL="990564" indent="0" algn="ctr">
              <a:buNone/>
              <a:defRPr sz="1950"/>
            </a:lvl3pPr>
            <a:lvl4pPr marL="1485846" indent="0" algn="ctr">
              <a:buNone/>
              <a:defRPr sz="1733"/>
            </a:lvl4pPr>
            <a:lvl5pPr marL="1981127" indent="0" algn="ctr">
              <a:buNone/>
              <a:defRPr sz="1733"/>
            </a:lvl5pPr>
            <a:lvl6pPr marL="2476410" indent="0" algn="ctr">
              <a:buNone/>
              <a:defRPr sz="1733"/>
            </a:lvl6pPr>
            <a:lvl7pPr marL="2971692" indent="0" algn="ctr">
              <a:buNone/>
              <a:defRPr sz="1733"/>
            </a:lvl7pPr>
            <a:lvl8pPr marL="3466973" indent="0" algn="ctr">
              <a:buNone/>
              <a:defRPr sz="1733"/>
            </a:lvl8pPr>
            <a:lvl9pPr marL="3962255" indent="0" algn="ctr">
              <a:buNone/>
              <a:defRPr sz="1733"/>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cs typeface="+mn-cs"/>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a:extLst>
              <a:ext uri="{FF2B5EF4-FFF2-40B4-BE49-F238E27FC236}">
                <a16:creationId xmlns:a16="http://schemas.microsoft.com/office/drawing/2014/main" id="{9E461804-808B-4C49-B40D-446D892A3BF8}"/>
              </a:ext>
            </a:extLst>
          </p:cNvPr>
          <p:cNvSpPr>
            <a:spLocks noGrp="1"/>
          </p:cNvSpPr>
          <p:nvPr>
            <p:ph type="dt" sz="half" idx="12"/>
          </p:nvPr>
        </p:nvSpPr>
        <p:spPr bwMode="gray">
          <a:xfrm>
            <a:off x="5651167" y="6444000"/>
            <a:ext cx="889666" cy="169277"/>
          </a:xfrm>
          <a:prstGeom prst="rect">
            <a:avLst/>
          </a:prstGeom>
        </p:spPr>
        <p:txBody>
          <a:bodyPr/>
          <a:lstStyle>
            <a:lvl1pPr>
              <a:defRPr>
                <a:cs typeface="+mn-cs"/>
              </a:defRPr>
            </a:lvl1pPr>
          </a:lstStyle>
          <a:p>
            <a:pPr algn="ctr"/>
            <a:endParaRPr lang="en-US"/>
          </a:p>
        </p:txBody>
      </p:sp>
    </p:spTree>
    <p:extLst>
      <p:ext uri="{BB962C8B-B14F-4D97-AF65-F5344CB8AC3E}">
        <p14:creationId xmlns:p14="http://schemas.microsoft.com/office/powerpoint/2010/main" val="262816279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基本版）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D6642530-2487-4EE6-BEA5-E8FB44599D74}"/>
              </a:ext>
            </a:extLst>
          </p:cNvPr>
          <p:cNvGraphicFramePr>
            <a:graphicFrameLocks/>
          </p:cNvGraphicFramePr>
          <p:nvPr userDrawn="1">
            <p:custDataLst>
              <p:tags r:id="rId1"/>
            </p:custDataLst>
            <p:extLst>
              <p:ext uri="{D42A27DB-BD31-4B8C-83A1-F6EECF244321}">
                <p14:modId xmlns:p14="http://schemas.microsoft.com/office/powerpoint/2010/main" val="13127074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3" name="オブジェクト 2" hidden="1">
                        <a:extLst>
                          <a:ext uri="{FF2B5EF4-FFF2-40B4-BE49-F238E27FC236}">
                            <a16:creationId xmlns:a16="http://schemas.microsoft.com/office/drawing/2014/main" id="{D6642530-2487-4EE6-BEA5-E8FB44599D7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480000" y="1483200"/>
            <a:ext cx="5436000" cy="4824000"/>
          </a:xfrm>
          <a:prstGeom prst="rect">
            <a:avLst/>
          </a:prstGeom>
        </p:spPr>
        <p:txBody>
          <a:bodyPr/>
          <a:lstStyle>
            <a:lvl1pPr>
              <a:tabLst>
                <a:tab pos="5448101" algn="r"/>
              </a:tabLst>
              <a:defRPr>
                <a:cs typeface="+mn-cs"/>
              </a:defRPr>
            </a:lvl1pPr>
            <a:lvl2pPr>
              <a:tabLst>
                <a:tab pos="5448101" algn="r"/>
              </a:tabLst>
              <a:defRPr>
                <a:cs typeface="+mn-cs"/>
              </a:defRPr>
            </a:lvl2pPr>
            <a:lvl3pPr>
              <a:tabLst>
                <a:tab pos="5448101" algn="r"/>
              </a:tabLst>
              <a:defRPr>
                <a:cs typeface="+mn-cs"/>
              </a:defRPr>
            </a:lvl3pPr>
            <a:lvl4pPr>
              <a:tabLst>
                <a:tab pos="5448101" algn="r"/>
              </a:tabLst>
              <a:defRPr>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83200"/>
            <a:ext cx="5436000" cy="4824000"/>
          </a:xfrm>
          <a:prstGeom prst="rect">
            <a:avLst/>
          </a:prstGeom>
        </p:spPr>
        <p:txBody>
          <a:bodyPr/>
          <a:lstStyle>
            <a:lvl1pPr>
              <a:tabLst>
                <a:tab pos="5448101" algn="r"/>
              </a:tabLst>
              <a:defRPr>
                <a:cs typeface="+mn-cs"/>
              </a:defRPr>
            </a:lvl1pPr>
            <a:lvl2pPr>
              <a:tabLst>
                <a:tab pos="5448101" algn="r"/>
              </a:tabLst>
              <a:defRPr>
                <a:cs typeface="+mn-cs"/>
              </a:defRPr>
            </a:lvl2pPr>
            <a:lvl3pPr>
              <a:tabLst>
                <a:tab pos="5448101" algn="r"/>
              </a:tabLst>
              <a:defRPr>
                <a:cs typeface="+mn-cs"/>
              </a:defRPr>
            </a:lvl3pPr>
            <a:lvl4pPr>
              <a:tabLst>
                <a:tab pos="5448101" algn="r"/>
              </a:tabLst>
              <a:defRPr>
                <a:cs typeface="+mn-cs"/>
              </a:defRPr>
            </a:lvl4pPr>
            <a:lvl5pPr>
              <a:tabLst>
                <a:tab pos="5448101"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vert="horz"/>
          <a:lstStyle>
            <a:lvl1pPr>
              <a:defRPr baseline="0">
                <a:latin typeface="+mj-lt"/>
                <a:ea typeface="+mj-ea"/>
                <a:cs typeface="+mj-cs"/>
              </a:defRPr>
            </a:lvl1pPr>
          </a:lstStyle>
          <a:p>
            <a:r>
              <a:rPr kumimoji="1" lang="ja-JP" altLang="en-US"/>
              <a:t>マスター タイトルの書式設定</a:t>
            </a:r>
          </a:p>
        </p:txBody>
      </p:sp>
    </p:spTree>
    <p:extLst>
      <p:ext uri="{BB962C8B-B14F-4D97-AF65-F5344CB8AC3E}">
        <p14:creationId xmlns:p14="http://schemas.microsoft.com/office/powerpoint/2010/main" val="250466937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基本版）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3FE34F38-94AA-4F62-8832-48A80D3F204E}"/>
              </a:ext>
            </a:extLst>
          </p:cNvPr>
          <p:cNvGraphicFramePr>
            <a:graphicFrameLocks/>
          </p:cNvGraphicFramePr>
          <p:nvPr userDrawn="1">
            <p:custDataLst>
              <p:tags r:id="rId1"/>
            </p:custDataLst>
            <p:extLst>
              <p:ext uri="{D42A27DB-BD31-4B8C-83A1-F6EECF244321}">
                <p14:modId xmlns:p14="http://schemas.microsoft.com/office/powerpoint/2010/main" val="34054917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3FE34F38-94AA-4F62-8832-48A80D3F20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a:xfrm>
            <a:off x="730800" y="6588000"/>
            <a:ext cx="5184000" cy="169200"/>
          </a:xfrm>
          <a:prstGeom prst="rect">
            <a:avLst/>
          </a:prstGeom>
        </p:spPr>
        <p:txBody>
          <a:bodyPr/>
          <a:lstStyle>
            <a:lvl1pPr>
              <a:defRPr>
                <a:cs typeface="+mn-cs"/>
              </a:defRPr>
            </a:lvl1pPr>
          </a:lstStyle>
          <a:p>
            <a:endParaRPr lang="en-GB" altLang="en-GB"/>
          </a:p>
        </p:txBody>
      </p:sp>
      <p:sp>
        <p:nvSpPr>
          <p:cNvPr id="4" name="スライド番号プレースホルダー 3"/>
          <p:cNvSpPr>
            <a:spLocks noGrp="1"/>
          </p:cNvSpPr>
          <p:nvPr>
            <p:ph type="sldNum" sz="quarter" idx="11"/>
          </p:nvPr>
        </p:nvSpPr>
        <p:spPr bwMode="gray"/>
        <p:txBody>
          <a:bodyPr/>
          <a:lstStyle>
            <a:lvl1pPr>
              <a:defRPr>
                <a:cs typeface="+mn-cs"/>
              </a:defRPr>
            </a:lvl1pPr>
          </a:lstStyle>
          <a:p>
            <a:fld id="{AA5FCFE5-FE56-4EF1-80A8-07776887C2A1}" type="slidenum">
              <a:rPr lang="ja-JP" altLang="en-US" smtClean="0"/>
              <a:pPr/>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cs typeface="+mn-cs"/>
              </a:defRPr>
            </a:lvl1pPr>
          </a:lstStyle>
          <a:p>
            <a:pPr lvl="0"/>
            <a:r>
              <a:rPr kumimoji="1" lang="ja-JP" altLang="en-US"/>
              <a:t>マスター テキストの書式設定</a:t>
            </a:r>
          </a:p>
        </p:txBody>
      </p:sp>
      <p:sp>
        <p:nvSpPr>
          <p:cNvPr id="5" name="Text Box 37">
            <a:extLst>
              <a:ext uri="{FF2B5EF4-FFF2-40B4-BE49-F238E27FC236}">
                <a16:creationId xmlns:a16="http://schemas.microsoft.com/office/drawing/2014/main" id="{385A94CF-8CB1-C466-40C6-FF0115BA7D94}"/>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2026. For information, contact Deloitte Tohmatsu Group.</a:t>
            </a:r>
          </a:p>
        </p:txBody>
      </p:sp>
    </p:spTree>
    <p:extLst>
      <p:ext uri="{BB962C8B-B14F-4D97-AF65-F5344CB8AC3E}">
        <p14:creationId xmlns:p14="http://schemas.microsoft.com/office/powerpoint/2010/main" val="235140892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基本版）中表紙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tx1"/>
                </a:solidFill>
                <a:cs typeface="+mn-cs"/>
              </a:defRPr>
            </a:lvl1pPr>
          </a:lstStyle>
          <a:p>
            <a:endParaRPr lang="en-GB" altLang="en-GB"/>
          </a:p>
        </p:txBody>
      </p:sp>
    </p:spTree>
    <p:extLst>
      <p:ext uri="{BB962C8B-B14F-4D97-AF65-F5344CB8AC3E}">
        <p14:creationId xmlns:p14="http://schemas.microsoft.com/office/powerpoint/2010/main" val="249779244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基本版）Accessible Green_中表紙_16:9">
    <p:bg>
      <p:bgPr>
        <a:solidFill>
          <a:schemeClr val="accent3"/>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10607426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54201066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基本版）Accessible Teal_中表紙_16:9">
    <p:bg>
      <p:bgPr>
        <a:solidFill>
          <a:schemeClr val="accent5"/>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67113303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基本版）Accessible Blue_中表紙_16:9">
    <p:bg>
      <p:bgPr>
        <a:solidFill>
          <a:schemeClr val="accent6"/>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CBD7C55F-79D3-4D3C-BF22-E2499EF30284}"/>
              </a:ext>
            </a:extLst>
          </p:cNvPr>
          <p:cNvGraphicFramePr>
            <a:graphicFrameLocks/>
          </p:cNvGraphicFramePr>
          <p:nvPr userDrawn="1">
            <p:custDataLst>
              <p:tags r:id="rId1"/>
            </p:custDataLst>
            <p:extLst>
              <p:ext uri="{D42A27DB-BD31-4B8C-83A1-F6EECF244321}">
                <p14:modId xmlns:p14="http://schemas.microsoft.com/office/powerpoint/2010/main" val="27470324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CBD7C55F-79D3-4D3C-BF22-E2499EF302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bg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3" name="Text Box 37">
            <a:extLst>
              <a:ext uri="{FF2B5EF4-FFF2-40B4-BE49-F238E27FC236}">
                <a16:creationId xmlns:a16="http://schemas.microsoft.com/office/drawing/2014/main" id="{1189BAA9-A2FE-C864-E76C-25CFD4B2F5F2}"/>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47116240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基本版）タイトルのみ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1521658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59411856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基本版）タイトルのみ_出所・脚注なし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1521658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154629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基本版）コンテンツ両サイド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41746226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 10"/>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cs typeface="+mn-cs"/>
              </a:defRPr>
            </a:lvl1pPr>
          </a:lstStyle>
          <a:p>
            <a:endParaRPr lang="en-GB" altLang="en-GB"/>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ctr">
              <a:lnSpc>
                <a:spcPct val="100000"/>
              </a:lnSpc>
              <a:spcBef>
                <a:spcPts val="0"/>
              </a:spcBef>
              <a:defRPr sz="1800" b="1">
                <a:solidFill>
                  <a:schemeClr val="accent3"/>
                </a:solidFill>
              </a:defRPr>
            </a:lvl1pPr>
          </a:lstStyle>
          <a:p>
            <a:pPr lvl="0"/>
            <a:r>
              <a:rPr kumimoji="1" lang="ja-JP" altLang="en-US"/>
              <a:t>スライドタイトル</a:t>
            </a:r>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6275388" y="1008000"/>
            <a:ext cx="5437188" cy="468000"/>
          </a:xfrm>
        </p:spPr>
        <p:txBody>
          <a:bodyPr vert="horz" lIns="0" tIns="0" rIns="0" bIns="0" rtlCol="0" anchor="ctr">
            <a:noAutofit/>
          </a:bodyPr>
          <a:lstStyle>
            <a:lvl1pPr>
              <a:defRPr lang="ja-JP" altLang="en-US" sz="1800" b="1" dirty="0">
                <a:solidFill>
                  <a:schemeClr val="accent3"/>
                </a:solidFill>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479425" y="6001200"/>
            <a:ext cx="11231563" cy="309600"/>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Tree>
    <p:extLst>
      <p:ext uri="{BB962C8B-B14F-4D97-AF65-F5344CB8AC3E}">
        <p14:creationId xmlns:p14="http://schemas.microsoft.com/office/powerpoint/2010/main" val="42814298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基本版）コンテンツ全面_レベル_16:9">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2321909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00" indent="-252000">
              <a:lnSpc>
                <a:spcPct val="110000"/>
              </a:lnSpc>
              <a:spcBef>
                <a:spcPts val="600"/>
              </a:spcBef>
              <a:buFont typeface="Wingdings" pitchFamily="2" charset="2"/>
              <a:buChar char="n"/>
              <a:defRPr sz="1600" baseline="0">
                <a:latin typeface="+mn-lt"/>
                <a:ea typeface="+mn-ea"/>
                <a:cs typeface="+mn-cs"/>
              </a:defRPr>
            </a:lvl2pPr>
            <a:lvl3pPr marL="504000" indent="-252000">
              <a:lnSpc>
                <a:spcPct val="110000"/>
              </a:lnSpc>
              <a:spcBef>
                <a:spcPts val="600"/>
              </a:spcBef>
              <a:buFont typeface="Wingdings" pitchFamily="2" charset="2"/>
              <a:buChar char="Ø"/>
              <a:defRPr sz="1600" baseline="0">
                <a:latin typeface="+mn-lt"/>
                <a:ea typeface="+mn-ea"/>
                <a:cs typeface="+mn-cs"/>
              </a:defRPr>
            </a:lvl3pPr>
            <a:lvl4pPr marL="684000" marR="0" indent="-180000" algn="l" defTabSz="989013" rtl="0" eaLnBrk="1" fontAlgn="auto" latinLnBrk="0" hangingPunct="1">
              <a:lnSpc>
                <a:spcPct val="110000"/>
              </a:lnSpc>
              <a:spcBef>
                <a:spcPts val="600"/>
              </a:spcBef>
              <a:spcAft>
                <a:spcPts val="0"/>
              </a:spcAft>
              <a:buClrTx/>
              <a:buSzTx/>
              <a:buFont typeface="Arial" pitchFamily="34" charset="0"/>
              <a:buChar char="•"/>
              <a:tabLst/>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accent3"/>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276261337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基本版）黒_タイトルのみ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11670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5" name="テキスト プレースホルダー 6">
            <a:extLst>
              <a:ext uri="{FF2B5EF4-FFF2-40B4-BE49-F238E27FC236}">
                <a16:creationId xmlns:a16="http://schemas.microsoft.com/office/drawing/2014/main" id="{497333F6-9AD1-6169-C739-EE0E8EEF79DD}"/>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7A7FA105-C4A6-DF57-0985-107BF930716D}"/>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190230898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基本版）黒_タイトルのみ_出所・脚注なし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11670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5" name="Text Box 37">
            <a:extLst>
              <a:ext uri="{FF2B5EF4-FFF2-40B4-BE49-F238E27FC236}">
                <a16:creationId xmlns:a16="http://schemas.microsoft.com/office/drawing/2014/main" id="{91AFE9C6-AFED-8CEE-9B20-46A57A97A23C}"/>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101655431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基本版）黒_コンテンツ両サイド_レベル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393899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9"/>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13" name="コンテンツ プレースホルダー 2">
            <a:extLst>
              <a:ext uri="{FF2B5EF4-FFF2-40B4-BE49-F238E27FC236}">
                <a16:creationId xmlns:a16="http://schemas.microsoft.com/office/drawing/2014/main" id="{6A85E96B-E1AC-4DF5-5614-680F3EA213FD}"/>
              </a:ext>
            </a:extLst>
          </p:cNvPr>
          <p:cNvSpPr>
            <a:spLocks noGrp="1"/>
          </p:cNvSpPr>
          <p:nvPr>
            <p:ph sz="quarter" idx="27"/>
          </p:nvPr>
        </p:nvSpPr>
        <p:spPr>
          <a:xfrm>
            <a:off x="479425" y="1484314"/>
            <a:ext cx="5436001" cy="482399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4" name="コンテンツ プレースホルダー 2">
            <a:extLst>
              <a:ext uri="{FF2B5EF4-FFF2-40B4-BE49-F238E27FC236}">
                <a16:creationId xmlns:a16="http://schemas.microsoft.com/office/drawing/2014/main" id="{07EF26B2-575F-9ED1-90F8-6FBC9CF4FC3F}"/>
              </a:ext>
            </a:extLst>
          </p:cNvPr>
          <p:cNvSpPr>
            <a:spLocks noGrp="1"/>
          </p:cNvSpPr>
          <p:nvPr>
            <p:ph sz="quarter" idx="28"/>
          </p:nvPr>
        </p:nvSpPr>
        <p:spPr>
          <a:xfrm>
            <a:off x="6276575" y="1484314"/>
            <a:ext cx="5436001" cy="482399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3" name="フッター プレースホルダ 10"/>
          <p:cNvSpPr>
            <a:spLocks noGrp="1"/>
          </p:cNvSpPr>
          <p:nvPr>
            <p:ph type="ftr" sz="quarter" idx="10"/>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20" name="テキスト プレースホルダー 6">
            <a:extLst>
              <a:ext uri="{FF2B5EF4-FFF2-40B4-BE49-F238E27FC236}">
                <a16:creationId xmlns:a16="http://schemas.microsoft.com/office/drawing/2014/main" id="{15EC7259-B2A3-5EC1-CEAF-805353B90F9B}"/>
              </a:ext>
            </a:extLst>
          </p:cNvPr>
          <p:cNvSpPr>
            <a:spLocks noGrp="1"/>
          </p:cNvSpPr>
          <p:nvPr>
            <p:ph type="body" sz="quarter" idx="23" hasCustomPrompt="1"/>
          </p:nvPr>
        </p:nvSpPr>
        <p:spPr>
          <a:xfrm>
            <a:off x="479425" y="6001200"/>
            <a:ext cx="11231563" cy="309600"/>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a:extLst>
              <a:ext uri="{FF2B5EF4-FFF2-40B4-BE49-F238E27FC236}">
                <a16:creationId xmlns:a16="http://schemas.microsoft.com/office/drawing/2014/main" id="{46B5496C-DFB7-93F6-1A89-9771DD29BD1D}"/>
              </a:ext>
            </a:extLst>
          </p:cNvPr>
          <p:cNvSpPr>
            <a:spLocks noGrp="1"/>
          </p:cNvSpPr>
          <p:nvPr>
            <p:ph type="body" sz="quarter" idx="19" hasCustomPrompt="1"/>
          </p:nvPr>
        </p:nvSpPr>
        <p:spPr>
          <a:xfrm>
            <a:off x="479425" y="1008000"/>
            <a:ext cx="5437188" cy="468000"/>
          </a:xfrm>
        </p:spPr>
        <p:txBody>
          <a:bodyPr anchor="ctr"/>
          <a:lstStyle>
            <a:lvl1pPr fontAlgn="ctr">
              <a:lnSpc>
                <a:spcPct val="100000"/>
              </a:lnSpc>
              <a:spcBef>
                <a:spcPts val="0"/>
              </a:spcBef>
              <a:defRPr sz="1800" b="1">
                <a:solidFill>
                  <a:schemeClr val="bg1"/>
                </a:solidFill>
              </a:defRPr>
            </a:lvl1pPr>
          </a:lstStyle>
          <a:p>
            <a:pPr lvl="0"/>
            <a:r>
              <a:rPr kumimoji="1" lang="ja-JP" altLang="en-US"/>
              <a:t>スライドタイトル</a:t>
            </a:r>
          </a:p>
        </p:txBody>
      </p:sp>
      <p:sp>
        <p:nvSpPr>
          <p:cNvPr id="5" name="テキスト プレースホルダー 2">
            <a:extLst>
              <a:ext uri="{FF2B5EF4-FFF2-40B4-BE49-F238E27FC236}">
                <a16:creationId xmlns:a16="http://schemas.microsoft.com/office/drawing/2014/main" id="{BBEF2C36-9683-41F6-673C-68495BDF3110}"/>
              </a:ext>
            </a:extLst>
          </p:cNvPr>
          <p:cNvSpPr>
            <a:spLocks noGrp="1"/>
          </p:cNvSpPr>
          <p:nvPr>
            <p:ph type="body" sz="quarter" idx="24" hasCustomPrompt="1"/>
          </p:nvPr>
        </p:nvSpPr>
        <p:spPr>
          <a:xfrm>
            <a:off x="6275388" y="1008000"/>
            <a:ext cx="5437188" cy="468000"/>
          </a:xfrm>
        </p:spPr>
        <p:txBody>
          <a:bodyPr vert="horz" lIns="0" tIns="0" rIns="0" bIns="0" rtlCol="0" anchor="ctr">
            <a:noAutofit/>
          </a:bodyPr>
          <a:lstStyle>
            <a:lvl1pPr>
              <a:defRPr lang="ja-JP" altLang="en-US" sz="1800" b="1" dirty="0">
                <a:solidFill>
                  <a:schemeClr val="bg1"/>
                </a:solidFill>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18ADE627-CB4D-1BFB-D115-26ACBCADE3FF}"/>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31300218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基本版）黒_コンテンツ全面_レベル_16:9">
    <p:bg>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7D81023-2A1D-453A-B6C3-7E7FA34E4217}"/>
              </a:ext>
            </a:extLst>
          </p:cNvPr>
          <p:cNvGraphicFramePr>
            <a:graphicFrameLocks/>
          </p:cNvGraphicFramePr>
          <p:nvPr userDrawn="1">
            <p:custDataLst>
              <p:tags r:id="rId1"/>
            </p:custDataLst>
            <p:extLst>
              <p:ext uri="{D42A27DB-BD31-4B8C-83A1-F6EECF244321}">
                <p14:modId xmlns:p14="http://schemas.microsoft.com/office/powerpoint/2010/main" val="42630104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44" imgH="443" progId="TCLayout.ActiveDocument.1">
                  <p:embed/>
                </p:oleObj>
              </mc:Choice>
              <mc:Fallback>
                <p:oleObj name="thinkcellスライド" r:id="rId3" imgW="444" imgH="443" progId="TCLayout.ActiveDocument.1">
                  <p:embed/>
                  <p:pic>
                    <p:nvPicPr>
                      <p:cNvPr id="2" name="オブジェクト 1" hidden="1">
                        <a:extLst>
                          <a:ext uri="{FF2B5EF4-FFF2-40B4-BE49-F238E27FC236}">
                            <a16:creationId xmlns:a16="http://schemas.microsoft.com/office/drawing/2014/main" id="{77D81023-2A1D-453A-B6C3-7E7FA34E4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コンテンツ プレースホルダ 2">
            <a:extLst>
              <a:ext uri="{FF2B5EF4-FFF2-40B4-BE49-F238E27FC236}">
                <a16:creationId xmlns:a16="http://schemas.microsoft.com/office/drawing/2014/main" id="{5B75B1AC-23A7-0EC1-A099-E19E2BA92CC3}"/>
              </a:ext>
            </a:extLst>
          </p:cNvPr>
          <p:cNvSpPr>
            <a:spLocks noGrp="1"/>
          </p:cNvSpPr>
          <p:nvPr>
            <p:ph idx="1"/>
          </p:nvPr>
        </p:nvSpPr>
        <p:spPr bwMode="gray">
          <a:xfrm>
            <a:off x="480000" y="1483200"/>
            <a:ext cx="11232000" cy="4824000"/>
          </a:xfrm>
          <a:prstGeom prst="rect">
            <a:avLst/>
          </a:prstGeom>
        </p:spPr>
        <p:txBody>
          <a:bodyPr/>
          <a:lstStyle>
            <a:lvl1pPr>
              <a:lnSpc>
                <a:spcPct val="110000"/>
              </a:lnSpc>
              <a:spcBef>
                <a:spcPts val="600"/>
              </a:spcBef>
              <a:buNone/>
              <a:defRPr sz="1600" baseline="0">
                <a:solidFill>
                  <a:schemeClr val="bg1"/>
                </a:solidFill>
                <a:latin typeface="+mn-lt"/>
                <a:ea typeface="+mn-ea"/>
                <a:cs typeface="+mn-cs"/>
              </a:defRPr>
            </a:lvl1pPr>
            <a:lvl2pPr marL="252000" indent="-252000">
              <a:lnSpc>
                <a:spcPct val="110000"/>
              </a:lnSpc>
              <a:spcBef>
                <a:spcPts val="600"/>
              </a:spcBef>
              <a:buFont typeface="Wingdings" pitchFamily="2" charset="2"/>
              <a:buChar char="n"/>
              <a:defRPr sz="1600" baseline="0">
                <a:solidFill>
                  <a:schemeClr val="bg1"/>
                </a:solidFill>
                <a:latin typeface="+mn-lt"/>
                <a:ea typeface="+mn-ea"/>
                <a:cs typeface="+mn-cs"/>
              </a:defRPr>
            </a:lvl2pPr>
            <a:lvl3pPr marL="504000" indent="-252000">
              <a:lnSpc>
                <a:spcPct val="110000"/>
              </a:lnSpc>
              <a:spcBef>
                <a:spcPts val="600"/>
              </a:spcBef>
              <a:buFont typeface="Wingdings" pitchFamily="2" charset="2"/>
              <a:buChar char="Ø"/>
              <a:defRPr sz="1600" baseline="0">
                <a:solidFill>
                  <a:schemeClr val="bg1"/>
                </a:solidFill>
                <a:latin typeface="+mn-lt"/>
                <a:ea typeface="+mn-ea"/>
                <a:cs typeface="+mn-cs"/>
              </a:defRPr>
            </a:lvl3pPr>
            <a:lvl4pPr marL="684000" marR="0" indent="-180000" algn="l" defTabSz="989013" rtl="0" eaLnBrk="1" fontAlgn="auto" latinLnBrk="0" hangingPunct="1">
              <a:lnSpc>
                <a:spcPct val="110000"/>
              </a:lnSpc>
              <a:spcBef>
                <a:spcPts val="600"/>
              </a:spcBef>
              <a:spcAft>
                <a:spcPts val="0"/>
              </a:spcAft>
              <a:buClrTx/>
              <a:buSzTx/>
              <a:buFont typeface="Arial" pitchFamily="34" charset="0"/>
              <a:buChar char="•"/>
              <a:tabLst/>
              <a:defRPr sz="1600" baseline="0">
                <a:solidFill>
                  <a:schemeClr val="bg1"/>
                </a:solidFill>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bg1"/>
                </a:solidFill>
                <a:cs typeface="+mn-cs"/>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bg1"/>
                </a:solidFill>
                <a:cs typeface="+mn-cs"/>
              </a:defRPr>
            </a:lvl1pPr>
          </a:lstStyle>
          <a:p>
            <a:fld id="{AA5FCFE5-FE56-4EF1-80A8-07776887C2A1}" type="slidenum">
              <a:rPr lang="ja-JP" altLang="en-US" smtClean="0"/>
              <a:pPr/>
              <a:t>‹#›</a:t>
            </a:fld>
            <a:endParaRPr lang="ja-JP" altLang="en-US"/>
          </a:p>
        </p:txBody>
      </p:sp>
      <p:sp>
        <p:nvSpPr>
          <p:cNvPr id="8" name="テキスト プレースホルダー 6">
            <a:extLst>
              <a:ext uri="{FF2B5EF4-FFF2-40B4-BE49-F238E27FC236}">
                <a16:creationId xmlns:a16="http://schemas.microsoft.com/office/drawing/2014/main" id="{E4AF888F-393A-D115-D1C7-E8C19773D9A1}"/>
              </a:ext>
            </a:extLst>
          </p:cNvPr>
          <p:cNvSpPr>
            <a:spLocks noGrp="1"/>
          </p:cNvSpPr>
          <p:nvPr>
            <p:ph type="body" sz="quarter" idx="17" hasCustomPrompt="1"/>
          </p:nvPr>
        </p:nvSpPr>
        <p:spPr>
          <a:xfrm>
            <a:off x="479425" y="6000750"/>
            <a:ext cx="11233150" cy="310272"/>
          </a:xfrm>
        </p:spPr>
        <p:txBody>
          <a:bodyPr anchor="b"/>
          <a:lstStyle>
            <a:lvl1pPr fontAlgn="ctr">
              <a:lnSpc>
                <a:spcPct val="100000"/>
              </a:lnSpc>
              <a:spcBef>
                <a:spcPts val="0"/>
              </a:spcBef>
              <a:defRPr sz="1200">
                <a:solidFill>
                  <a:schemeClr val="bg1"/>
                </a:solidFill>
              </a:defRPr>
            </a:lvl1pPr>
          </a:lstStyle>
          <a:p>
            <a:pPr lvl="0"/>
            <a:r>
              <a:rPr kumimoji="1" lang="ja-JP" altLang="en-US"/>
              <a:t>出所：</a:t>
            </a:r>
            <a:r>
              <a:rPr kumimoji="1" lang="en-US" altLang="ja-JP"/>
              <a:t>XXX</a:t>
            </a:r>
            <a:br>
              <a:rPr kumimoji="1" lang="en-US" altLang="ja-JP"/>
            </a:br>
            <a:r>
              <a:rPr kumimoji="1" lang="ja-JP" altLang="en-US"/>
              <a:t>脚注：</a:t>
            </a:r>
            <a:r>
              <a:rPr kumimoji="1" lang="en-US" altLang="ja-JP"/>
              <a:t>XXX</a:t>
            </a:r>
            <a:endParaRPr kumimoji="1" lang="ja-JP" altLang="en-US"/>
          </a:p>
        </p:txBody>
      </p:sp>
      <p:sp>
        <p:nvSpPr>
          <p:cNvPr id="9" name="テキスト プレースホルダー 2"/>
          <p:cNvSpPr>
            <a:spLocks noGrp="1"/>
          </p:cNvSpPr>
          <p:nvPr>
            <p:ph type="body" sz="quarter" idx="15" hasCustomPrompt="1"/>
          </p:nvPr>
        </p:nvSpPr>
        <p:spPr bwMode="gray">
          <a:xfrm>
            <a:off x="478799" y="1008000"/>
            <a:ext cx="11232000" cy="468000"/>
          </a:xfrm>
          <a:prstGeom prst="rect">
            <a:avLst/>
          </a:prstGeom>
        </p:spPr>
        <p:txBody>
          <a:bodyPr wrap="none" tIns="0" anchor="ctr">
            <a:noAutofit/>
          </a:bodyPr>
          <a:lstStyle>
            <a:lvl1pPr fontAlgn="ctr">
              <a:lnSpc>
                <a:spcPct val="100000"/>
              </a:lnSpc>
              <a:spcBef>
                <a:spcPts val="0"/>
              </a:spcBef>
              <a:defRPr sz="1800" b="1">
                <a:solidFill>
                  <a:schemeClr val="bg1"/>
                </a:solidFill>
                <a:cs typeface="+mn-cs"/>
              </a:defRPr>
            </a:lvl1pPr>
          </a:lstStyle>
          <a:p>
            <a:pPr lvl="0"/>
            <a:r>
              <a:rPr kumimoji="1" lang="ja-JP" altLang="en-US"/>
              <a:t>スライドタイトル</a:t>
            </a:r>
          </a:p>
        </p:txBody>
      </p:sp>
      <p:sp>
        <p:nvSpPr>
          <p:cNvPr id="6" name="タイトル 5"/>
          <p:cNvSpPr>
            <a:spLocks noGrp="1"/>
          </p:cNvSpPr>
          <p:nvPr>
            <p:ph type="title" hasCustomPrompt="1"/>
          </p:nvPr>
        </p:nvSpPr>
        <p:spPr bwMode="gray">
          <a:xfrm>
            <a:off x="480000" y="108000"/>
            <a:ext cx="11232000" cy="738000"/>
          </a:xfrm>
        </p:spPr>
        <p:txBody>
          <a:bodyPr vert="horz"/>
          <a:lstStyle>
            <a:lvl1pPr>
              <a:defRPr baseline="0">
                <a:solidFill>
                  <a:schemeClr val="bg1"/>
                </a:solidFill>
                <a:latin typeface="+mj-lt"/>
                <a:ea typeface="+mj-ea"/>
                <a:cs typeface="+mj-cs"/>
              </a:defRPr>
            </a:lvl1pPr>
          </a:lstStyle>
          <a:p>
            <a:r>
              <a:rPr lang="ja-JP" altLang="en-US"/>
              <a:t>キーメッセージを入力（本スライドで一番伝えたいこと＜名詞止め・体言止め不可＞）</a:t>
            </a:r>
            <a:endParaRPr kumimoji="1" lang="ja-JP" altLang="en-US"/>
          </a:p>
        </p:txBody>
      </p:sp>
      <p:sp>
        <p:nvSpPr>
          <p:cNvPr id="7" name="Text Box 37">
            <a:extLst>
              <a:ext uri="{FF2B5EF4-FFF2-40B4-BE49-F238E27FC236}">
                <a16:creationId xmlns:a16="http://schemas.microsoft.com/office/drawing/2014/main" id="{3F55A360-EB78-06C3-3E59-DD1D2B495269}"/>
              </a:ext>
            </a:extLst>
          </p:cNvPr>
          <p:cNvSpPr txBox="1">
            <a:spLocks noChangeArrowheads="1"/>
          </p:cNvSpPr>
          <p:nvPr userDrawn="1"/>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bg1"/>
                </a:solidFill>
                <a:latin typeface="+mn-lt"/>
                <a:ea typeface="+mn-ea"/>
                <a:cs typeface="+mn-cs"/>
              </a:rPr>
              <a:t>© 2026. For information, contact Deloitte Tohmatsu Group.</a:t>
            </a:r>
          </a:p>
        </p:txBody>
      </p:sp>
    </p:spTree>
    <p:extLst>
      <p:ext uri="{BB962C8B-B14F-4D97-AF65-F5344CB8AC3E}">
        <p14:creationId xmlns:p14="http://schemas.microsoft.com/office/powerpoint/2010/main" val="56064518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03290C-9741-F83F-15FD-B8258A147175}"/>
              </a:ext>
            </a:extLst>
          </p:cNvPr>
          <p:cNvSpPr>
            <a:spLocks noGrp="1"/>
          </p:cNvSpPr>
          <p:nvPr>
            <p:ph type="title"/>
          </p:nvPr>
        </p:nvSpPr>
        <p:spPr/>
        <p:txBody>
          <a:bodyPr/>
          <a:lstStyle/>
          <a:p>
            <a:r>
              <a:rPr kumimoji="1" lang="ja-JP" altLang="en-US"/>
              <a:t>マスター タイトルの書式設定</a:t>
            </a:r>
          </a:p>
        </p:txBody>
      </p:sp>
      <p:sp>
        <p:nvSpPr>
          <p:cNvPr id="3" name="フッター プレースホルダー 2">
            <a:extLst>
              <a:ext uri="{FF2B5EF4-FFF2-40B4-BE49-F238E27FC236}">
                <a16:creationId xmlns:a16="http://schemas.microsoft.com/office/drawing/2014/main" id="{96AD8C58-AEC9-C643-7C2A-EEB47AFED2A2}"/>
              </a:ext>
            </a:extLst>
          </p:cNvPr>
          <p:cNvSpPr>
            <a:spLocks noGrp="1"/>
          </p:cNvSpPr>
          <p:nvPr>
            <p:ph type="ftr" sz="quarter" idx="10"/>
          </p:nvPr>
        </p:nvSpPr>
        <p:spPr>
          <a:xfrm>
            <a:off x="730800" y="6588000"/>
            <a:ext cx="5184000" cy="169200"/>
          </a:xfrm>
          <a:prstGeom prst="rect">
            <a:avLst/>
          </a:prstGeom>
        </p:spPr>
        <p:txBody>
          <a:bodyPr/>
          <a:lstStyle/>
          <a:p>
            <a:pPr fontAlgn="auto">
              <a:spcBef>
                <a:spcPts val="0"/>
              </a:spcBef>
              <a:spcAft>
                <a:spcPts val="0"/>
              </a:spcAft>
            </a:pPr>
            <a:endParaRPr kumimoji="1" lang="en-GB" altLang="en-GB"/>
          </a:p>
        </p:txBody>
      </p:sp>
      <p:sp>
        <p:nvSpPr>
          <p:cNvPr id="4" name="スライド番号プレースホルダー 3">
            <a:extLst>
              <a:ext uri="{FF2B5EF4-FFF2-40B4-BE49-F238E27FC236}">
                <a16:creationId xmlns:a16="http://schemas.microsoft.com/office/drawing/2014/main" id="{69EAEBBD-886B-31F9-5308-01B1A3C7201D}"/>
              </a:ext>
            </a:extLst>
          </p:cNvPr>
          <p:cNvSpPr>
            <a:spLocks noGrp="1"/>
          </p:cNvSpPr>
          <p:nvPr>
            <p:ph type="sldNum" sz="quarter" idx="11"/>
          </p:nvPr>
        </p:nvSpPr>
        <p:spPr/>
        <p:txBody>
          <a:body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5" name="日付プレースホルダー 4">
            <a:extLst>
              <a:ext uri="{FF2B5EF4-FFF2-40B4-BE49-F238E27FC236}">
                <a16:creationId xmlns:a16="http://schemas.microsoft.com/office/drawing/2014/main" id="{B480E722-07C0-6BE3-5FC1-99CE04E80AB6}"/>
              </a:ext>
            </a:extLst>
          </p:cNvPr>
          <p:cNvSpPr>
            <a:spLocks noGrp="1"/>
          </p:cNvSpPr>
          <p:nvPr>
            <p:ph type="dt" sz="half" idx="12"/>
          </p:nvPr>
        </p:nvSpPr>
        <p:spPr>
          <a:xfrm>
            <a:off x="5651167" y="6444000"/>
            <a:ext cx="889666" cy="169277"/>
          </a:xfrm>
          <a:prstGeom prst="rect">
            <a:avLst/>
          </a:prstGeom>
        </p:spPr>
        <p:txBody>
          <a:bodyPr/>
          <a:lstStyle/>
          <a:p>
            <a:pPr algn="ctr"/>
            <a:endParaRPr lang="en-US"/>
          </a:p>
        </p:txBody>
      </p:sp>
    </p:spTree>
    <p:extLst>
      <p:ext uri="{BB962C8B-B14F-4D97-AF65-F5344CB8AC3E}">
        <p14:creationId xmlns:p14="http://schemas.microsoft.com/office/powerpoint/2010/main" val="181181403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6BC8BF-6A3A-CCD9-795A-5B3D5A0B911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BB9E84B-517A-6B7B-7B34-BD2C2E27785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4B77A3F-77BB-42EA-F36D-C1B74CADE727}"/>
              </a:ext>
            </a:extLst>
          </p:cNvPr>
          <p:cNvSpPr>
            <a:spLocks noGrp="1"/>
          </p:cNvSpPr>
          <p:nvPr>
            <p:ph type="dt" sz="half" idx="10"/>
          </p:nvPr>
        </p:nvSpPr>
        <p:spPr>
          <a:xfrm>
            <a:off x="5651167" y="6444000"/>
            <a:ext cx="889666" cy="169277"/>
          </a:xfrm>
          <a:prstGeom prst="rect">
            <a:avLst/>
          </a:prstGeom>
        </p:spPr>
        <p:txBody>
          <a:bodyPr/>
          <a:lstStyle/>
          <a:p>
            <a:endParaRPr kumimoji="1" lang="ja-JP" altLang="en-US"/>
          </a:p>
        </p:txBody>
      </p:sp>
      <p:sp>
        <p:nvSpPr>
          <p:cNvPr id="5" name="フッター プレースホルダー 4">
            <a:extLst>
              <a:ext uri="{FF2B5EF4-FFF2-40B4-BE49-F238E27FC236}">
                <a16:creationId xmlns:a16="http://schemas.microsoft.com/office/drawing/2014/main" id="{056E2414-BE63-1FB5-A9C1-EA0A1A73F84D}"/>
              </a:ext>
            </a:extLst>
          </p:cNvPr>
          <p:cNvSpPr>
            <a:spLocks noGrp="1"/>
          </p:cNvSpPr>
          <p:nvPr>
            <p:ph type="ftr" sz="quarter" idx="11"/>
          </p:nvPr>
        </p:nvSpPr>
        <p:spPr>
          <a:xfrm>
            <a:off x="730800" y="6588000"/>
            <a:ext cx="5184000" cy="169200"/>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2FB8169-85F8-F698-3517-15BC0F564DC0}"/>
              </a:ext>
            </a:extLst>
          </p:cNvPr>
          <p:cNvSpPr>
            <a:spLocks noGrp="1"/>
          </p:cNvSpPr>
          <p:nvPr>
            <p:ph type="sldNum" sz="quarter" idx="12"/>
          </p:nvPr>
        </p:nvSpPr>
        <p:spPr/>
        <p:txBody>
          <a:bodyPr/>
          <a:lstStyle/>
          <a:p>
            <a:fld id="{9F87F2FE-3C3D-4AB2-870D-B4E57AB68CB8}" type="slidenum">
              <a:rPr kumimoji="1" lang="ja-JP" altLang="en-US" smtClean="0"/>
              <a:t>‹#›</a:t>
            </a:fld>
            <a:endParaRPr kumimoji="1" lang="ja-JP" altLang="en-US"/>
          </a:p>
        </p:txBody>
      </p:sp>
    </p:spTree>
    <p:extLst>
      <p:ext uri="{BB962C8B-B14F-4D97-AF65-F5344CB8AC3E}">
        <p14:creationId xmlns:p14="http://schemas.microsoft.com/office/powerpoint/2010/main" val="88535297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1_（基本版） タイトルのみ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extLst>
              <p:ext uri="{D42A27DB-BD31-4B8C-83A1-F6EECF244321}">
                <p14:modId xmlns:p14="http://schemas.microsoft.com/office/powerpoint/2010/main" val="3914871738"/>
              </p:ext>
            </p:ext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スライド" r:id="rId4" imgW="444" imgH="443" progId="TCLayout.ActiveDocument.1">
                  <p:embed/>
                </p:oleObj>
              </mc:Choice>
              <mc:Fallback>
                <p:oleObj name="thinkcellスライド" r:id="rId4" imgW="444" imgH="443" progId="TCLayout.ActiveDocument.1">
                  <p:embed/>
                  <p:pic>
                    <p:nvPicPr>
                      <p:cNvPr id="2" name="オブジェクト 1" hidden="1"/>
                      <p:cNvPicPr/>
                      <p:nvPr/>
                    </p:nvPicPr>
                    <p:blipFill>
                      <a:blip r:embed="rId5"/>
                      <a:stretch>
                        <a:fillRect/>
                      </a:stretch>
                    </p:blipFill>
                    <p:spPr>
                      <a:xfrm>
                        <a:off x="1955" y="1589"/>
                        <a:ext cx="1953" cy="1587"/>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defRPr>
            </a:lvl1pPr>
          </a:lstStyle>
          <a:p>
            <a:pPr>
              <a:defRPr/>
            </a:pPr>
            <a:endParaRPr lang="en-GB" altLang="en-GB">
              <a:solidFill>
                <a:prstClr val="black"/>
              </a:solidFill>
              <a:latin typeface="Arial"/>
              <a:ea typeface="ＭＳ Ｐゴシック"/>
              <a:cs typeface="Arial" pitchFamily="34" charset="0"/>
            </a:endParaRPr>
          </a:p>
        </p:txBody>
      </p:sp>
      <p:sp>
        <p:nvSpPr>
          <p:cNvPr id="4" name="スライド番号プレースホルダ 3"/>
          <p:cNvSpPr>
            <a:spLocks noGrp="1"/>
          </p:cNvSpPr>
          <p:nvPr>
            <p:ph type="sldNum" sz="quarter" idx="11"/>
          </p:nvPr>
        </p:nvSpPr>
        <p:spPr bwMode="gray">
          <a:xfrm>
            <a:off x="11458554" y="6588000"/>
            <a:ext cx="221538" cy="169200"/>
          </a:xfrm>
        </p:spPr>
        <p:txBody>
          <a:bodyPr/>
          <a:lstStyle>
            <a:lvl1pPr>
              <a:defRPr>
                <a:solidFill>
                  <a:schemeClr val="tx1"/>
                </a:solidFill>
              </a:defRPr>
            </a:lvl1pPr>
          </a:lstStyle>
          <a:p>
            <a:pPr>
              <a:defRPr/>
            </a:pPr>
            <a:fld id="{AA5FCFE5-FE56-4EF1-80A8-07776887C2A1}" type="slidenum">
              <a:rPr lang="ja-JP" altLang="en-US" sz="1200" smtClean="0">
                <a:solidFill>
                  <a:prstClr val="black"/>
                </a:solidFill>
                <a:latin typeface="Arial"/>
                <a:ea typeface="ＭＳ Ｐゴシック"/>
                <a:cs typeface="Arial" pitchFamily="34" charset="0"/>
              </a:rPr>
              <a:pPr>
                <a:defRPr/>
              </a:pPr>
              <a:t>‹#›</a:t>
            </a:fld>
            <a:endParaRPr lang="ja-JP" altLang="en-US" sz="1200">
              <a:solidFill>
                <a:prstClr val="black"/>
              </a:solidFill>
              <a:latin typeface="Arial"/>
              <a:ea typeface="ＭＳ Ｐゴシック"/>
              <a:cs typeface="Arial" pitchFamily="34" charset="0"/>
            </a:endParaRPr>
          </a:p>
        </p:txBody>
      </p:sp>
      <p:sp>
        <p:nvSpPr>
          <p:cNvPr id="9" name="テキスト プレースホルダー 2"/>
          <p:cNvSpPr>
            <a:spLocks noGrp="1"/>
          </p:cNvSpPr>
          <p:nvPr>
            <p:ph type="body" sz="quarter" idx="15" hasCustomPrompt="1"/>
          </p:nvPr>
        </p:nvSpPr>
        <p:spPr bwMode="gray">
          <a:xfrm>
            <a:off x="513230" y="136800"/>
            <a:ext cx="11166862" cy="432000"/>
          </a:xfrm>
          <a:prstGeom prst="rect">
            <a:avLst/>
          </a:prstGeom>
        </p:spPr>
        <p:txBody>
          <a:bodyPr wrap="none" lIns="0" tIns="0" anchor="ctr">
            <a:noAutofit/>
          </a:bodyPr>
          <a:lstStyle>
            <a:lvl1pPr>
              <a:lnSpc>
                <a:spcPct val="100000"/>
              </a:lnSpc>
              <a:spcBef>
                <a:spcPts val="0"/>
              </a:spcBef>
              <a:defRPr sz="2000" b="1">
                <a:solidFill>
                  <a:schemeClr val="tx1"/>
                </a:solidFill>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513231" y="678671"/>
            <a:ext cx="11165538" cy="360000"/>
          </a:xfrm>
        </p:spPr>
        <p:txBody>
          <a:bodyPr vert="horz" lIns="0" tIns="0" anchor="t"/>
          <a:lstStyle>
            <a:lvl1pPr>
              <a:defRPr sz="1800" b="0"/>
            </a:lvl1pPr>
          </a:lstStyle>
          <a:p>
            <a:r>
              <a:rPr lang="ja-JP" altLang="en-US"/>
              <a:t>キーメッセージを入力（本スライドで一番伝えたいこと＜名詞止め・体言止め不可＞）</a:t>
            </a:r>
            <a:endParaRPr kumimoji="1" lang="ja-JP" altLang="en-US"/>
          </a:p>
        </p:txBody>
      </p:sp>
      <p:cxnSp>
        <p:nvCxnSpPr>
          <p:cNvPr id="7" name="直線コネクタ 6"/>
          <p:cNvCxnSpPr/>
          <p:nvPr/>
        </p:nvCxnSpPr>
        <p:spPr>
          <a:xfrm>
            <a:off x="513231" y="608882"/>
            <a:ext cx="11165538"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5" name="オブジェクト 4" hidden="1">
            <a:extLst>
              <a:ext uri="{FF2B5EF4-FFF2-40B4-BE49-F238E27FC236}">
                <a16:creationId xmlns:a16="http://schemas.microsoft.com/office/drawing/2014/main" id="{D9526583-8C8E-82A1-8852-F993675C587E}"/>
              </a:ext>
            </a:extLst>
          </p:cNvPr>
          <p:cNvGraphicFramePr>
            <a:graphicFrameLocks noChangeAspect="1"/>
          </p:cNvGraphicFramePr>
          <p:nvPr userDrawn="1">
            <p:custDataLst>
              <p:tags r:id="rId2"/>
            </p:custDataLst>
            <p:extLst>
              <p:ext uri="{D42A27DB-BD31-4B8C-83A1-F6EECF244321}">
                <p14:modId xmlns:p14="http://schemas.microsoft.com/office/powerpoint/2010/main" val="2603898332"/>
              </p:ext>
            </p:ext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スライド" r:id="rId6" imgW="444" imgH="443" progId="TCLayout.ActiveDocument.1">
                  <p:embed/>
                </p:oleObj>
              </mc:Choice>
              <mc:Fallback>
                <p:oleObj name="think-cell スライド" r:id="rId6" imgW="444" imgH="443" progId="TCLayout.ActiveDocument.1">
                  <p:embed/>
                  <p:pic>
                    <p:nvPicPr>
                      <p:cNvPr id="5" name="オブジェクト 4" hidden="1">
                        <a:extLst>
                          <a:ext uri="{FF2B5EF4-FFF2-40B4-BE49-F238E27FC236}">
                            <a16:creationId xmlns:a16="http://schemas.microsoft.com/office/drawing/2014/main" id="{D9526583-8C8E-82A1-8852-F993675C587E}"/>
                          </a:ext>
                        </a:extLst>
                      </p:cNvPr>
                      <p:cNvPicPr/>
                      <p:nvPr/>
                    </p:nvPicPr>
                    <p:blipFill>
                      <a:blip r:embed="rId5"/>
                      <a:stretch>
                        <a:fillRect/>
                      </a:stretch>
                    </p:blipFill>
                    <p:spPr>
                      <a:xfrm>
                        <a:off x="1955" y="1589"/>
                        <a:ext cx="1953" cy="1587"/>
                      </a:xfrm>
                      <a:prstGeom prst="rect">
                        <a:avLst/>
                      </a:prstGeom>
                    </p:spPr>
                  </p:pic>
                </p:oleObj>
              </mc:Fallback>
            </mc:AlternateContent>
          </a:graphicData>
        </a:graphic>
      </p:graphicFrame>
      <p:cxnSp>
        <p:nvCxnSpPr>
          <p:cNvPr id="8" name="直線コネクタ 7">
            <a:extLst>
              <a:ext uri="{FF2B5EF4-FFF2-40B4-BE49-F238E27FC236}">
                <a16:creationId xmlns:a16="http://schemas.microsoft.com/office/drawing/2014/main" id="{F5C7EB6A-BE1A-6B26-F25B-752C370BEDF4}"/>
              </a:ext>
            </a:extLst>
          </p:cNvPr>
          <p:cNvCxnSpPr/>
          <p:nvPr userDrawn="1"/>
        </p:nvCxnSpPr>
        <p:spPr>
          <a:xfrm>
            <a:off x="513231" y="608882"/>
            <a:ext cx="11165538"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312701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基本版） タイトルのみ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030112370"/>
              </p:ext>
            </p:ext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63" imgH="564" progId="TCLayout.ActiveDocument.1">
                  <p:embed/>
                </p:oleObj>
              </mc:Choice>
              <mc:Fallback>
                <p:oleObj name="thinkcellスライド" r:id="rId3" imgW="563" imgH="564"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a:xfrm>
            <a:off x="730800" y="6588000"/>
            <a:ext cx="5184000" cy="169200"/>
          </a:xfrm>
          <a:prstGeom prst="rect">
            <a:avLst/>
          </a:prstGeom>
        </p:spPr>
        <p:txBody>
          <a:bodyPr/>
          <a:lstStyle>
            <a:lvl1pPr>
              <a:defRPr>
                <a:solidFill>
                  <a:schemeClr val="tx1"/>
                </a:solidFill>
              </a:defRPr>
            </a:lvl1pPr>
          </a:lstStyle>
          <a:p>
            <a:endParaRPr lang="en-GB" altLang="en-GB"/>
          </a:p>
        </p:txBody>
      </p:sp>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pPr/>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400" b="1">
                <a:solidFill>
                  <a:schemeClr val="accent1"/>
                </a:solidFill>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a:lstStyle/>
          <a:p>
            <a:r>
              <a:rPr lang="ja-JP" altLang="en-US"/>
              <a:t>キーメッセージを入力（本スライドで一番伝えたいこと＜名詞止め・体言止め不可＞）</a:t>
            </a:r>
            <a:endParaRPr kumimoji="1" lang="ja-JP" altLang="en-US"/>
          </a:p>
        </p:txBody>
      </p:sp>
    </p:spTree>
    <p:extLst>
      <p:ext uri="{BB962C8B-B14F-4D97-AF65-F5344CB8AC3E}">
        <p14:creationId xmlns:p14="http://schemas.microsoft.com/office/powerpoint/2010/main" val="5227231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 Id="rId24" Type="http://schemas.openxmlformats.org/officeDocument/2006/relationships/tags" Target="../tags/tag2.xml"/><Relationship Id="rId25" Type="http://schemas.openxmlformats.org/officeDocument/2006/relationships/oleObject" Target="../embeddings/oleObject1.bin"/><Relationship Id="rId26"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theme" Target="../theme/theme2.xml"/><Relationship Id="rId8" Type="http://schemas.openxmlformats.org/officeDocument/2006/relationships/tags" Target="../tags/tag25.xml"/><Relationship Id="rId9" Type="http://schemas.openxmlformats.org/officeDocument/2006/relationships/oleObject" Target="../embeddings/oleObject23.bin"/><Relationship Id="rId10"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 Id="rId9" Type="http://schemas.openxmlformats.org/officeDocument/2006/relationships/slideLayout" Target="../slideLayouts/slideLayout37.xml"/><Relationship Id="rId10" Type="http://schemas.openxmlformats.org/officeDocument/2006/relationships/slideLayout" Target="../slideLayouts/slideLayout38.xml"/><Relationship Id="rId11" Type="http://schemas.openxmlformats.org/officeDocument/2006/relationships/slideLayout" Target="../slideLayouts/slideLayout39.xml"/><Relationship Id="rId12" Type="http://schemas.openxmlformats.org/officeDocument/2006/relationships/slideLayout" Target="../slideLayouts/slideLayout40.xml"/><Relationship Id="rId13" Type="http://schemas.openxmlformats.org/officeDocument/2006/relationships/slideLayout" Target="../slideLayouts/slideLayout41.xml"/><Relationship Id="rId14" Type="http://schemas.openxmlformats.org/officeDocument/2006/relationships/slideLayout" Target="../slideLayouts/slideLayout42.xml"/><Relationship Id="rId15" Type="http://schemas.openxmlformats.org/officeDocument/2006/relationships/slideLayout" Target="../slideLayouts/slideLayout43.xml"/><Relationship Id="rId16" Type="http://schemas.openxmlformats.org/officeDocument/2006/relationships/slideLayout" Target="../slideLayouts/slideLayout44.xml"/><Relationship Id="rId17" Type="http://schemas.openxmlformats.org/officeDocument/2006/relationships/slideLayout" Target="../slideLayouts/slideLayout45.xml"/><Relationship Id="rId18" Type="http://schemas.openxmlformats.org/officeDocument/2006/relationships/slideLayout" Target="../slideLayouts/slideLayout46.xml"/><Relationship Id="rId19" Type="http://schemas.openxmlformats.org/officeDocument/2006/relationships/slideLayout" Target="../slideLayouts/slideLayout47.xml"/><Relationship Id="rId20" Type="http://schemas.openxmlformats.org/officeDocument/2006/relationships/slideLayout" Target="../slideLayouts/slideLayout48.xml"/><Relationship Id="rId21" Type="http://schemas.openxmlformats.org/officeDocument/2006/relationships/slideLayout" Target="../slideLayouts/slideLayout49.xml"/><Relationship Id="rId22" Type="http://schemas.openxmlformats.org/officeDocument/2006/relationships/slideLayout" Target="../slideLayouts/slideLayout50.xml"/><Relationship Id="rId23" Type="http://schemas.openxmlformats.org/officeDocument/2006/relationships/slideLayout" Target="../slideLayouts/slideLayout51.xml"/><Relationship Id="rId24" Type="http://schemas.openxmlformats.org/officeDocument/2006/relationships/slideLayout" Target="../slideLayouts/slideLayout52.xml"/><Relationship Id="rId25" Type="http://schemas.openxmlformats.org/officeDocument/2006/relationships/slideLayout" Target="../slideLayouts/slideLayout53.xml"/><Relationship Id="rId26" Type="http://schemas.openxmlformats.org/officeDocument/2006/relationships/theme" Target="../theme/theme3.xml"/><Relationship Id="rId27" Type="http://schemas.openxmlformats.org/officeDocument/2006/relationships/tags" Target="../tags/tag32.xml"/><Relationship Id="rId28" Type="http://schemas.openxmlformats.org/officeDocument/2006/relationships/oleObject" Target="../embeddings/oleObject28.bin"/><Relationship Id="rId29" Type="http://schemas.openxmlformats.org/officeDocument/2006/relationships/image" Target="../media/image1.emf"/></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slideLayout" Target="../slideLayouts/slideLayout55.xml"/><Relationship Id="rId3" Type="http://schemas.openxmlformats.org/officeDocument/2006/relationships/slideLayout" Target="../slideLayouts/slideLayout56.xml"/><Relationship Id="rId4" Type="http://schemas.openxmlformats.org/officeDocument/2006/relationships/slideLayout" Target="../slideLayouts/slideLayout57.xml"/><Relationship Id="rId5" Type="http://schemas.openxmlformats.org/officeDocument/2006/relationships/slideLayout" Target="../slideLayouts/slideLayout58.xml"/><Relationship Id="rId6" Type="http://schemas.openxmlformats.org/officeDocument/2006/relationships/slideLayout" Target="../slideLayouts/slideLayout59.xml"/><Relationship Id="rId7" Type="http://schemas.openxmlformats.org/officeDocument/2006/relationships/slideLayout" Target="../slideLayouts/slideLayout60.xml"/><Relationship Id="rId8" Type="http://schemas.openxmlformats.org/officeDocument/2006/relationships/slideLayout" Target="../slideLayouts/slideLayout61.xml"/><Relationship Id="rId9" Type="http://schemas.openxmlformats.org/officeDocument/2006/relationships/slideLayout" Target="../slideLayouts/slideLayout62.xml"/><Relationship Id="rId10" Type="http://schemas.openxmlformats.org/officeDocument/2006/relationships/slideLayout" Target="../slideLayouts/slideLayout63.xml"/><Relationship Id="rId11" Type="http://schemas.openxmlformats.org/officeDocument/2006/relationships/slideLayout" Target="../slideLayouts/slideLayout64.xml"/><Relationship Id="rId12" Type="http://schemas.openxmlformats.org/officeDocument/2006/relationships/slideLayout" Target="../slideLayouts/slideLayout65.xml"/><Relationship Id="rId13" Type="http://schemas.openxmlformats.org/officeDocument/2006/relationships/slideLayout" Target="../slideLayouts/slideLayout66.xml"/><Relationship Id="rId14" Type="http://schemas.openxmlformats.org/officeDocument/2006/relationships/slideLayout" Target="../slideLayouts/slideLayout67.xml"/><Relationship Id="rId15" Type="http://schemas.openxmlformats.org/officeDocument/2006/relationships/slideLayout" Target="../slideLayouts/slideLayout68.xml"/><Relationship Id="rId16" Type="http://schemas.openxmlformats.org/officeDocument/2006/relationships/slideLayout" Target="../slideLayouts/slideLayout69.xml"/><Relationship Id="rId17" Type="http://schemas.openxmlformats.org/officeDocument/2006/relationships/slideLayout" Target="../slideLayouts/slideLayout70.xml"/><Relationship Id="rId18" Type="http://schemas.openxmlformats.org/officeDocument/2006/relationships/slideLayout" Target="../slideLayouts/slideLayout71.xml"/><Relationship Id="rId19" Type="http://schemas.openxmlformats.org/officeDocument/2006/relationships/slideLayout" Target="../slideLayouts/slideLayout72.xml"/><Relationship Id="rId20" Type="http://schemas.openxmlformats.org/officeDocument/2006/relationships/slideLayout" Target="../slideLayouts/slideLayout73.xml"/><Relationship Id="rId21" Type="http://schemas.openxmlformats.org/officeDocument/2006/relationships/theme" Target="../theme/theme4.xml"/><Relationship Id="rId22" Type="http://schemas.openxmlformats.org/officeDocument/2006/relationships/tags" Target="../tags/tag56.xml"/><Relationship Id="rId23" Type="http://schemas.openxmlformats.org/officeDocument/2006/relationships/oleObject" Target="../embeddings/oleObject28.bin"/><Relationship Id="rId2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86ACD3C-B1FD-4D8B-B85B-1B25921C344F}"/>
              </a:ext>
            </a:extLst>
          </p:cNvPr>
          <p:cNvGraphicFramePr>
            <a:graphicFrameLocks/>
          </p:cNvGraphicFramePr>
          <p:nvPr userDrawn="1">
            <p:custDataLst>
              <p:tags r:id="rId24"/>
            </p:custDataLst>
            <p:extLst>
              <p:ext uri="{D42A27DB-BD31-4B8C-83A1-F6EECF244321}">
                <p14:modId xmlns:p14="http://schemas.microsoft.com/office/powerpoint/2010/main" val="30926568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5" imgW="444" imgH="443" progId="TCLayout.ActiveDocument.1">
                  <p:embed/>
                </p:oleObj>
              </mc:Choice>
              <mc:Fallback>
                <p:oleObj name="thinkcellスライド" r:id="rId25" imgW="444" imgH="443" progId="TCLayout.ActiveDocument.1">
                  <p:embed/>
                  <p:pic>
                    <p:nvPicPr>
                      <p:cNvPr id="4" name="オブジェクト 3" hidden="1">
                        <a:extLst>
                          <a:ext uri="{FF2B5EF4-FFF2-40B4-BE49-F238E27FC236}">
                            <a16:creationId xmlns:a16="http://schemas.microsoft.com/office/drawing/2014/main" id="{886ACD3C-B1FD-4D8B-B85B-1B25921C344F}"/>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kumimoji="1" lang="en-US" altLang="ja-JP"/>
              <a:t>DT Template 16:9</a:t>
            </a:r>
            <a:endParaRPr kumimoji="1"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2025. For information, contact Deloitte Tohmatsu Group.</a:t>
            </a:r>
          </a:p>
        </p:txBody>
      </p:sp>
      <p:sp>
        <p:nvSpPr>
          <p:cNvPr id="3" name="テキスト プレースホルダー 2"/>
          <p:cNvSpPr>
            <a:spLocks noGrp="1"/>
          </p:cNvSpPr>
          <p:nvPr>
            <p:ph type="body" idx="1"/>
          </p:nvPr>
        </p:nvSpPr>
        <p:spPr bwMode="gray">
          <a:xfrm>
            <a:off x="480000" y="14832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a:extLst>
              <a:ext uri="{FF2B5EF4-FFF2-40B4-BE49-F238E27FC236}">
                <a16:creationId xmlns:a16="http://schemas.microsoft.com/office/drawing/2014/main" id="{E0E64AB6-CEBE-4B69-BA95-262258503BE9}"/>
              </a:ext>
            </a:extLst>
          </p:cNvPr>
          <p:cNvSpPr>
            <a:spLocks noGrp="1"/>
          </p:cNvSpPr>
          <p:nvPr>
            <p:ph type="dt" sz="half" idx="2"/>
          </p:nvPr>
        </p:nvSpPr>
        <p:spPr bwMode="gray">
          <a:xfrm>
            <a:off x="5615099" y="6444000"/>
            <a:ext cx="961802" cy="169277"/>
          </a:xfrm>
          <a:prstGeom prst="rect">
            <a:avLst/>
          </a:prstGeom>
        </p:spPr>
        <p:txBody>
          <a:bodyPr vert="horz" wrap="none" lIns="0" tIns="0" rIns="0" bIns="0" rtlCol="0" anchor="t" anchorCtr="0">
            <a:spAutoFit/>
          </a:bodyPr>
          <a:lstStyle>
            <a:lvl1pPr>
              <a:defRPr kumimoji="1" lang="en-US" altLang="ja-JP" sz="1100" smtClean="0">
                <a:solidFill>
                  <a:schemeClr val="tx2"/>
                </a:solidFill>
                <a:latin typeface="+mn-lt"/>
                <a:ea typeface="+mn-ea"/>
                <a:cs typeface="+mn-cs"/>
              </a:defRPr>
            </a:lvl1pPr>
          </a:lstStyle>
          <a:p>
            <a:pPr algn="ctr"/>
            <a:r>
              <a:rPr lang="en-US"/>
              <a:t>&lt; Confidential &gt;</a:t>
            </a:r>
          </a:p>
        </p:txBody>
      </p:sp>
    </p:spTree>
    <p:extLst>
      <p:ext uri="{BB962C8B-B14F-4D97-AF65-F5344CB8AC3E}">
        <p14:creationId xmlns:p14="http://schemas.microsoft.com/office/powerpoint/2010/main" val="1977651121"/>
      </p:ext>
    </p:extLst>
  </p:cSld>
  <p:clrMap bg1="lt1" tx1="dk1" bg2="lt2" tx2="dk2" accent1="accent1" accent2="accent2" accent3="accent3" accent4="accent4" accent5="accent5" accent6="accent6" hlink="hlink" folHlink="folHlink"/>
  <p:sldLayoutIdLst>
    <p:sldLayoutId id="2147483935" r:id="rId1"/>
    <p:sldLayoutId id="2147483944" r:id="rId2"/>
    <p:sldLayoutId id="2147483946" r:id="rId3"/>
    <p:sldLayoutId id="2147483947" r:id="rId4"/>
    <p:sldLayoutId id="2147483911" r:id="rId5"/>
    <p:sldLayoutId id="2147483912" r:id="rId6"/>
    <p:sldLayoutId id="2147483934" r:id="rId7"/>
    <p:sldLayoutId id="2147483983" r:id="rId8"/>
    <p:sldLayoutId id="2147483984" r:id="rId9"/>
    <p:sldLayoutId id="2147483985" r:id="rId10"/>
    <p:sldLayoutId id="2147483959" r:id="rId11"/>
    <p:sldLayoutId id="2147483969" r:id="rId12"/>
    <p:sldLayoutId id="2147483960" r:id="rId13"/>
    <p:sldLayoutId id="2147483961" r:id="rId14"/>
    <p:sldLayoutId id="2147483976" r:id="rId15"/>
    <p:sldLayoutId id="2147483977" r:id="rId16"/>
    <p:sldLayoutId id="2147483978" r:id="rId17"/>
    <p:sldLayoutId id="2147483979" r:id="rId18"/>
    <p:sldLayoutId id="2147483952" r:id="rId19"/>
    <p:sldLayoutId id="2147483957" r:id="rId20"/>
    <p:sldLayoutId id="2147483956" r:id="rId21"/>
    <p:sldLayoutId id="2147483958" r:id="rId22"/>
  </p:sldLayoutIdLst>
  <p:hf hdr="0"/>
  <p:txStyles>
    <p:titleStyle>
      <a:lvl1pPr algn="l" defTabSz="990564"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kumimoji="1" sz="1600" b="0" kern="1200">
          <a:solidFill>
            <a:schemeClr val="tx1"/>
          </a:solidFill>
          <a:latin typeface="+mn-lt"/>
          <a:ea typeface="+mn-ea"/>
          <a:cs typeface="+mn-cs"/>
        </a:defRPr>
      </a:lvl1pPr>
      <a:lvl2pPr marL="252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en-US" sz="1600" b="0" kern="1200" dirty="0" smtClean="0">
          <a:solidFill>
            <a:schemeClr val="tx1"/>
          </a:solidFill>
          <a:latin typeface="+mn-lt"/>
          <a:ea typeface="+mn-ea"/>
          <a:cs typeface="+mn-cs"/>
        </a:defRPr>
      </a:lvl2pPr>
      <a:lvl3pPr marL="504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en-US" sz="1600" b="0" kern="1200" dirty="0" smtClean="0">
          <a:solidFill>
            <a:schemeClr val="tx1"/>
          </a:solidFill>
          <a:latin typeface="+mn-lt"/>
          <a:ea typeface="+mn-ea"/>
          <a:cs typeface="+mn-cs"/>
        </a:defRPr>
      </a:lvl3pPr>
      <a:lvl4pPr marL="684000" marR="0" indent="-180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en-US"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en-US"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userDrawn="1">
          <p15:clr>
            <a:srgbClr val="A4A3A4"/>
          </p15:clr>
        </p15:guide>
        <p15:guide id="1" orient="horz" pos="96" userDrawn="1">
          <p15:clr>
            <a:srgbClr val="A4A3A4"/>
          </p15:clr>
        </p15:guide>
        <p15:guide id="2" pos="3727" userDrawn="1">
          <p15:clr>
            <a:srgbClr val="A4A3A4"/>
          </p15:clr>
        </p15:guide>
        <p15:guide id="3" pos="3953" userDrawn="1">
          <p15:clr>
            <a:srgbClr val="A4A3A4"/>
          </p15:clr>
        </p15:guide>
        <p15:guide id="4" pos="7378" userDrawn="1">
          <p15:clr>
            <a:srgbClr val="A4A3A4"/>
          </p15:clr>
        </p15:guide>
        <p15:guide id="5" pos="302" userDrawn="1">
          <p15:clr>
            <a:srgbClr val="A4A3A4"/>
          </p15:clr>
        </p15:guide>
        <p15:guide id="6" orient="horz" pos="527" userDrawn="1">
          <p15:clr>
            <a:srgbClr val="A4A3A4"/>
          </p15:clr>
        </p15:guide>
        <p15:guide id="8" orient="horz" pos="935" userDrawn="1">
          <p15:clr>
            <a:srgbClr val="A4A3A4"/>
          </p15:clr>
        </p15:guide>
        <p15:guide id="9" orient="horz" pos="3974" userDrawn="1">
          <p15:clr>
            <a:srgbClr val="A4A3A4"/>
          </p15:clr>
        </p15:guide>
        <p15:guide id="10" orient="horz" pos="4156" userDrawn="1">
          <p15:clr>
            <a:srgbClr val="A4A3A4"/>
          </p15:clr>
        </p15:guide>
        <p15:guide id="11" orient="horz" pos="4269" userDrawn="1">
          <p15:clr>
            <a:srgbClr val="A4A3A4"/>
          </p15:clr>
        </p15:guide>
        <p15:guide id="12" orient="horz" pos="640"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8710619-D609-4ABA-8EC3-1DBA3A476E15}"/>
              </a:ext>
            </a:extLst>
          </p:cNvPr>
          <p:cNvGraphicFramePr>
            <a:graphicFrameLocks noChangeAspect="1"/>
          </p:cNvGraphicFramePr>
          <p:nvPr userDrawn="1">
            <p:custDataLst>
              <p:tags r:id="rId8"/>
            </p:custDataLst>
            <p:extLst>
              <p:ext uri="{D42A27DB-BD31-4B8C-83A1-F6EECF244321}">
                <p14:modId xmlns:p14="http://schemas.microsoft.com/office/powerpoint/2010/main" val="16970859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9" imgW="444" imgH="443" progId="TCLayout.ActiveDocument.1">
                  <p:embed/>
                </p:oleObj>
              </mc:Choice>
              <mc:Fallback>
                <p:oleObj name="thinkcellスライド" r:id="rId9" imgW="444" imgH="443" progId="TCLayout.ActiveDocument.1">
                  <p:embed/>
                  <p:pic>
                    <p:nvPicPr>
                      <p:cNvPr id="4" name="オブジェクト 3" hidden="1">
                        <a:extLst>
                          <a:ext uri="{FF2B5EF4-FFF2-40B4-BE49-F238E27FC236}">
                            <a16:creationId xmlns:a16="http://schemas.microsoft.com/office/drawing/2014/main" id="{88710619-D609-4ABA-8EC3-1DBA3A476E15}"/>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52400"/>
            <a:ext cx="11232000" cy="647700"/>
          </a:xfrm>
          <a:prstGeom prst="rect">
            <a:avLst/>
          </a:prstGeom>
        </p:spPr>
        <p:txBody>
          <a:bodyPr vert="horz" lIns="0" tIns="0" rIns="0" bIns="0" rtlCol="0" anchor="b" anchorCtr="0">
            <a:noAutofit/>
          </a:bodyPr>
          <a:lstStyle/>
          <a:p>
            <a:r>
              <a:rPr kumimoji="1" lang="ja-JP" altLang="en-US"/>
              <a:t>スライドタイトル</a:t>
            </a:r>
            <a:r>
              <a:rPr lang="ja-JP" altLang="en-US" noProof="0"/>
              <a:t>（入力が必要）</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kumimoji="1" lang="en-GB" altLang="en-GB"/>
              <a:t>DT Template 16:9</a:t>
            </a:r>
          </a:p>
        </p:txBody>
      </p:sp>
      <p:sp>
        <p:nvSpPr>
          <p:cNvPr id="9" name="スライド番号プレースホルダ 9"/>
          <p:cNvSpPr>
            <a:spLocks noGrp="1"/>
          </p:cNvSpPr>
          <p:nvPr>
            <p:ph type="sldNum" sz="quarter" idx="4"/>
          </p:nvPr>
        </p:nvSpPr>
        <p:spPr bwMode="gray">
          <a:xfrm>
            <a:off x="4788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2025. For information, contact Deloitte Tohmatsu Group.</a:t>
            </a:r>
          </a:p>
        </p:txBody>
      </p:sp>
      <p:sp>
        <p:nvSpPr>
          <p:cNvPr id="3" name="テキスト プレースホルダー 2"/>
          <p:cNvSpPr>
            <a:spLocks noGrp="1"/>
          </p:cNvSpPr>
          <p:nvPr>
            <p:ph type="body" idx="1"/>
          </p:nvPr>
        </p:nvSpPr>
        <p:spPr bwMode="gray">
          <a:xfrm>
            <a:off x="480000" y="1484725"/>
            <a:ext cx="11232000" cy="4824000"/>
          </a:xfrm>
          <a:prstGeom prst="rect">
            <a:avLst/>
          </a:prstGeom>
        </p:spPr>
        <p:txBody>
          <a:bodyPr vert="horz" lIns="0" tIns="0" rIns="0" bIns="0" rtlCol="0">
            <a:norm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Tree>
    <p:extLst>
      <p:ext uri="{BB962C8B-B14F-4D97-AF65-F5344CB8AC3E}">
        <p14:creationId xmlns:p14="http://schemas.microsoft.com/office/powerpoint/2010/main" val="253086590"/>
      </p:ext>
    </p:extLst>
  </p:cSld>
  <p:clrMap bg1="lt1" tx1="dk1" bg2="lt2" tx2="dk2" accent1="accent1" accent2="accent2" accent3="accent3" accent4="accent4" accent5="accent5" accent6="accent6" hlink="hlink" folHlink="folHlink"/>
  <p:sldLayoutIdLst>
    <p:sldLayoutId id="2147483950" r:id="rId1"/>
    <p:sldLayoutId id="2147483975" r:id="rId2"/>
    <p:sldLayoutId id="2147483970" r:id="rId3"/>
    <p:sldLayoutId id="2147483980" r:id="rId4"/>
    <p:sldLayoutId id="2147483981" r:id="rId5"/>
    <p:sldLayoutId id="2147483982" r:id="rId6"/>
  </p:sldLayoutIdLst>
  <p:hf hdr="0"/>
  <p:txStyles>
    <p:titleStyle>
      <a:lvl1pPr algn="l" defTabSz="990564" rtl="0" eaLnBrk="1" latinLnBrk="0" hangingPunct="1">
        <a:spcBef>
          <a:spcPct val="0"/>
        </a:spcBef>
        <a:buNone/>
        <a:defRPr kumimoji="1" sz="2400" b="1" kern="1200" baseline="0">
          <a:solidFill>
            <a:schemeClr val="tx1"/>
          </a:solidFill>
          <a:latin typeface="+mj-lt"/>
          <a:ea typeface="+mj-ea"/>
          <a:cs typeface="+mj-cs"/>
        </a:defRPr>
      </a:lvl1pPr>
    </p:titleStyle>
    <p:bodyStyle>
      <a:lvl1pPr marL="0" indent="0" algn="l" defTabSz="990564" rtl="0" eaLnBrk="1" latinLnBrk="0" hangingPunct="1">
        <a:lnSpc>
          <a:spcPct val="100000"/>
        </a:lnSpc>
        <a:spcBef>
          <a:spcPts val="600"/>
        </a:spcBef>
        <a:spcAft>
          <a:spcPts val="0"/>
        </a:spcAft>
        <a:buSzPct val="100000"/>
        <a:buFont typeface="Arial" panose="020B0604020202020204" pitchFamily="34" charset="0"/>
        <a:buNone/>
        <a:defRPr kumimoji="1" sz="1600" b="0" kern="1200" baseline="0">
          <a:solidFill>
            <a:schemeClr val="tx1"/>
          </a:solidFill>
          <a:latin typeface="+mn-lt"/>
          <a:ea typeface="+mn-ea"/>
          <a:cs typeface="+mn-cs"/>
        </a:defRPr>
      </a:lvl1pPr>
      <a:lvl2pPr marL="252000" indent="-252000" algn="l" defTabSz="990564" rtl="0" eaLnBrk="1" latinLnBrk="0" hangingPunct="1">
        <a:lnSpc>
          <a:spcPct val="100000"/>
        </a:lnSpc>
        <a:spcBef>
          <a:spcPts val="600"/>
        </a:spcBef>
        <a:spcAft>
          <a:spcPts val="0"/>
        </a:spcAft>
        <a:buClrTx/>
        <a:buSzPct val="100000"/>
        <a:buFont typeface="Wingdings" panose="05000000000000000000" pitchFamily="2" charset="2"/>
        <a:buChar char="n"/>
        <a:defRPr kumimoji="1" lang="en-US" sz="1600" b="0" kern="1200" baseline="0" dirty="0" smtClean="0">
          <a:solidFill>
            <a:schemeClr val="tx1"/>
          </a:solidFill>
          <a:latin typeface="+mn-lt"/>
          <a:ea typeface="+mn-ea"/>
          <a:cs typeface="+mn-cs"/>
        </a:defRPr>
      </a:lvl2pPr>
      <a:lvl3pPr marL="504000" indent="-252000" algn="l" defTabSz="990564" rtl="0" eaLnBrk="1" latinLnBrk="0" hangingPunct="1">
        <a:lnSpc>
          <a:spcPct val="100000"/>
        </a:lnSpc>
        <a:spcBef>
          <a:spcPts val="600"/>
        </a:spcBef>
        <a:spcAft>
          <a:spcPts val="0"/>
        </a:spcAft>
        <a:buClrTx/>
        <a:buSzPct val="100000"/>
        <a:buFont typeface="Wingdings" panose="05000000000000000000" pitchFamily="2" charset="2"/>
        <a:buChar char="Ø"/>
        <a:defRPr kumimoji="1" lang="en-US" sz="1600" b="0" kern="1200" baseline="0" dirty="0" smtClean="0">
          <a:solidFill>
            <a:schemeClr val="tx1"/>
          </a:solidFill>
          <a:latin typeface="+mn-lt"/>
          <a:ea typeface="+mn-ea"/>
          <a:cs typeface="+mn-cs"/>
        </a:defRPr>
      </a:lvl3pPr>
      <a:lvl4pPr marL="684000" indent="-180000" algn="l" defTabSz="990564" rtl="0" eaLnBrk="1" latinLnBrk="0" hangingPunct="1">
        <a:lnSpc>
          <a:spcPct val="100000"/>
        </a:lnSpc>
        <a:spcBef>
          <a:spcPts val="600"/>
        </a:spcBef>
        <a:spcAft>
          <a:spcPts val="0"/>
        </a:spcAft>
        <a:buClrTx/>
        <a:buSzPct val="100000"/>
        <a:buFont typeface="Arial" panose="020B0604020202020204" pitchFamily="34" charset="0"/>
        <a:buChar char="•"/>
        <a:defRPr kumimoji="1" lang="en-US"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en-US"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A4A3A4"/>
          </p15:clr>
        </p15:guide>
        <p15:guide id="2" orient="horz" pos="96" userDrawn="1">
          <p15:clr>
            <a:srgbClr val="A4A3A4"/>
          </p15:clr>
        </p15:guide>
        <p15:guide id="3" pos="3727" userDrawn="1">
          <p15:clr>
            <a:srgbClr val="A4A3A4"/>
          </p15:clr>
        </p15:guide>
        <p15:guide id="4" pos="3953" userDrawn="1">
          <p15:clr>
            <a:srgbClr val="A4A3A4"/>
          </p15:clr>
        </p15:guide>
        <p15:guide id="5" pos="7378" userDrawn="1">
          <p15:clr>
            <a:srgbClr val="A4A3A4"/>
          </p15:clr>
        </p15:guide>
        <p15:guide id="6" pos="302" userDrawn="1">
          <p15:clr>
            <a:srgbClr val="A4A3A4"/>
          </p15:clr>
        </p15:guide>
        <p15:guide id="7" orient="horz" pos="504" userDrawn="1">
          <p15:clr>
            <a:srgbClr val="A4A3A4"/>
          </p15:clr>
        </p15:guide>
        <p15:guide id="8" orient="horz" pos="527" userDrawn="1">
          <p15:clr>
            <a:srgbClr val="A4A3A4"/>
          </p15:clr>
        </p15:guide>
        <p15:guide id="9" orient="horz" pos="935" userDrawn="1">
          <p15:clr>
            <a:srgbClr val="A4A3A4"/>
          </p15:clr>
        </p15:guide>
        <p15:guide id="10" orient="horz" pos="3974" userDrawn="1">
          <p15:clr>
            <a:srgbClr val="A4A3A4"/>
          </p15:clr>
        </p15:guide>
        <p15:guide id="11" orient="horz" pos="4156" userDrawn="1">
          <p15:clr>
            <a:srgbClr val="A4A3A4"/>
          </p15:clr>
        </p15:guide>
        <p15:guide id="12" orient="horz" pos="4269" userDrawn="1">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86ACD3C-B1FD-4D8B-B85B-1B25921C344F}"/>
              </a:ext>
            </a:extLst>
          </p:cNvPr>
          <p:cNvGraphicFramePr>
            <a:graphicFrameLocks/>
          </p:cNvGraphicFramePr>
          <p:nvPr userDrawn="1">
            <p:custDataLst>
              <p:tags r:id="rId27"/>
            </p:custDataLst>
            <p:extLst>
              <p:ext uri="{D42A27DB-BD31-4B8C-83A1-F6EECF244321}">
                <p14:modId xmlns:p14="http://schemas.microsoft.com/office/powerpoint/2010/main" val="7142377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8" imgW="444" imgH="443" progId="TCLayout.ActiveDocument.1">
                  <p:embed/>
                </p:oleObj>
              </mc:Choice>
              <mc:Fallback>
                <p:oleObj name="thinkcellスライド" r:id="rId28" imgW="444" imgH="443" progId="TCLayout.ActiveDocument.1">
                  <p:embed/>
                  <p:pic>
                    <p:nvPicPr>
                      <p:cNvPr id="4" name="オブジェクト 3" hidden="1">
                        <a:extLst>
                          <a:ext uri="{FF2B5EF4-FFF2-40B4-BE49-F238E27FC236}">
                            <a16:creationId xmlns:a16="http://schemas.microsoft.com/office/drawing/2014/main" id="{886ACD3C-B1FD-4D8B-B85B-1B25921C344F}"/>
                          </a:ext>
                        </a:extLst>
                      </p:cNvPr>
                      <p:cNvPicPr/>
                      <p:nvPr/>
                    </p:nvPicPr>
                    <p:blipFill>
                      <a:blip r:embed="rId29"/>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endParaRPr kumimoji="1"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headEnd/>
            <a:tailEnd/>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2026. For information, contact Deloitte Tohmatsu Group.</a:t>
            </a:r>
          </a:p>
        </p:txBody>
      </p:sp>
      <p:sp>
        <p:nvSpPr>
          <p:cNvPr id="3" name="テキスト プレースホルダー 2"/>
          <p:cNvSpPr>
            <a:spLocks noGrp="1"/>
          </p:cNvSpPr>
          <p:nvPr>
            <p:ph type="body" idx="1"/>
          </p:nvPr>
        </p:nvSpPr>
        <p:spPr bwMode="gray">
          <a:xfrm>
            <a:off x="480000" y="14832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a:extLst>
              <a:ext uri="{FF2B5EF4-FFF2-40B4-BE49-F238E27FC236}">
                <a16:creationId xmlns:a16="http://schemas.microsoft.com/office/drawing/2014/main" id="{E0E64AB6-CEBE-4B69-BA95-262258503BE9}"/>
              </a:ext>
            </a:extLst>
          </p:cNvPr>
          <p:cNvSpPr>
            <a:spLocks noGrp="1"/>
          </p:cNvSpPr>
          <p:nvPr>
            <p:ph type="dt" sz="half" idx="2"/>
          </p:nvPr>
        </p:nvSpPr>
        <p:spPr bwMode="gray">
          <a:xfrm>
            <a:off x="5651167" y="6444000"/>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endParaRPr lang="en-US"/>
          </a:p>
        </p:txBody>
      </p:sp>
    </p:spTree>
    <p:extLst>
      <p:ext uri="{BB962C8B-B14F-4D97-AF65-F5344CB8AC3E}">
        <p14:creationId xmlns:p14="http://schemas.microsoft.com/office/powerpoint/2010/main" val="2354391317"/>
      </p:ext>
    </p:extLst>
  </p:cSld>
  <p:clrMap bg1="lt1" tx1="dk1" bg2="lt2" tx2="dk2" accent1="accent1" accent2="accent2" accent3="accent3" accent4="accent4" accent5="accent5" accent6="accent6" hlink="hlink" folHlink="folHlink"/>
  <p:sldLayoutIdLst>
    <p:sldLayoutId id="2147483987" r:id="rId1"/>
    <p:sldLayoutId id="2147483988" r:id="rId2"/>
    <p:sldLayoutId id="2147483989" r:id="rId3"/>
    <p:sldLayoutId id="2147483990" r:id="rId4"/>
    <p:sldLayoutId id="2147483991" r:id="rId5"/>
    <p:sldLayoutId id="2147483992" r:id="rId6"/>
    <p:sldLayoutId id="2147483993" r:id="rId7"/>
    <p:sldLayoutId id="2147483994" r:id="rId8"/>
    <p:sldLayoutId id="2147483995" r:id="rId9"/>
    <p:sldLayoutId id="2147483996" r:id="rId10"/>
    <p:sldLayoutId id="2147483997" r:id="rId11"/>
    <p:sldLayoutId id="2147483998" r:id="rId12"/>
    <p:sldLayoutId id="2147483999" r:id="rId13"/>
    <p:sldLayoutId id="2147484000" r:id="rId14"/>
    <p:sldLayoutId id="2147484001" r:id="rId15"/>
    <p:sldLayoutId id="2147484002" r:id="rId16"/>
    <p:sldLayoutId id="2147484003" r:id="rId17"/>
    <p:sldLayoutId id="2147484004" r:id="rId18"/>
    <p:sldLayoutId id="2147484005" r:id="rId19"/>
    <p:sldLayoutId id="2147484006" r:id="rId20"/>
    <p:sldLayoutId id="2147484007" r:id="rId21"/>
    <p:sldLayoutId id="2147484008" r:id="rId22"/>
    <p:sldLayoutId id="2147484009" r:id="rId23"/>
    <p:sldLayoutId id="2147484011" r:id="rId24"/>
    <p:sldLayoutId id="2147484033" r:id="rId25"/>
  </p:sldLayoutIdLst>
  <p:hf hdr="0" ftr="0" dt="0"/>
  <p:txStyles>
    <p:titleStyle>
      <a:lvl1pPr algn="l" defTabSz="990564"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kumimoji="1" sz="1600" b="0" kern="1200">
          <a:solidFill>
            <a:schemeClr val="tx1"/>
          </a:solidFill>
          <a:latin typeface="+mn-lt"/>
          <a:ea typeface="+mn-ea"/>
          <a:cs typeface="+mn-cs"/>
        </a:defRPr>
      </a:lvl1pPr>
      <a:lvl2pPr marL="252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en-US" sz="1600" b="0" kern="1200" dirty="0" smtClean="0">
          <a:solidFill>
            <a:schemeClr val="tx1"/>
          </a:solidFill>
          <a:latin typeface="+mn-lt"/>
          <a:ea typeface="+mn-ea"/>
          <a:cs typeface="+mn-cs"/>
        </a:defRPr>
      </a:lvl2pPr>
      <a:lvl3pPr marL="504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en-US" sz="1600" b="0" kern="1200" dirty="0" smtClean="0">
          <a:solidFill>
            <a:schemeClr val="tx1"/>
          </a:solidFill>
          <a:latin typeface="+mn-lt"/>
          <a:ea typeface="+mn-ea"/>
          <a:cs typeface="+mn-cs"/>
        </a:defRPr>
      </a:lvl3pPr>
      <a:lvl4pPr marL="684000" marR="0" indent="-180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en-US"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en-US"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p15:clr>
            <a:srgbClr val="A4A3A4"/>
          </p15:clr>
        </p15:guide>
        <p15:guide id="1" orient="horz" pos="96">
          <p15:clr>
            <a:srgbClr val="A4A3A4"/>
          </p15:clr>
        </p15:guide>
        <p15:guide id="2" pos="3727">
          <p15:clr>
            <a:srgbClr val="A4A3A4"/>
          </p15:clr>
        </p15:guide>
        <p15:guide id="3" pos="3953">
          <p15:clr>
            <a:srgbClr val="A4A3A4"/>
          </p15:clr>
        </p15:guide>
        <p15:guide id="4" pos="7378">
          <p15:clr>
            <a:srgbClr val="A4A3A4"/>
          </p15:clr>
        </p15:guide>
        <p15:guide id="5" pos="302">
          <p15:clr>
            <a:srgbClr val="A4A3A4"/>
          </p15:clr>
        </p15:guide>
        <p15:guide id="6" orient="horz" pos="527">
          <p15:clr>
            <a:srgbClr val="A4A3A4"/>
          </p15:clr>
        </p15:guide>
        <p15:guide id="8" orient="horz" pos="935">
          <p15:clr>
            <a:srgbClr val="A4A3A4"/>
          </p15:clr>
        </p15:guide>
        <p15:guide id="9" orient="horz" pos="3974">
          <p15:clr>
            <a:srgbClr val="A4A3A4"/>
          </p15:clr>
        </p15:guide>
        <p15:guide id="10" orient="horz" pos="4156">
          <p15:clr>
            <a:srgbClr val="A4A3A4"/>
          </p15:clr>
        </p15:guide>
        <p15:guide id="11" orient="horz" pos="4269">
          <p15:clr>
            <a:srgbClr val="A4A3A4"/>
          </p15:clr>
        </p15:guide>
        <p15:guide id="12" orient="horz" pos="640">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886ACD3C-B1FD-4D8B-B85B-1B25921C344F}"/>
              </a:ext>
            </a:extLst>
          </p:cNvPr>
          <p:cNvGraphicFramePr>
            <a:graphicFrameLocks/>
          </p:cNvGraphicFramePr>
          <p:nvPr userDrawn="1">
            <p:custDataLst>
              <p:tags r:id="rId22"/>
            </p:custDataLst>
            <p:extLst>
              <p:ext uri="{D42A27DB-BD31-4B8C-83A1-F6EECF244321}">
                <p14:modId xmlns:p14="http://schemas.microsoft.com/office/powerpoint/2010/main" val="7142377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3" imgW="444" imgH="443" progId="TCLayout.ActiveDocument.1">
                  <p:embed/>
                </p:oleObj>
              </mc:Choice>
              <mc:Fallback>
                <p:oleObj name="thinkcellスライド" r:id="rId23" imgW="444" imgH="443" progId="TCLayout.ActiveDocument.1">
                  <p:embed/>
                  <p:pic>
                    <p:nvPicPr>
                      <p:cNvPr id="4" name="オブジェクト 3" hidden="1">
                        <a:extLst>
                          <a:ext uri="{FF2B5EF4-FFF2-40B4-BE49-F238E27FC236}">
                            <a16:creationId xmlns:a16="http://schemas.microsoft.com/office/drawing/2014/main" id="{886ACD3C-B1FD-4D8B-B85B-1B25921C344F}"/>
                          </a:ext>
                        </a:extLst>
                      </p:cNvPr>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pPr fontAlgn="auto">
                <a:spcBef>
                  <a:spcPts val="0"/>
                </a:spcBef>
                <a:spcAft>
                  <a:spcPts val="0"/>
                </a:spcAft>
              </a:pPr>
              <a:t>‹#›</a:t>
            </a:fld>
            <a:endParaRPr kumimoji="1" lang="ja-JP" altLang="en-US"/>
          </a:p>
        </p:txBody>
      </p:sp>
      <p:sp>
        <p:nvSpPr>
          <p:cNvPr id="3" name="テキスト プレースホルダー 2"/>
          <p:cNvSpPr>
            <a:spLocks noGrp="1"/>
          </p:cNvSpPr>
          <p:nvPr>
            <p:ph type="body" idx="1"/>
          </p:nvPr>
        </p:nvSpPr>
        <p:spPr bwMode="gray">
          <a:xfrm>
            <a:off x="480000" y="14832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Tree>
    <p:extLst>
      <p:ext uri="{BB962C8B-B14F-4D97-AF65-F5344CB8AC3E}">
        <p14:creationId xmlns:p14="http://schemas.microsoft.com/office/powerpoint/2010/main" val="631573618"/>
      </p:ext>
    </p:extLst>
  </p:cSld>
  <p:clrMap bg1="lt1" tx1="dk1" bg2="lt2" tx2="dk2" accent1="accent1" accent2="accent2" accent3="accent3" accent4="accent4" accent5="accent5" accent6="accent6" hlink="hlink" folHlink="folHlink"/>
  <p:sldLayoutIdLst>
    <p:sldLayoutId id="2147484013" r:id="rId1"/>
    <p:sldLayoutId id="2147484014" r:id="rId2"/>
    <p:sldLayoutId id="2147484015" r:id="rId3"/>
    <p:sldLayoutId id="2147484016" r:id="rId4"/>
    <p:sldLayoutId id="2147484017" r:id="rId5"/>
    <p:sldLayoutId id="2147484018" r:id="rId6"/>
    <p:sldLayoutId id="2147484019" r:id="rId7"/>
    <p:sldLayoutId id="2147484020" r:id="rId8"/>
    <p:sldLayoutId id="2147484021" r:id="rId9"/>
    <p:sldLayoutId id="2147484022" r:id="rId10"/>
    <p:sldLayoutId id="2147484023" r:id="rId11"/>
    <p:sldLayoutId id="2147484024" r:id="rId12"/>
    <p:sldLayoutId id="2147484025" r:id="rId13"/>
    <p:sldLayoutId id="2147484026" r:id="rId14"/>
    <p:sldLayoutId id="2147484027" r:id="rId15"/>
    <p:sldLayoutId id="2147484028" r:id="rId16"/>
    <p:sldLayoutId id="2147484029" r:id="rId17"/>
    <p:sldLayoutId id="2147484030" r:id="rId18"/>
    <p:sldLayoutId id="2147484031" r:id="rId19"/>
    <p:sldLayoutId id="2147484032" r:id="rId20"/>
  </p:sldLayoutIdLst>
  <p:hf hdr="0" ftr="0" dt="0"/>
  <p:txStyles>
    <p:titleStyle>
      <a:lvl1pPr algn="l" defTabSz="990564"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kumimoji="1" sz="1600" b="0" kern="1200">
          <a:solidFill>
            <a:schemeClr val="tx1"/>
          </a:solidFill>
          <a:latin typeface="+mn-lt"/>
          <a:ea typeface="+mn-ea"/>
          <a:cs typeface="+mn-cs"/>
        </a:defRPr>
      </a:lvl1pPr>
      <a:lvl2pPr marL="252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en-US" sz="1600" b="0" kern="1200" dirty="0" smtClean="0">
          <a:solidFill>
            <a:schemeClr val="tx1"/>
          </a:solidFill>
          <a:latin typeface="+mn-lt"/>
          <a:ea typeface="+mn-ea"/>
          <a:cs typeface="+mn-cs"/>
        </a:defRPr>
      </a:lvl2pPr>
      <a:lvl3pPr marL="504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en-US" sz="1600" b="0" kern="1200" dirty="0" smtClean="0">
          <a:solidFill>
            <a:schemeClr val="tx1"/>
          </a:solidFill>
          <a:latin typeface="+mn-lt"/>
          <a:ea typeface="+mn-ea"/>
          <a:cs typeface="+mn-cs"/>
        </a:defRPr>
      </a:lvl3pPr>
      <a:lvl4pPr marL="684000" marR="0" indent="-180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en-US"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en-US"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564" rtl="0" eaLnBrk="1" latinLnBrk="0" hangingPunct="1">
        <a:defRPr kumimoji="1" sz="1950" kern="1200">
          <a:solidFill>
            <a:schemeClr val="tx1"/>
          </a:solidFill>
          <a:latin typeface="+mn-lt"/>
          <a:ea typeface="+mn-ea"/>
          <a:cs typeface="+mn-cs"/>
        </a:defRPr>
      </a:lvl1pPr>
      <a:lvl2pPr marL="495283" algn="l" defTabSz="990564" rtl="0" eaLnBrk="1" latinLnBrk="0" hangingPunct="1">
        <a:defRPr kumimoji="1" sz="1950" kern="1200">
          <a:solidFill>
            <a:schemeClr val="tx1"/>
          </a:solidFill>
          <a:latin typeface="+mn-lt"/>
          <a:ea typeface="+mn-ea"/>
          <a:cs typeface="+mn-cs"/>
        </a:defRPr>
      </a:lvl2pPr>
      <a:lvl3pPr marL="990564" algn="l" defTabSz="990564" rtl="0" eaLnBrk="1" latinLnBrk="0" hangingPunct="1">
        <a:defRPr kumimoji="1" sz="1950" kern="1200">
          <a:solidFill>
            <a:schemeClr val="tx1"/>
          </a:solidFill>
          <a:latin typeface="+mn-lt"/>
          <a:ea typeface="+mn-ea"/>
          <a:cs typeface="+mn-cs"/>
        </a:defRPr>
      </a:lvl3pPr>
      <a:lvl4pPr marL="1485846" algn="l" defTabSz="990564" rtl="0" eaLnBrk="1" latinLnBrk="0" hangingPunct="1">
        <a:defRPr kumimoji="1" sz="1950" kern="1200">
          <a:solidFill>
            <a:schemeClr val="tx1"/>
          </a:solidFill>
          <a:latin typeface="+mn-lt"/>
          <a:ea typeface="+mn-ea"/>
          <a:cs typeface="+mn-cs"/>
        </a:defRPr>
      </a:lvl4pPr>
      <a:lvl5pPr marL="1981127" algn="l" defTabSz="990564" rtl="0" eaLnBrk="1" latinLnBrk="0" hangingPunct="1">
        <a:defRPr kumimoji="1" sz="1950" kern="1200">
          <a:solidFill>
            <a:schemeClr val="tx1"/>
          </a:solidFill>
          <a:latin typeface="+mn-lt"/>
          <a:ea typeface="+mn-ea"/>
          <a:cs typeface="+mn-cs"/>
        </a:defRPr>
      </a:lvl5pPr>
      <a:lvl6pPr marL="2476410" algn="l" defTabSz="990564" rtl="0" eaLnBrk="1" latinLnBrk="0" hangingPunct="1">
        <a:defRPr kumimoji="1" sz="1950" kern="1200">
          <a:solidFill>
            <a:schemeClr val="tx1"/>
          </a:solidFill>
          <a:latin typeface="+mn-lt"/>
          <a:ea typeface="+mn-ea"/>
          <a:cs typeface="+mn-cs"/>
        </a:defRPr>
      </a:lvl6pPr>
      <a:lvl7pPr marL="2971692" algn="l" defTabSz="990564" rtl="0" eaLnBrk="1" latinLnBrk="0" hangingPunct="1">
        <a:defRPr kumimoji="1" sz="1950" kern="1200">
          <a:solidFill>
            <a:schemeClr val="tx1"/>
          </a:solidFill>
          <a:latin typeface="+mn-lt"/>
          <a:ea typeface="+mn-ea"/>
          <a:cs typeface="+mn-cs"/>
        </a:defRPr>
      </a:lvl7pPr>
      <a:lvl8pPr marL="3466973" algn="l" defTabSz="990564" rtl="0" eaLnBrk="1" latinLnBrk="0" hangingPunct="1">
        <a:defRPr kumimoji="1" sz="1950" kern="1200">
          <a:solidFill>
            <a:schemeClr val="tx1"/>
          </a:solidFill>
          <a:latin typeface="+mn-lt"/>
          <a:ea typeface="+mn-ea"/>
          <a:cs typeface="+mn-cs"/>
        </a:defRPr>
      </a:lvl8pPr>
      <a:lvl9pPr marL="3962255" algn="l" defTabSz="990564" rtl="0" eaLnBrk="1" latinLnBrk="0" hangingPunct="1">
        <a:defRPr kumimoji="1" sz="195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p15:clr>
            <a:srgbClr val="A4A3A4"/>
          </p15:clr>
        </p15:guide>
        <p15:guide id="1" orient="horz" pos="96">
          <p15:clr>
            <a:srgbClr val="A4A3A4"/>
          </p15:clr>
        </p15:guide>
        <p15:guide id="2" pos="3727">
          <p15:clr>
            <a:srgbClr val="A4A3A4"/>
          </p15:clr>
        </p15:guide>
        <p15:guide id="3" pos="3953">
          <p15:clr>
            <a:srgbClr val="A4A3A4"/>
          </p15:clr>
        </p15:guide>
        <p15:guide id="4" pos="7378">
          <p15:clr>
            <a:srgbClr val="A4A3A4"/>
          </p15:clr>
        </p15:guide>
        <p15:guide id="5" pos="302">
          <p15:clr>
            <a:srgbClr val="A4A3A4"/>
          </p15:clr>
        </p15:guide>
        <p15:guide id="6" orient="horz" pos="527">
          <p15:clr>
            <a:srgbClr val="A4A3A4"/>
          </p15:clr>
        </p15:guide>
        <p15:guide id="8" orient="horz" pos="935">
          <p15:clr>
            <a:srgbClr val="A4A3A4"/>
          </p15:clr>
        </p15:guide>
        <p15:guide id="9" orient="horz" pos="3974">
          <p15:clr>
            <a:srgbClr val="A4A3A4"/>
          </p15:clr>
        </p15:guide>
        <p15:guide id="10" orient="horz" pos="4156">
          <p15:clr>
            <a:srgbClr val="A4A3A4"/>
          </p15:clr>
        </p15:guide>
        <p15:guide id="11" orient="horz" pos="4269">
          <p15:clr>
            <a:srgbClr val="A4A3A4"/>
          </p15:clr>
        </p15:guide>
        <p15:guide id="12" orient="horz" pos="640">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tags" Target="../tags/tag76.xml"/><Relationship Id="rId2" Type="http://schemas.openxmlformats.org/officeDocument/2006/relationships/slideLayout" Target="../slideLayouts/slideLayout54.xml"/><Relationship Id="rId3" Type="http://schemas.openxmlformats.org/officeDocument/2006/relationships/notesSlide" Target="../notesSlides/notesSlide1.xml"/><Relationship Id="rId4" Type="http://schemas.openxmlformats.org/officeDocument/2006/relationships/oleObject" Target="../embeddings/oleObject40.bin"/><Relationship Id="rId5" Type="http://schemas.openxmlformats.org/officeDocument/2006/relationships/image" Target="../media/image16.emf"/><Relationship Id="rId6" Type="http://schemas.openxmlformats.org/officeDocument/2006/relationships/image" Target="../media/image17.jpeg"/></Relationships>
</file>

<file path=ppt/slides/_rels/slide2.xml.rels><?xml version='1.0' encoding='UTF-8' standalone='yes'?>
<Relationships xmlns="http://schemas.openxmlformats.org/package/2006/relationships"><Relationship Id="rId1" Type="http://schemas.openxmlformats.org/officeDocument/2006/relationships/tags" Target="../tags/tag77.xml"/><Relationship Id="rId2" Type="http://schemas.openxmlformats.org/officeDocument/2006/relationships/slideLayout" Target="../slideLayouts/slideLayout53.xml"/><Relationship Id="rId3" Type="http://schemas.openxmlformats.org/officeDocument/2006/relationships/notesSlide" Target="../notesSlides/notesSlide2.xml"/><Relationship Id="rId4" Type="http://schemas.openxmlformats.org/officeDocument/2006/relationships/oleObject" Target="../embeddings/oleObject41.bin"/><Relationship Id="rId5" Type="http://schemas.openxmlformats.org/officeDocument/2006/relationships/image" Target="../media/image18.emf"/><Relationship Id="rId6" Type="http://schemas.openxmlformats.org/officeDocument/2006/relationships/image" Target="../media/image19.jpeg"/></Relationships>
</file>

<file path=ppt/slides/_rels/slide3.xml.rels><?xml version='1.0' encoding='UTF-8' standalone='yes'?>
<Relationships xmlns="http://schemas.openxmlformats.org/package/2006/relationships"><Relationship Id="rId1" Type="http://schemas.openxmlformats.org/officeDocument/2006/relationships/tags" Target="../tags/tag78.xml"/><Relationship Id="rId2" Type="http://schemas.openxmlformats.org/officeDocument/2006/relationships/slideLayout" Target="../slideLayouts/slideLayout63.xml"/><Relationship Id="rId3" Type="http://schemas.openxmlformats.org/officeDocument/2006/relationships/notesSlide" Target="../notesSlides/notesSlide3.xml"/><Relationship Id="rId4" Type="http://schemas.openxmlformats.org/officeDocument/2006/relationships/oleObject" Target="../embeddings/oleObject42.bin"/><Relationship Id="rId5" Type="http://schemas.openxmlformats.org/officeDocument/2006/relationships/image" Target="../media/image20.emf"/></Relationships>
</file>

<file path=ppt/slides/_rels/slide4.xml.rels><?xml version='1.0' encoding='UTF-8' standalone='yes'?>
<Relationships xmlns="http://schemas.openxmlformats.org/package/2006/relationships"><Relationship Id="rId1" Type="http://schemas.openxmlformats.org/officeDocument/2006/relationships/tags" Target="../tags/tag79.xml"/><Relationship Id="rId2" Type="http://schemas.openxmlformats.org/officeDocument/2006/relationships/slideLayout" Target="../slideLayouts/slideLayout73.xml"/><Relationship Id="rId3" Type="http://schemas.openxmlformats.org/officeDocument/2006/relationships/notesSlide" Target="../notesSlides/notesSlide4.xml"/><Relationship Id="rId4" Type="http://schemas.openxmlformats.org/officeDocument/2006/relationships/oleObject" Target="../embeddings/oleObject41.bin"/><Relationship Id="rId5" Type="http://schemas.openxmlformats.org/officeDocument/2006/relationships/image" Target="../media/image18.emf"/><Relationship Id="rId6" Type="http://schemas.openxmlformats.org/officeDocument/2006/relationships/image" Target="../media/image19.jpeg"/></Relationships>
</file>

<file path=ppt/slides/_rels/slide5.xml.rels><?xml version='1.0' encoding='UTF-8' standalone='yes'?>
<Relationships xmlns="http://schemas.openxmlformats.org/package/2006/relationships"><Relationship Id="rId1" Type="http://schemas.openxmlformats.org/officeDocument/2006/relationships/tags" Target="../tags/tag80.xml"/><Relationship Id="rId2" Type="http://schemas.openxmlformats.org/officeDocument/2006/relationships/slideLayout" Target="../slideLayouts/slideLayout40.xml"/><Relationship Id="rId3" Type="http://schemas.openxmlformats.org/officeDocument/2006/relationships/oleObject" Target="../embeddings/oleObject43.bin"/><Relationship Id="rId4" Type="http://schemas.openxmlformats.org/officeDocument/2006/relationships/image" Target="../media/image21.emf"/></Relationships>
</file>

<file path=ppt/slides/_rels/slide6.xml.rels><?xml version='1.0' encoding='UTF-8' standalone='yes'?>
<Relationships xmlns="http://schemas.openxmlformats.org/package/2006/relationships"><Relationship Id="rId1" Type="http://schemas.openxmlformats.org/officeDocument/2006/relationships/tags" Target="../tags/tag81.xml"/><Relationship Id="rId2" Type="http://schemas.openxmlformats.org/officeDocument/2006/relationships/slideLayout" Target="../slideLayouts/slideLayout53.xml"/><Relationship Id="rId3" Type="http://schemas.openxmlformats.org/officeDocument/2006/relationships/notesSlide" Target="../notesSlides/notesSlide5.xml"/><Relationship Id="rId4" Type="http://schemas.openxmlformats.org/officeDocument/2006/relationships/oleObject" Target="../embeddings/oleObject41.bin"/><Relationship Id="rId5" Type="http://schemas.openxmlformats.org/officeDocument/2006/relationships/image" Target="../media/image18.emf"/><Relationship Id="rId6" Type="http://schemas.openxmlformats.org/officeDocument/2006/relationships/image" Target="../media/image19.jpeg"/></Relationships>
</file>

<file path=ppt/slides/_rels/slide7.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1" Type="http://schemas.openxmlformats.org/officeDocument/2006/relationships/tags" Target="../tags/tag85.xml"/><Relationship Id="rId2" Type="http://schemas.openxmlformats.org/officeDocument/2006/relationships/slideLayout" Target="../slideLayouts/slideLayout53.xml"/><Relationship Id="rId3" Type="http://schemas.openxmlformats.org/officeDocument/2006/relationships/notesSlide" Target="../notesSlides/notesSlide6.xml"/><Relationship Id="rId4" Type="http://schemas.openxmlformats.org/officeDocument/2006/relationships/oleObject" Target="../embeddings/oleObject41.bin"/><Relationship Id="rId5" Type="http://schemas.openxmlformats.org/officeDocument/2006/relationships/image" Target="../media/image18.emf"/><Relationship Id="rId6" Type="http://schemas.openxmlformats.org/officeDocument/2006/relationships/image" Target="../media/image19.jpeg"/></Relationships>
</file>

<file path=ppt/slides/_rels/slide10.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slideLayout" Target="../slideLayouts/slideLayout40.xml"/><Relationship Id="rId3" Type="http://schemas.openxmlformats.org/officeDocument/2006/relationships/image" Target="../media/image22.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slideLayout" Target="../slideLayouts/slideLayout40.xml"/><Relationship Id="rId3"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tags" Target="../tags/tag84.xml"/><Relationship Id="rId2" Type="http://schemas.openxmlformats.org/officeDocument/2006/relationships/slideLayout" Target="../slideLayouts/slideLayout40.xml"/><Relationship Id="rId3" Type="http://schemas.openxmlformats.org/officeDocument/2006/relationships/oleObject" Target="../embeddings/oleObject45.bin"/><Relationship Id="rId4" Type="http://schemas.openxmlformats.org/officeDocument/2006/relationships/image" Target="../media/image21.emf"/></Relationships>
</file>

<file path=ppt/slides/_rels/slide14.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1" Type="http://schemas.openxmlformats.org/officeDocument/2006/relationships/tags" Target="../tags/tag77.xml"/><Relationship Id="rId2" Type="http://schemas.openxmlformats.org/officeDocument/2006/relationships/slideLayout" Target="../slideLayouts/slideLayout53.xml"/><Relationship Id="rId4" Type="http://schemas.openxmlformats.org/officeDocument/2006/relationships/oleObject" Target="../embeddings/oleObject41.bin"/><Relationship Id="rId5" Type="http://schemas.openxmlformats.org/officeDocument/2006/relationships/image" Target="../media/image18.emf"/><Relationship Id="rId6" Type="http://schemas.openxmlformats.org/officeDocument/2006/relationships/image" Target="../media/image19.jpeg"/></Relationships>
</file>

<file path=ppt/slides/_rels/slide16.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slideLayout" Target="../slideLayouts/slideLayout40.xml"/></Relationships>
</file>

<file path=ppt/slides/_rels/slide17.xml.rels><?xml version='1.0' encoding='UTF-8' standalone='yes'?>
<Relationships xmlns="http://schemas.openxmlformats.org/package/2006/relationships"><Relationship Id="rId1" Type="http://schemas.openxmlformats.org/officeDocument/2006/relationships/tags" Target="../tags/tag77.xml"/><Relationship Id="rId2" Type="http://schemas.openxmlformats.org/officeDocument/2006/relationships/slideLayout" Target="../slideLayouts/slideLayout53.xml"/><Relationship Id="rId4" Type="http://schemas.openxmlformats.org/officeDocument/2006/relationships/oleObject" Target="../embeddings/oleObject41.bin"/><Relationship Id="rId5" Type="http://schemas.openxmlformats.org/officeDocument/2006/relationships/image" Target="../media/image18.emf"/><Relationship Id="rId6" Type="http://schemas.openxmlformats.org/officeDocument/2006/relationships/image" Target="../media/image19.jpeg"/></Relationships>
</file>

<file path=ppt/slides/_rels/slide18.xml.rels><?xml version='1.0' encoding='UTF-8' standalone='yes'?>
<Relationships xmlns="http://schemas.openxmlformats.org/package/2006/relationships"><Relationship Id="rId1" Type="http://schemas.openxmlformats.org/officeDocument/2006/relationships/tags" Target="../tags/tag87.xml"/><Relationship Id="rId2"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1" Type="http://schemas.openxmlformats.org/officeDocument/2006/relationships/tags" Target="../tags/tag88.xml"/><Relationship Id="rId2" Type="http://schemas.openxmlformats.org/officeDocument/2006/relationships/slideLayout" Target="../slideLayouts/slideLayout53.xml"/><Relationship Id="rId3" Type="http://schemas.openxmlformats.org/officeDocument/2006/relationships/notesSlide" Target="../notesSlides/notesSlide7.xml"/><Relationship Id="rId4" Type="http://schemas.openxmlformats.org/officeDocument/2006/relationships/oleObject" Target="../embeddings/oleObject41.bin"/><Relationship Id="rId5" Type="http://schemas.openxmlformats.org/officeDocument/2006/relationships/image" Target="../media/image18.emf"/><Relationship Id="rId6" Type="http://schemas.openxmlformats.org/officeDocument/2006/relationships/image" Target="../media/image19.jpeg"/><Relationship Id="rId7" Type="http://schemas.openxmlformats.org/officeDocument/2006/relationships/hyperlink" Target="https://jpdeloitte.sharepoint.com/:p:/r/sites/HHHD_AI/Shared%20Documents/General/01_%E4%BC%9A%E8%AD%B0%E3%83%BB%E6%89%93%E5%90%88%E3%81%9B/020_%E9%80%B1%E6%AC%A1%E5%AE%9A%E4%BE%8B%E4%BC%9A%E8%AD%B0/20260916_%E7%AC%AC11%E5%9B%9E%E9%80%B1%E6%AC%A1%E9%80%B2%E6%8D%97%E5%A0%B1%E5%91%8A_Quickwin/20260914_AI%E7%B5%8C%E5%96%B6%E3%83%8A%E3%83%93_%E3%82%B7%E3%83%B3%E3%83%AD%E3%83%B3%E3%81%95%E3%82%93%E3%83%BB%E6%9C%B1%E3%81%95%E3%82%93%E3%81%B8.pptx?d=wc0c7c268060243c8a1efe825b8c05b26&amp;csf=1&amp;web=1&amp;e=pmgZ22"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8.xml"/><Relationship Id="rId3" Type="http://schemas.openxmlformats.org/officeDocument/2006/relationships/hyperlink" Target="http://www.bsigroup.com/clientDirectory" TargetMode="External"/><Relationship Id="rId4" Type="http://schemas.openxmlformats.org/officeDocument/2006/relationships/hyperlink" Target="http://www.deloitte.com/jp" TargetMode="External"/><Relationship Id="rId5" Type="http://schemas.openxmlformats.org/officeDocument/2006/relationships/hyperlink" Target="http://www.deloitte.com/jp/about" TargetMode="External"/><Relationship Id="rId6" Type="http://schemas.openxmlformats.org/officeDocument/2006/relationships/hyperlink" Target="http://www.deloitte.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5FEB6184-41DC-7C82-EBC9-6125A7A9A4E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306" imgH="306" progId="TCLayout.ActiveDocument.1">
                  <p:embed/>
                </p:oleObj>
              </mc:Choice>
              <mc:Fallback>
                <p:oleObj name="thinkcellスライド" r:id="rId4" imgW="306" imgH="306" progId="TCLayout.ActiveDocument.1">
                  <p:embed/>
                  <p:pic>
                    <p:nvPicPr>
                      <p:cNvPr id="2" name="think-cell data - do not delete" hidden="1">
                        <a:extLst>
                          <a:ext uri="{FF2B5EF4-FFF2-40B4-BE49-F238E27FC236}">
                            <a16:creationId xmlns:a16="http://schemas.microsoft.com/office/drawing/2014/main" id="{5FEB6184-41DC-7C82-EBC9-6125A7A9A4E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9" name="図 18" descr="夜にライトアップされている&#10;&#10;AI によって生成されたコンテンツは間違っている可能性があります。">
            <a:extLst>
              <a:ext uri="{FF2B5EF4-FFF2-40B4-BE49-F238E27FC236}">
                <a16:creationId xmlns:a16="http://schemas.microsoft.com/office/drawing/2014/main" id="{25F0A911-5C19-2636-0451-C85C33F64643}"/>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0" y="0"/>
            <a:ext cx="3904090" cy="6876138"/>
          </a:xfrm>
          <a:prstGeom prst="rect">
            <a:avLst/>
          </a:prstGeom>
        </p:spPr>
      </p:pic>
      <p:sp>
        <p:nvSpPr>
          <p:cNvPr id="25" name="テキスト ボックス 24">
            <a:extLst>
              <a:ext uri="{FF2B5EF4-FFF2-40B4-BE49-F238E27FC236}">
                <a16:creationId xmlns:a16="http://schemas.microsoft.com/office/drawing/2014/main" id="{63CADF77-D81E-E8E2-9C28-F7386E272BD4}"/>
              </a:ext>
            </a:extLst>
          </p:cNvPr>
          <p:cNvSpPr txBox="1"/>
          <p:nvPr/>
        </p:nvSpPr>
        <p:spPr bwMode="gray">
          <a:xfrm>
            <a:off x="4661598" y="2266047"/>
            <a:ext cx="6352701" cy="492443"/>
          </a:xfrm>
          <a:prstGeom prst="rect">
            <a:avLst/>
          </a:prstGeom>
          <a:noFill/>
        </p:spPr>
        <p:txBody>
          <a:bodyPr wrap="none" lIns="0" tIns="0" rIns="0" bIns="0" rtlCol="0">
            <a:spAutoFit/>
          </a:bodyPr>
          <a:lstStyle/>
          <a:p>
            <a:pPr marL="0" marR="0" lvl="0" indent="0" algn="l" defTabSz="990564" rtl="0" eaLnBrk="1" fontAlgn="auto" latinLnBrk="0" hangingPunct="1">
              <a:lnSpc>
                <a:spcPct val="100000"/>
              </a:lnSpc>
              <a:spcBef>
                <a:spcPts val="0"/>
              </a:spcBef>
              <a:spcAft>
                <a:spcPts val="0"/>
              </a:spcAft>
              <a:buClrTx/>
              <a:buSzPct val="100000"/>
              <a:buFontTx/>
              <a:buNone/>
              <a:tabLst/>
              <a:defRPr lang="ja-JP" altLang="en-US"/>
            </a:pPr>
            <a:r>
              <a:rPr kumimoji="1" lang="ja-JP" altLang="en-US" sz="3200" b="1" i="0" u="sng" strike="noStrike" kern="1200" cap="none" spc="0" normalizeH="0" baseline="0" noProof="0">
                <a:ln>
                  <a:noFill/>
                </a:ln>
                <a:solidFill>
                  <a:prstClr val="black"/>
                </a:solidFill>
                <a:effectLst/>
                <a:uLnTx/>
                <a:uFillTx/>
                <a:latin typeface="Yu Gothic UI"/>
                <a:ea typeface="Yu Gothic UI"/>
                <a:cs typeface="Arial" charset="0"/>
              </a:rPr>
              <a:t>BX取り組み｜Quick-Win施策の推進</a:t>
            </a:r>
          </a:p>
        </p:txBody>
      </p:sp>
      <p:sp>
        <p:nvSpPr>
          <p:cNvPr id="28" name="テキスト ボックス 27">
            <a:extLst>
              <a:ext uri="{FF2B5EF4-FFF2-40B4-BE49-F238E27FC236}">
                <a16:creationId xmlns:a16="http://schemas.microsoft.com/office/drawing/2014/main" id="{81AAFA19-1B8D-A828-A17B-E52449575833}"/>
              </a:ext>
            </a:extLst>
          </p:cNvPr>
          <p:cNvSpPr txBox="1"/>
          <p:nvPr/>
        </p:nvSpPr>
        <p:spPr bwMode="gray">
          <a:xfrm>
            <a:off x="4661598" y="3780005"/>
            <a:ext cx="4854086" cy="615553"/>
          </a:xfrm>
          <a:prstGeom prst="rect">
            <a:avLst/>
          </a:prstGeom>
          <a:noFill/>
        </p:spPr>
        <p:txBody>
          <a:bodyPr wrap="none" lIns="0" tIns="0" rIns="0" bIns="0" rtlCol="0" anchor="t">
            <a:spAutoFit/>
          </a:bodyPr>
          <a:lstStyle/>
          <a:p>
            <a:pPr lvl="0" defTabSz="990564" fontAlgn="auto">
              <a:spcBef>
                <a:spcPts val="0"/>
              </a:spcBef>
              <a:spcAft>
                <a:spcPts val="0"/>
              </a:spcAft>
              <a:buSzPct val="100000"/>
            </a:pPr>
            <a:r>
              <a:rPr kumimoji="0" lang="ja-JP" altLang="en-US" sz="2000" b="0" i="0" u="none" strike="noStrike" kern="1200" cap="none" spc="0" normalizeH="0" baseline="0" noProof="0">
                <a:ln>
                  <a:noFill/>
                </a:ln>
                <a:solidFill>
                  <a:prstClr val="black"/>
                </a:solidFill>
                <a:effectLst/>
                <a:uLnTx/>
                <a:uFillTx/>
                <a:latin typeface="Arial"/>
                <a:ea typeface="Yu Gothic UI"/>
                <a:cs typeface="Arial"/>
                <a:sym typeface="+mj-lt"/>
              </a:rPr>
              <a:t>第12回週次進捗報告資料 ｜Quick-Win構築</a:t>
            </a:r>
            <a:br>
              <a:rPr lang="ja-JP" altLang="en-US" sz="2000"/>
            </a:br>
            <a:endParaRPr kumimoji="1" lang="ja-JP" altLang="en-US" sz="2000" b="0" i="0" u="none" strike="noStrike" kern="1200" cap="none" spc="0" normalizeH="0" baseline="0" noProof="0">
              <a:ln>
                <a:noFill/>
              </a:ln>
              <a:solidFill>
                <a:prstClr val="black"/>
              </a:solidFill>
              <a:effectLst/>
              <a:uLnTx/>
              <a:uFillTx/>
              <a:latin typeface="Calibri"/>
              <a:ea typeface="Yu Gothic UI"/>
              <a:cs typeface="Arial" charset="0"/>
            </a:endParaRPr>
          </a:p>
        </p:txBody>
      </p:sp>
      <p:sp>
        <p:nvSpPr>
          <p:cNvPr id="33" name="テキスト ボックス 32">
            <a:extLst>
              <a:ext uri="{FF2B5EF4-FFF2-40B4-BE49-F238E27FC236}">
                <a16:creationId xmlns:a16="http://schemas.microsoft.com/office/drawing/2014/main" id="{844AB2EE-B4B8-DAE9-7E1E-1B71A5C58662}"/>
              </a:ext>
            </a:extLst>
          </p:cNvPr>
          <p:cNvSpPr txBox="1"/>
          <p:nvPr/>
        </p:nvSpPr>
        <p:spPr bwMode="gray">
          <a:xfrm>
            <a:off x="4661598" y="4283964"/>
            <a:ext cx="1678345" cy="307777"/>
          </a:xfrm>
          <a:prstGeom prst="rect">
            <a:avLst/>
          </a:prstGeom>
          <a:noFill/>
        </p:spPr>
        <p:txBody>
          <a:bodyPr wrap="none" lIns="0" tIns="0" rIns="0" bIns="0" rtlCol="0" anchor="t">
            <a:spAutoFit/>
          </a:bodyPr>
          <a:lstStyle/>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lang="ja-JP" altLang="en-US"/>
            </a:pPr>
            <a:r>
              <a:rPr kumimoji="1" lang="ja-JP" altLang="en-US" sz="2000" b="0" i="0" u="none" strike="noStrike" kern="1200" cap="none" spc="0" normalizeH="0" baseline="0" noProof="0">
                <a:ln>
                  <a:noFill/>
                </a:ln>
                <a:solidFill>
                  <a:prstClr val="black"/>
                </a:solidFill>
                <a:effectLst/>
                <a:uLnTx/>
                <a:uFillTx/>
                <a:latin typeface="Calibri"/>
                <a:ea typeface="Yu Gothic UI"/>
                <a:cs typeface="Arial"/>
              </a:rPr>
              <a:t>2026年9月24日</a:t>
            </a:r>
          </a:p>
        </p:txBody>
      </p:sp>
    </p:spTree>
    <p:extLst>
      <p:ext uri="{BB962C8B-B14F-4D97-AF65-F5344CB8AC3E}">
        <p14:creationId xmlns:p14="http://schemas.microsoft.com/office/powerpoint/2010/main" val="801653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116F1-BCEC-2A09-F5ED-3A94ACC2A714}"/>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810F7D5-41FB-1DBB-4D86-A56944FC4C8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8" name="think-cell data - do not delete" hidden="1">
                        <a:extLst>
                          <a:ext uri="{FF2B5EF4-FFF2-40B4-BE49-F238E27FC236}">
                            <a16:creationId xmlns:a16="http://schemas.microsoft.com/office/drawing/2014/main" id="{F810F7D5-41FB-1DBB-4D86-A56944FC4C8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正方形/長方形 1">
            <a:extLst>
              <a:ext uri="{FF2B5EF4-FFF2-40B4-BE49-F238E27FC236}">
                <a16:creationId xmlns:a16="http://schemas.microsoft.com/office/drawing/2014/main" id="{7C1C0C3A-F166-F315-FCA1-71224CFDB38D}"/>
              </a:ext>
            </a:extLst>
          </p:cNvPr>
          <p:cNvSpPr/>
          <p:nvPr/>
        </p:nvSpPr>
        <p:spPr bwMode="gray">
          <a:xfrm>
            <a:off x="398151" y="1612087"/>
            <a:ext cx="5877237" cy="331927"/>
          </a:xfrm>
          <a:prstGeom prst="rect">
            <a:avLst/>
          </a:prstGeom>
          <a:solidFill>
            <a:schemeClr val="bg1">
              <a:lumMod val="50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600" b="0" i="0" u="none" strike="noStrike" kern="1200" cap="none" spc="0" normalizeH="0" baseline="0" noProof="0">
              <a:ln>
                <a:noFill/>
              </a:ln>
              <a:solidFill>
                <a:prstClr val="black"/>
              </a:solidFill>
              <a:effectLst/>
              <a:uLnTx/>
              <a:uFillTx/>
              <a:latin typeface="+mn-lt"/>
              <a:ea typeface="+mn-ea"/>
              <a:cs typeface="+mn-cs"/>
            </a:endParaRPr>
          </a:p>
        </p:txBody>
      </p:sp>
      <p:sp>
        <p:nvSpPr>
          <p:cNvPr id="3" name="スライド番号プレースホルダー 2">
            <a:extLst>
              <a:ext uri="{FF2B5EF4-FFF2-40B4-BE49-F238E27FC236}">
                <a16:creationId xmlns:a16="http://schemas.microsoft.com/office/drawing/2014/main" id="{402607B0-7972-7B01-1E5F-36B66DEABEFB}"/>
              </a:ext>
            </a:extLst>
          </p:cNvPr>
          <p:cNvSpPr>
            <a:spLocks noGrp="1"/>
          </p:cNvSpPr>
          <p:nvPr>
            <p:ph type="sldNum" sz="quarter" idx="11"/>
          </p:nvPr>
        </p:nvSpPr>
        <p:spPr/>
        <p:txBody>
          <a:bodyPr/>
          <a:lstStyle/>
          <a:p>
            <a:fld id="{AA5FCFE5-FE56-4EF1-80A8-07776887C2A1}" type="slidenum">
              <a:rPr lang="ja-JP" altLang="en-US" smtClean="0"/>
              <a:pPr/>
              <a:t>2</a:t>
            </a:fld>
            <a:endParaRPr lang="ja-JP" altLang="en-US"/>
          </a:p>
        </p:txBody>
      </p:sp>
      <p:sp>
        <p:nvSpPr>
          <p:cNvPr id="4" name="タイトル 3">
            <a:extLst>
              <a:ext uri="{FF2B5EF4-FFF2-40B4-BE49-F238E27FC236}">
                <a16:creationId xmlns:a16="http://schemas.microsoft.com/office/drawing/2014/main" id="{AF61E178-7D83-B27F-73A4-2E06ADEBFA6F}"/>
              </a:ext>
            </a:extLst>
          </p:cNvPr>
          <p:cNvSpPr>
            <a:spLocks noGrp="1"/>
          </p:cNvSpPr>
          <p:nvPr>
            <p:ph type="title"/>
          </p:nvPr>
        </p:nvSpPr>
        <p:spPr/>
        <p:txBody>
          <a:bodyPr vert="horz" rIns="0"/>
          <a:lstStyle/>
          <a:p>
            <a:r>
              <a:rPr lang="ja-JP" altLang="en-US"/>
              <a:t>本日のアジェンダ</a:t>
            </a:r>
          </a:p>
        </p:txBody>
      </p:sp>
      <p:pic>
        <p:nvPicPr>
          <p:cNvPr id="7" name="図 6" descr="建物, 座る, コンピュータ, 男 が含まれている画像&#10;&#10;AI によって生成されたコンテンツは間違っている可能性があります。">
            <a:extLst>
              <a:ext uri="{FF2B5EF4-FFF2-40B4-BE49-F238E27FC236}">
                <a16:creationId xmlns:a16="http://schemas.microsoft.com/office/drawing/2014/main" id="{DACCE5BA-8945-5F2E-ECF3-C30C84CB5367}"/>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8084313" y="1"/>
            <a:ext cx="4107686" cy="6858000"/>
          </a:xfrm>
          <a:prstGeom prst="rect">
            <a:avLst/>
          </a:prstGeom>
        </p:spPr>
      </p:pic>
      <p:sp>
        <p:nvSpPr>
          <p:cNvPr id="6" name="テキスト ボックス 5">
            <a:extLst>
              <a:ext uri="{FF2B5EF4-FFF2-40B4-BE49-F238E27FC236}">
                <a16:creationId xmlns:a16="http://schemas.microsoft.com/office/drawing/2014/main" id="{CF7891DD-C84F-A88D-23C9-77A78E2E35EE}"/>
              </a:ext>
            </a:extLst>
          </p:cNvPr>
          <p:cNvSpPr txBox="1"/>
          <p:nvPr/>
        </p:nvSpPr>
        <p:spPr bwMode="gray">
          <a:xfrm>
            <a:off x="479425" y="1280248"/>
            <a:ext cx="5615999" cy="3308598"/>
          </a:xfrm>
          <a:prstGeom prst="rect">
            <a:avLst/>
          </a:prstGeom>
          <a:noFill/>
        </p:spPr>
        <p:txBody>
          <a:bodyPr wrap="square" lIns="0" tIns="0" rIns="0" bIns="0" rtlCol="0" anchor="t">
            <a:spAutoFit/>
          </a:bodyPr>
          <a:lstStyle/>
          <a:p>
            <a:pPr defTabSz="990564" fontAlgn="auto">
              <a:spcBef>
                <a:spcPts val="0"/>
              </a:spcBef>
              <a:spcAft>
                <a:spcPts val="600"/>
              </a:spcAft>
              <a:buSzPct val="100000"/>
            </a:pPr>
            <a:endParaRPr lang="ja-JP" altLang="en-US" sz="1800" b="1">
              <a:solidFill>
                <a:srgbClr val="000000"/>
              </a:solidFill>
              <a:latin typeface="+mn-ea"/>
              <a:cs typeface="Arial"/>
            </a:endParaRP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solidFill>
                  <a:schemeClr val="bg1"/>
                </a:solidFill>
                <a:latin typeface="+mn-ea"/>
                <a:cs typeface="Arial"/>
                <a:sym typeface="+mn-lt"/>
              </a:rPr>
              <a:t>Quick-Win構築の全体進捗　‐　5分</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前週振り返りおよび現状報告　‐　5分</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FIX後の改修内容　‐　15分</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改修一覧（AI経営ナビ／総会QA・共通）</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最新アプリのご説明　‐　35分</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AI壁打ちの処理フロー</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計画策定・確認サポート（3機能）</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機密データ受け渡し箱</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アプリ画面でのご説明</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最新ドキュメントのご案内</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アプリに関するディスカッション　‐　40分</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ラップアップ　‐　10分</a:t>
            </a:r>
          </a:p>
        </p:txBody>
      </p:sp>
    </p:spTree>
    <p:extLst>
      <p:ext uri="{BB962C8B-B14F-4D97-AF65-F5344CB8AC3E}">
        <p14:creationId xmlns:p14="http://schemas.microsoft.com/office/powerpoint/2010/main" val="2642108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1C5DF-8DA5-8829-4E69-DE9CAD569695}"/>
            </a:ext>
          </a:extLst>
        </p:cNvPr>
        <p:cNvGrpSpPr/>
        <p:nvPr/>
      </p:nvGrpSpPr>
      <p:grpSpPr>
        <a:xfrm>
          <a:off x="0" y="0"/>
          <a:ext cx="0" cy="0"/>
          <a:chOff x="0" y="0"/>
          <a:chExt cx="0" cy="0"/>
        </a:xfrm>
      </p:grpSpPr>
      <p:graphicFrame>
        <p:nvGraphicFramePr>
          <p:cNvPr id="28" name="think-cell data - do not delete" hidden="1">
            <a:extLst>
              <a:ext uri="{FF2B5EF4-FFF2-40B4-BE49-F238E27FC236}">
                <a16:creationId xmlns:a16="http://schemas.microsoft.com/office/drawing/2014/main" id="{B6735C63-2C37-863B-A416-87289FC73E6C}"/>
              </a:ext>
            </a:extLst>
          </p:cNvPr>
          <p:cNvGraphicFramePr>
            <a:graphicFrameLocks/>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581" imgH="598" progId="TCLayout.ActiveDocument.1">
                  <p:embed/>
                </p:oleObj>
              </mc:Choice>
              <mc:Fallback>
                <p:oleObj name="thinkcellスライド" r:id="rId4" imgW="581" imgH="598" progId="TCLayout.ActiveDocument.1">
                  <p:embed/>
                  <p:pic>
                    <p:nvPicPr>
                      <p:cNvPr id="28" name="think-cell data - do not delete" hidden="1">
                        <a:extLst>
                          <a:ext uri="{FF2B5EF4-FFF2-40B4-BE49-F238E27FC236}">
                            <a16:creationId xmlns:a16="http://schemas.microsoft.com/office/drawing/2014/main" id="{B6735C63-2C37-863B-A416-87289FC73E6C}"/>
                          </a:ext>
                        </a:extLst>
                      </p:cNvPr>
                      <p:cNvPicPr/>
                      <p:nvPr/>
                    </p:nvPicPr>
                    <p:blipFill>
                      <a:blip r:embed="rId5"/>
                      <a:stretch>
                        <a:fillRect/>
                      </a:stretch>
                    </p:blipFill>
                    <p:spPr>
                      <a:xfrm>
                        <a:off x="1144588" y="1588"/>
                        <a:ext cx="1588" cy="1588"/>
                      </a:xfrm>
                      <a:prstGeom prst="rect">
                        <a:avLst/>
                      </a:prstGeom>
                    </p:spPr>
                  </p:pic>
                </p:oleObj>
              </mc:Fallback>
            </mc:AlternateContent>
          </a:graphicData>
        </a:graphic>
      </p:graphicFrame>
      <p:sp>
        <p:nvSpPr>
          <p:cNvPr id="3" name="テキスト プレースホルダー 2">
            <a:extLst>
              <a:ext uri="{FF2B5EF4-FFF2-40B4-BE49-F238E27FC236}">
                <a16:creationId xmlns:a16="http://schemas.microsoft.com/office/drawing/2014/main" id="{96283BDD-3239-E932-B8ED-4101DA8E3E0E}"/>
              </a:ext>
            </a:extLst>
          </p:cNvPr>
          <p:cNvSpPr>
            <a:spLocks noGrp="1"/>
          </p:cNvSpPr>
          <p:nvPr>
            <p:ph type="body" sz="quarter" idx="15"/>
          </p:nvPr>
        </p:nvSpPr>
        <p:spPr/>
        <p:txBody>
          <a:bodyPr/>
          <a:lstStyle/>
          <a:p>
            <a:r>
              <a:rPr kumimoji="1" lang="ja-JP" altLang="en-US"/>
              <a:t>プロジェクト状況とトピック</a:t>
            </a:r>
          </a:p>
        </p:txBody>
      </p:sp>
      <p:sp>
        <p:nvSpPr>
          <p:cNvPr id="4" name="タイトル 3">
            <a:extLst>
              <a:ext uri="{FF2B5EF4-FFF2-40B4-BE49-F238E27FC236}">
                <a16:creationId xmlns:a16="http://schemas.microsoft.com/office/drawing/2014/main" id="{065DD050-6778-9C29-F8E6-885C802524E9}"/>
              </a:ext>
            </a:extLst>
          </p:cNvPr>
          <p:cNvSpPr>
            <a:spLocks noGrp="1"/>
          </p:cNvSpPr>
          <p:nvPr>
            <p:ph type="title"/>
          </p:nvPr>
        </p:nvSpPr>
        <p:spPr/>
        <p:txBody>
          <a:bodyPr vert="horz" lIns="0" tIns="0" rIns="0" bIns="0" rtlCol="0" anchor="b" anchorCtr="0">
            <a:noAutofit/>
          </a:bodyPr>
          <a:lstStyle/>
          <a:p>
            <a:r>
              <a:rPr lang="ja-JP" altLang="en-US"/>
              <a:t>本日時点ではスケジュール通りの進捗です</a:t>
            </a:r>
            <a:endParaRPr kumimoji="1" lang="ja-JP" altLang="en-US"/>
          </a:p>
        </p:txBody>
      </p:sp>
      <p:graphicFrame>
        <p:nvGraphicFramePr>
          <p:cNvPr id="5" name="表 4">
            <a:extLst>
              <a:ext uri="{FF2B5EF4-FFF2-40B4-BE49-F238E27FC236}">
                <a16:creationId xmlns:a16="http://schemas.microsoft.com/office/drawing/2014/main" id="{8B4887E1-5056-B873-C248-6909B58B21A5}"/>
              </a:ext>
            </a:extLst>
          </p:cNvPr>
          <p:cNvGraphicFramePr>
            <a:graphicFrameLocks noGrp="1"/>
          </p:cNvGraphicFramePr>
          <p:nvPr/>
        </p:nvGraphicFramePr>
        <p:xfrm>
          <a:off x="860994" y="2267140"/>
          <a:ext cx="10788885" cy="4334065"/>
        </p:xfrm>
        <a:graphic>
          <a:graphicData uri="http://schemas.openxmlformats.org/drawingml/2006/table">
            <a:tbl>
              <a:tblPr firstRow="1" bandRow="1">
                <a:tableStyleId>{5940675A-B579-460E-94D1-54222C63F5DA}</a:tableStyleId>
              </a:tblPr>
              <a:tblGrid>
                <a:gridCol w="1044000">
                  <a:extLst>
                    <a:ext uri="{9D8B030D-6E8A-4147-A177-3AD203B41FA5}">
                      <a16:colId xmlns:a16="http://schemas.microsoft.com/office/drawing/2014/main" val="4223043338"/>
                    </a:ext>
                  </a:extLst>
                </a:gridCol>
                <a:gridCol w="649659">
                  <a:extLst>
                    <a:ext uri="{9D8B030D-6E8A-4147-A177-3AD203B41FA5}">
                      <a16:colId xmlns:a16="http://schemas.microsoft.com/office/drawing/2014/main" val="761331293"/>
                    </a:ext>
                  </a:extLst>
                </a:gridCol>
                <a:gridCol w="649659">
                  <a:extLst>
                    <a:ext uri="{9D8B030D-6E8A-4147-A177-3AD203B41FA5}">
                      <a16:colId xmlns:a16="http://schemas.microsoft.com/office/drawing/2014/main" val="553652801"/>
                    </a:ext>
                  </a:extLst>
                </a:gridCol>
                <a:gridCol w="649659">
                  <a:extLst>
                    <a:ext uri="{9D8B030D-6E8A-4147-A177-3AD203B41FA5}">
                      <a16:colId xmlns:a16="http://schemas.microsoft.com/office/drawing/2014/main" val="3428643721"/>
                    </a:ext>
                  </a:extLst>
                </a:gridCol>
                <a:gridCol w="649659">
                  <a:extLst>
                    <a:ext uri="{9D8B030D-6E8A-4147-A177-3AD203B41FA5}">
                      <a16:colId xmlns:a16="http://schemas.microsoft.com/office/drawing/2014/main" val="2778873898"/>
                    </a:ext>
                  </a:extLst>
                </a:gridCol>
                <a:gridCol w="649659">
                  <a:extLst>
                    <a:ext uri="{9D8B030D-6E8A-4147-A177-3AD203B41FA5}">
                      <a16:colId xmlns:a16="http://schemas.microsoft.com/office/drawing/2014/main" val="1617164020"/>
                    </a:ext>
                  </a:extLst>
                </a:gridCol>
                <a:gridCol w="649659">
                  <a:extLst>
                    <a:ext uri="{9D8B030D-6E8A-4147-A177-3AD203B41FA5}">
                      <a16:colId xmlns:a16="http://schemas.microsoft.com/office/drawing/2014/main" val="1277638159"/>
                    </a:ext>
                  </a:extLst>
                </a:gridCol>
                <a:gridCol w="649659">
                  <a:extLst>
                    <a:ext uri="{9D8B030D-6E8A-4147-A177-3AD203B41FA5}">
                      <a16:colId xmlns:a16="http://schemas.microsoft.com/office/drawing/2014/main" val="4246207140"/>
                    </a:ext>
                  </a:extLst>
                </a:gridCol>
                <a:gridCol w="662568">
                  <a:extLst>
                    <a:ext uri="{9D8B030D-6E8A-4147-A177-3AD203B41FA5}">
                      <a16:colId xmlns:a16="http://schemas.microsoft.com/office/drawing/2014/main" val="4187405381"/>
                    </a:ext>
                  </a:extLst>
                </a:gridCol>
                <a:gridCol w="636750">
                  <a:extLst>
                    <a:ext uri="{9D8B030D-6E8A-4147-A177-3AD203B41FA5}">
                      <a16:colId xmlns:a16="http://schemas.microsoft.com/office/drawing/2014/main" val="2148332631"/>
                    </a:ext>
                  </a:extLst>
                </a:gridCol>
                <a:gridCol w="649659">
                  <a:extLst>
                    <a:ext uri="{9D8B030D-6E8A-4147-A177-3AD203B41FA5}">
                      <a16:colId xmlns:a16="http://schemas.microsoft.com/office/drawing/2014/main" val="3922632335"/>
                    </a:ext>
                  </a:extLst>
                </a:gridCol>
                <a:gridCol w="649659">
                  <a:extLst>
                    <a:ext uri="{9D8B030D-6E8A-4147-A177-3AD203B41FA5}">
                      <a16:colId xmlns:a16="http://schemas.microsoft.com/office/drawing/2014/main" val="275346949"/>
                    </a:ext>
                  </a:extLst>
                </a:gridCol>
                <a:gridCol w="649659">
                  <a:extLst>
                    <a:ext uri="{9D8B030D-6E8A-4147-A177-3AD203B41FA5}">
                      <a16:colId xmlns:a16="http://schemas.microsoft.com/office/drawing/2014/main" val="3387292652"/>
                    </a:ext>
                  </a:extLst>
                </a:gridCol>
                <a:gridCol w="649659">
                  <a:extLst>
                    <a:ext uri="{9D8B030D-6E8A-4147-A177-3AD203B41FA5}">
                      <a16:colId xmlns:a16="http://schemas.microsoft.com/office/drawing/2014/main" val="4115829582"/>
                    </a:ext>
                  </a:extLst>
                </a:gridCol>
                <a:gridCol w="649659">
                  <a:extLst>
                    <a:ext uri="{9D8B030D-6E8A-4147-A177-3AD203B41FA5}">
                      <a16:colId xmlns:a16="http://schemas.microsoft.com/office/drawing/2014/main" val="4257367690"/>
                    </a:ext>
                  </a:extLst>
                </a:gridCol>
                <a:gridCol w="649659">
                  <a:extLst>
                    <a:ext uri="{9D8B030D-6E8A-4147-A177-3AD203B41FA5}">
                      <a16:colId xmlns:a16="http://schemas.microsoft.com/office/drawing/2014/main" val="417413986"/>
                    </a:ext>
                  </a:extLst>
                </a:gridCol>
              </a:tblGrid>
              <a:tr h="243659">
                <a:tc>
                  <a:txBody>
                    <a:bodyPr/>
                    <a:lstStyle/>
                    <a:p>
                      <a:endParaRPr kumimoji="1" lang="ja-JP" altLang="en-US" sz="900"/>
                    </a:p>
                  </a:txBody>
                  <a:tcPr>
                    <a:lnL w="12700" cap="flat" cmpd="sng" algn="ctr">
                      <a:solidFill>
                        <a:schemeClr val="bg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929959050"/>
                  </a:ext>
                </a:extLst>
              </a:tr>
              <a:tr h="1060802">
                <a:tc>
                  <a:txBody>
                    <a:bodyPr/>
                    <a:lstStyle/>
                    <a:p>
                      <a:endParaRPr kumimoji="1" lang="ja-JP" altLang="en-US" sz="900"/>
                    </a:p>
                  </a:txBody>
                  <a:tcPr>
                    <a:lnL w="12700" cap="flat" cmpd="sng" algn="ctr">
                      <a:solidFill>
                        <a:schemeClr val="bg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930659941"/>
                  </a:ext>
                </a:extLst>
              </a:tr>
              <a:tr h="1514802">
                <a:tc>
                  <a:txBody>
                    <a:bodyPr/>
                    <a:lstStyle/>
                    <a:p>
                      <a:endParaRPr kumimoji="1" lang="ja-JP" altLang="en-US" sz="900"/>
                    </a:p>
                  </a:txBody>
                  <a:tcPr>
                    <a:lnL w="12700" cap="flat" cmpd="sng" algn="ctr">
                      <a:solidFill>
                        <a:schemeClr val="bg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42201493"/>
                  </a:ext>
                </a:extLst>
              </a:tr>
              <a:tr h="1514802">
                <a:tc>
                  <a:txBody>
                    <a:bodyPr/>
                    <a:lstStyle/>
                    <a:p>
                      <a:endParaRPr kumimoji="1" lang="ja-JP" altLang="en-US" sz="900"/>
                    </a:p>
                  </a:txBody>
                  <a:tcPr>
                    <a:lnL w="12700" cap="flat" cmpd="sng" algn="ctr">
                      <a:solidFill>
                        <a:schemeClr val="bg1"/>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endParaRPr kumimoji="1" lang="ja-JP" altLang="en-US" sz="900"/>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75899482"/>
                  </a:ext>
                </a:extLst>
              </a:tr>
            </a:tbl>
          </a:graphicData>
        </a:graphic>
      </p:graphicFrame>
      <p:grpSp>
        <p:nvGrpSpPr>
          <p:cNvPr id="7" name="グループ化 6">
            <a:extLst>
              <a:ext uri="{FF2B5EF4-FFF2-40B4-BE49-F238E27FC236}">
                <a16:creationId xmlns:a16="http://schemas.microsoft.com/office/drawing/2014/main" id="{C29BE951-82F7-B98D-F05A-84D11B95D4F5}"/>
              </a:ext>
            </a:extLst>
          </p:cNvPr>
          <p:cNvGrpSpPr/>
          <p:nvPr/>
        </p:nvGrpSpPr>
        <p:grpSpPr>
          <a:xfrm>
            <a:off x="1904546" y="1485972"/>
            <a:ext cx="9737462" cy="734487"/>
            <a:chOff x="1400805" y="1494681"/>
            <a:chExt cx="8116637" cy="817505"/>
          </a:xfrm>
        </p:grpSpPr>
        <p:sp>
          <p:nvSpPr>
            <p:cNvPr id="8" name="矢印: 五方向 7">
              <a:extLst>
                <a:ext uri="{FF2B5EF4-FFF2-40B4-BE49-F238E27FC236}">
                  <a16:creationId xmlns:a16="http://schemas.microsoft.com/office/drawing/2014/main" id="{20D7DDCB-EC5F-D8FB-F6D7-9A282D82BD51}"/>
                </a:ext>
              </a:extLst>
            </p:cNvPr>
            <p:cNvSpPr/>
            <p:nvPr/>
          </p:nvSpPr>
          <p:spPr bwMode="gray">
            <a:xfrm>
              <a:off x="1400805"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1" i="0" u="none" strike="noStrike" kern="1200" cap="none" spc="0" normalizeH="0" baseline="0" noProof="0">
                  <a:ln>
                    <a:noFill/>
                  </a:ln>
                  <a:solidFill>
                    <a:prstClr val="black"/>
                  </a:solidFill>
                  <a:effectLst/>
                  <a:uLnTx/>
                  <a:uFillTx/>
                  <a:latin typeface="+mn-lt"/>
                  <a:ea typeface="+mn-ea"/>
                  <a:cs typeface="+mn-cs"/>
                </a:rPr>
                <a:t>1</a:t>
              </a:r>
              <a:r>
                <a:rPr kumimoji="1" lang="ja-JP" altLang="en-US" sz="1200" b="1">
                  <a:solidFill>
                    <a:prstClr val="black"/>
                  </a:solidFill>
                  <a:latin typeface="+mn-lt"/>
                  <a:cs typeface="+mn-cs"/>
                </a:rPr>
                <a:t>週</a:t>
              </a:r>
              <a:endParaRPr kumimoji="1" lang="ja-JP" altLang="en-US" sz="1200" b="1" i="0" u="none" strike="noStrike" kern="1200" cap="none" spc="0" normalizeH="0" baseline="0" noProof="0">
                <a:ln>
                  <a:noFill/>
                </a:ln>
                <a:solidFill>
                  <a:prstClr val="black"/>
                </a:solidFill>
                <a:effectLst/>
                <a:uLnTx/>
                <a:uFillTx/>
                <a:latin typeface="+mn-lt"/>
                <a:ea typeface="+mn-ea"/>
                <a:cs typeface="+mn-cs"/>
              </a:endParaRPr>
            </a:p>
          </p:txBody>
        </p:sp>
        <p:sp>
          <p:nvSpPr>
            <p:cNvPr id="9" name="矢印: 五方向 8">
              <a:extLst>
                <a:ext uri="{FF2B5EF4-FFF2-40B4-BE49-F238E27FC236}">
                  <a16:creationId xmlns:a16="http://schemas.microsoft.com/office/drawing/2014/main" id="{E2D1C92B-0028-0794-2CC2-A4C783D40363}"/>
                </a:ext>
              </a:extLst>
            </p:cNvPr>
            <p:cNvSpPr/>
            <p:nvPr/>
          </p:nvSpPr>
          <p:spPr bwMode="gray">
            <a:xfrm>
              <a:off x="1942996"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1">
                  <a:solidFill>
                    <a:prstClr val="black"/>
                  </a:solidFill>
                  <a:latin typeface="+mn-lt"/>
                  <a:cs typeface="+mn-cs"/>
                </a:rPr>
                <a:t>2</a:t>
              </a:r>
              <a:r>
                <a:rPr kumimoji="1" lang="ja-JP" altLang="en-US" sz="1200" b="1">
                  <a:solidFill>
                    <a:prstClr val="black"/>
                  </a:solidFill>
                  <a:latin typeface="+mn-lt"/>
                  <a:cs typeface="+mn-cs"/>
                </a:rPr>
                <a:t>週</a:t>
              </a:r>
              <a:endParaRPr kumimoji="1" lang="ja-JP" altLang="en-US" sz="1200" b="1" i="0" u="none" strike="noStrike" kern="1200" cap="none" spc="0" normalizeH="0" baseline="0" noProof="0">
                <a:ln>
                  <a:noFill/>
                </a:ln>
                <a:solidFill>
                  <a:prstClr val="black"/>
                </a:solidFill>
                <a:effectLst/>
                <a:uLnTx/>
                <a:uFillTx/>
                <a:latin typeface="+mn-lt"/>
                <a:ea typeface="+mn-ea"/>
                <a:cs typeface="+mn-cs"/>
              </a:endParaRPr>
            </a:p>
          </p:txBody>
        </p:sp>
        <p:sp>
          <p:nvSpPr>
            <p:cNvPr id="10" name="矢印: 五方向 9">
              <a:extLst>
                <a:ext uri="{FF2B5EF4-FFF2-40B4-BE49-F238E27FC236}">
                  <a16:creationId xmlns:a16="http://schemas.microsoft.com/office/drawing/2014/main" id="{D76ADDAB-0BA6-169D-82A3-9F5EE0AF757F}"/>
                </a:ext>
              </a:extLst>
            </p:cNvPr>
            <p:cNvSpPr/>
            <p:nvPr/>
          </p:nvSpPr>
          <p:spPr bwMode="gray">
            <a:xfrm>
              <a:off x="2485186"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1">
                  <a:solidFill>
                    <a:prstClr val="black"/>
                  </a:solidFill>
                  <a:latin typeface="+mn-lt"/>
                  <a:cs typeface="+mn-cs"/>
                </a:rPr>
                <a:t>3</a:t>
              </a:r>
              <a:r>
                <a:rPr kumimoji="1" lang="ja-JP" altLang="en-US" sz="1200" b="1">
                  <a:solidFill>
                    <a:prstClr val="black"/>
                  </a:solidFill>
                  <a:latin typeface="+mn-lt"/>
                  <a:cs typeface="+mn-cs"/>
                </a:rPr>
                <a:t>週</a:t>
              </a:r>
              <a:endParaRPr kumimoji="1" lang="ja-JP" altLang="en-US" sz="1200" b="1" i="0" u="none" strike="noStrike" kern="1200" cap="none" spc="0" normalizeH="0" baseline="0" noProof="0">
                <a:ln>
                  <a:noFill/>
                </a:ln>
                <a:solidFill>
                  <a:prstClr val="black"/>
                </a:solidFill>
                <a:effectLst/>
                <a:uLnTx/>
                <a:uFillTx/>
                <a:latin typeface="+mn-lt"/>
                <a:ea typeface="+mn-ea"/>
                <a:cs typeface="+mn-cs"/>
              </a:endParaRPr>
            </a:p>
          </p:txBody>
        </p:sp>
        <p:sp>
          <p:nvSpPr>
            <p:cNvPr id="11" name="矢印: 五方向 10">
              <a:extLst>
                <a:ext uri="{FF2B5EF4-FFF2-40B4-BE49-F238E27FC236}">
                  <a16:creationId xmlns:a16="http://schemas.microsoft.com/office/drawing/2014/main" id="{2DB7B73D-76DA-46BF-2A8A-DCCA4500DF0B}"/>
                </a:ext>
              </a:extLst>
            </p:cNvPr>
            <p:cNvSpPr/>
            <p:nvPr/>
          </p:nvSpPr>
          <p:spPr bwMode="gray">
            <a:xfrm>
              <a:off x="3027377"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1">
                  <a:solidFill>
                    <a:prstClr val="black"/>
                  </a:solidFill>
                  <a:latin typeface="+mn-lt"/>
                  <a:cs typeface="+mn-cs"/>
                </a:rPr>
                <a:t>4</a:t>
              </a:r>
              <a:r>
                <a:rPr kumimoji="1" lang="ja-JP" altLang="en-US" sz="1200" b="1">
                  <a:solidFill>
                    <a:prstClr val="black"/>
                  </a:solidFill>
                  <a:latin typeface="+mn-lt"/>
                  <a:cs typeface="+mn-cs"/>
                </a:rPr>
                <a:t>週</a:t>
              </a:r>
              <a:endParaRPr kumimoji="1" lang="ja-JP" altLang="en-US" sz="1200" b="1" i="0" u="none" strike="noStrike" kern="1200" cap="none" spc="0" normalizeH="0" baseline="0" noProof="0">
                <a:ln>
                  <a:noFill/>
                </a:ln>
                <a:solidFill>
                  <a:prstClr val="black"/>
                </a:solidFill>
                <a:effectLst/>
                <a:uLnTx/>
                <a:uFillTx/>
                <a:latin typeface="+mn-lt"/>
                <a:ea typeface="+mn-ea"/>
                <a:cs typeface="+mn-cs"/>
              </a:endParaRPr>
            </a:p>
          </p:txBody>
        </p:sp>
        <p:sp>
          <p:nvSpPr>
            <p:cNvPr id="12" name="矢印: 五方向 11">
              <a:extLst>
                <a:ext uri="{FF2B5EF4-FFF2-40B4-BE49-F238E27FC236}">
                  <a16:creationId xmlns:a16="http://schemas.microsoft.com/office/drawing/2014/main" id="{51C4635F-87DA-E28E-260B-9BB40DB3A25E}"/>
                </a:ext>
              </a:extLst>
            </p:cNvPr>
            <p:cNvSpPr/>
            <p:nvPr/>
          </p:nvSpPr>
          <p:spPr bwMode="gray">
            <a:xfrm>
              <a:off x="3569568"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1">
                  <a:solidFill>
                    <a:prstClr val="black"/>
                  </a:solidFill>
                  <a:latin typeface="+mn-lt"/>
                  <a:cs typeface="+mn-cs"/>
                </a:rPr>
                <a:t>5</a:t>
              </a:r>
              <a:r>
                <a:rPr kumimoji="1" lang="ja-JP" altLang="en-US" sz="1200" b="1">
                  <a:solidFill>
                    <a:prstClr val="black"/>
                  </a:solidFill>
                  <a:latin typeface="+mn-lt"/>
                  <a:cs typeface="+mn-cs"/>
                </a:rPr>
                <a:t>週</a:t>
              </a:r>
              <a:endParaRPr kumimoji="1" lang="ja-JP" altLang="en-US" sz="1200" b="1" i="0" u="none" strike="noStrike" kern="1200" cap="none" spc="0" normalizeH="0" baseline="0" noProof="0">
                <a:ln>
                  <a:noFill/>
                </a:ln>
                <a:solidFill>
                  <a:prstClr val="black"/>
                </a:solidFill>
                <a:effectLst/>
                <a:uLnTx/>
                <a:uFillTx/>
                <a:latin typeface="+mn-lt"/>
                <a:ea typeface="+mn-ea"/>
                <a:cs typeface="+mn-cs"/>
              </a:endParaRPr>
            </a:p>
          </p:txBody>
        </p:sp>
        <p:sp>
          <p:nvSpPr>
            <p:cNvPr id="13" name="矢印: 五方向 12">
              <a:extLst>
                <a:ext uri="{FF2B5EF4-FFF2-40B4-BE49-F238E27FC236}">
                  <a16:creationId xmlns:a16="http://schemas.microsoft.com/office/drawing/2014/main" id="{E28D0492-DFFC-F789-76C7-750313FC6224}"/>
                </a:ext>
              </a:extLst>
            </p:cNvPr>
            <p:cNvSpPr/>
            <p:nvPr/>
          </p:nvSpPr>
          <p:spPr bwMode="gray">
            <a:xfrm>
              <a:off x="4111759"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1">
                  <a:solidFill>
                    <a:prstClr val="black"/>
                  </a:solidFill>
                  <a:latin typeface="+mn-lt"/>
                  <a:cs typeface="+mn-cs"/>
                </a:rPr>
                <a:t>6</a:t>
              </a:r>
              <a:r>
                <a:rPr kumimoji="1" lang="ja-JP" altLang="en-US" sz="1200" b="1">
                  <a:solidFill>
                    <a:prstClr val="black"/>
                  </a:solidFill>
                  <a:latin typeface="+mn-lt"/>
                  <a:cs typeface="+mn-cs"/>
                </a:rPr>
                <a:t>週</a:t>
              </a:r>
              <a:endParaRPr kumimoji="1" lang="ja-JP" altLang="en-US" sz="1200" b="1" i="0" u="none" strike="noStrike" kern="1200" cap="none" spc="0" normalizeH="0" baseline="0" noProof="0">
                <a:ln>
                  <a:noFill/>
                </a:ln>
                <a:solidFill>
                  <a:prstClr val="black"/>
                </a:solidFill>
                <a:effectLst/>
                <a:uLnTx/>
                <a:uFillTx/>
                <a:latin typeface="+mn-lt"/>
                <a:ea typeface="+mn-ea"/>
                <a:cs typeface="+mn-cs"/>
              </a:endParaRPr>
            </a:p>
          </p:txBody>
        </p:sp>
        <p:sp>
          <p:nvSpPr>
            <p:cNvPr id="14" name="矢印: 五方向 13">
              <a:extLst>
                <a:ext uri="{FF2B5EF4-FFF2-40B4-BE49-F238E27FC236}">
                  <a16:creationId xmlns:a16="http://schemas.microsoft.com/office/drawing/2014/main" id="{823B6ADA-4A4F-EC66-33CE-B450CD462CB1}"/>
                </a:ext>
              </a:extLst>
            </p:cNvPr>
            <p:cNvSpPr/>
            <p:nvPr/>
          </p:nvSpPr>
          <p:spPr bwMode="gray">
            <a:xfrm>
              <a:off x="4653949"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1">
                  <a:solidFill>
                    <a:prstClr val="black"/>
                  </a:solidFill>
                  <a:latin typeface="+mn-lt"/>
                  <a:cs typeface="+mn-cs"/>
                </a:rPr>
                <a:t>7</a:t>
              </a:r>
              <a:r>
                <a:rPr kumimoji="1" lang="ja-JP" altLang="en-US" sz="1200" b="1">
                  <a:solidFill>
                    <a:prstClr val="black"/>
                  </a:solidFill>
                  <a:latin typeface="+mn-lt"/>
                  <a:cs typeface="+mn-cs"/>
                </a:rPr>
                <a:t>週</a:t>
              </a:r>
              <a:endParaRPr kumimoji="1" lang="ja-JP" altLang="en-US" sz="1200" b="1" i="0" u="none" strike="noStrike" kern="1200" cap="none" spc="0" normalizeH="0" baseline="0" noProof="0">
                <a:ln>
                  <a:noFill/>
                </a:ln>
                <a:solidFill>
                  <a:prstClr val="black"/>
                </a:solidFill>
                <a:effectLst/>
                <a:uLnTx/>
                <a:uFillTx/>
                <a:latin typeface="+mn-lt"/>
                <a:ea typeface="+mn-ea"/>
                <a:cs typeface="+mn-cs"/>
              </a:endParaRPr>
            </a:p>
          </p:txBody>
        </p:sp>
        <p:sp>
          <p:nvSpPr>
            <p:cNvPr id="15" name="矢印: 五方向 14">
              <a:extLst>
                <a:ext uri="{FF2B5EF4-FFF2-40B4-BE49-F238E27FC236}">
                  <a16:creationId xmlns:a16="http://schemas.microsoft.com/office/drawing/2014/main" id="{33CF8306-6FE1-5373-5359-26BC3ABBA77C}"/>
                </a:ext>
              </a:extLst>
            </p:cNvPr>
            <p:cNvSpPr/>
            <p:nvPr/>
          </p:nvSpPr>
          <p:spPr bwMode="gray">
            <a:xfrm>
              <a:off x="5196140"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1">
                  <a:solidFill>
                    <a:prstClr val="black"/>
                  </a:solidFill>
                  <a:latin typeface="+mn-lt"/>
                  <a:cs typeface="+mn-cs"/>
                </a:rPr>
                <a:t>8</a:t>
              </a:r>
              <a:r>
                <a:rPr kumimoji="1" lang="ja-JP" altLang="en-US" sz="1200" b="1">
                  <a:solidFill>
                    <a:prstClr val="black"/>
                  </a:solidFill>
                  <a:latin typeface="+mn-lt"/>
                  <a:cs typeface="+mn-cs"/>
                </a:rPr>
                <a:t>週</a:t>
              </a:r>
              <a:endParaRPr kumimoji="1" lang="ja-JP" altLang="en-US" sz="1200" b="1" i="0" u="none" strike="noStrike" kern="1200" cap="none" spc="0" normalizeH="0" baseline="0" noProof="0">
                <a:ln>
                  <a:noFill/>
                </a:ln>
                <a:solidFill>
                  <a:prstClr val="black"/>
                </a:solidFill>
                <a:effectLst/>
                <a:uLnTx/>
                <a:uFillTx/>
                <a:latin typeface="+mn-lt"/>
                <a:ea typeface="+mn-ea"/>
                <a:cs typeface="+mn-cs"/>
              </a:endParaRPr>
            </a:p>
          </p:txBody>
        </p:sp>
        <p:sp>
          <p:nvSpPr>
            <p:cNvPr id="16" name="矢印: 五方向 15">
              <a:extLst>
                <a:ext uri="{FF2B5EF4-FFF2-40B4-BE49-F238E27FC236}">
                  <a16:creationId xmlns:a16="http://schemas.microsoft.com/office/drawing/2014/main" id="{D7922332-90BF-F3B8-93AD-3D6CF25233FE}"/>
                </a:ext>
              </a:extLst>
            </p:cNvPr>
            <p:cNvSpPr/>
            <p:nvPr/>
          </p:nvSpPr>
          <p:spPr bwMode="gray">
            <a:xfrm>
              <a:off x="5738331"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1">
                  <a:solidFill>
                    <a:prstClr val="black"/>
                  </a:solidFill>
                  <a:latin typeface="+mn-lt"/>
                  <a:cs typeface="+mn-cs"/>
                </a:rPr>
                <a:t>9</a:t>
              </a:r>
              <a:r>
                <a:rPr kumimoji="1" lang="ja-JP" altLang="en-US" sz="1200" b="1">
                  <a:solidFill>
                    <a:prstClr val="black"/>
                  </a:solidFill>
                  <a:latin typeface="+mn-lt"/>
                  <a:cs typeface="+mn-cs"/>
                </a:rPr>
                <a:t>週</a:t>
              </a:r>
              <a:endParaRPr kumimoji="1" lang="ja-JP" altLang="en-US" sz="1200" b="1" i="0" u="none" strike="noStrike" kern="1200" cap="none" spc="0" normalizeH="0" baseline="0" noProof="0">
                <a:ln>
                  <a:noFill/>
                </a:ln>
                <a:solidFill>
                  <a:prstClr val="black"/>
                </a:solidFill>
                <a:effectLst/>
                <a:uLnTx/>
                <a:uFillTx/>
                <a:latin typeface="+mn-lt"/>
                <a:ea typeface="+mn-ea"/>
                <a:cs typeface="+mn-cs"/>
              </a:endParaRPr>
            </a:p>
          </p:txBody>
        </p:sp>
        <p:sp>
          <p:nvSpPr>
            <p:cNvPr id="17" name="矢印: 五方向 16">
              <a:extLst>
                <a:ext uri="{FF2B5EF4-FFF2-40B4-BE49-F238E27FC236}">
                  <a16:creationId xmlns:a16="http://schemas.microsoft.com/office/drawing/2014/main" id="{4301A2C7-1944-7038-2AA8-120FE458CCDC}"/>
                </a:ext>
              </a:extLst>
            </p:cNvPr>
            <p:cNvSpPr/>
            <p:nvPr/>
          </p:nvSpPr>
          <p:spPr bwMode="gray">
            <a:xfrm>
              <a:off x="6280522"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1" i="0" u="none" strike="noStrike" kern="1200" cap="none" spc="0" normalizeH="0" baseline="0" noProof="0">
                  <a:ln>
                    <a:noFill/>
                  </a:ln>
                  <a:solidFill>
                    <a:prstClr val="black"/>
                  </a:solidFill>
                  <a:effectLst/>
                  <a:uLnTx/>
                  <a:uFillTx/>
                  <a:latin typeface="+mn-lt"/>
                  <a:ea typeface="+mn-ea"/>
                  <a:cs typeface="+mn-cs"/>
                </a:rPr>
                <a:t>10</a:t>
              </a:r>
              <a:r>
                <a:rPr kumimoji="1" lang="ja-JP" altLang="en-US" sz="1200" b="1">
                  <a:solidFill>
                    <a:prstClr val="black"/>
                  </a:solidFill>
                  <a:latin typeface="+mn-lt"/>
                  <a:cs typeface="+mn-cs"/>
                </a:rPr>
                <a:t>週</a:t>
              </a:r>
              <a:endParaRPr kumimoji="1" lang="ja-JP" altLang="en-US" sz="1200" b="1" i="0" u="none" strike="noStrike" kern="1200" cap="none" spc="0" normalizeH="0" baseline="0" noProof="0">
                <a:ln>
                  <a:noFill/>
                </a:ln>
                <a:solidFill>
                  <a:prstClr val="black"/>
                </a:solidFill>
                <a:effectLst/>
                <a:uLnTx/>
                <a:uFillTx/>
                <a:latin typeface="+mn-lt"/>
                <a:ea typeface="+mn-ea"/>
                <a:cs typeface="+mn-cs"/>
              </a:endParaRPr>
            </a:p>
          </p:txBody>
        </p:sp>
        <p:sp>
          <p:nvSpPr>
            <p:cNvPr id="18" name="矢印: 五方向 17">
              <a:extLst>
                <a:ext uri="{FF2B5EF4-FFF2-40B4-BE49-F238E27FC236}">
                  <a16:creationId xmlns:a16="http://schemas.microsoft.com/office/drawing/2014/main" id="{351F8B79-CE9D-3EB4-271C-4248BBB5D62D}"/>
                </a:ext>
              </a:extLst>
            </p:cNvPr>
            <p:cNvSpPr/>
            <p:nvPr/>
          </p:nvSpPr>
          <p:spPr bwMode="gray">
            <a:xfrm>
              <a:off x="6822712"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1" i="0" u="none" strike="noStrike" kern="1200" cap="none" spc="0" normalizeH="0" baseline="0" noProof="0">
                  <a:ln>
                    <a:noFill/>
                  </a:ln>
                  <a:solidFill>
                    <a:prstClr val="black"/>
                  </a:solidFill>
                  <a:effectLst/>
                  <a:uLnTx/>
                  <a:uFillTx/>
                  <a:latin typeface="+mn-lt"/>
                  <a:ea typeface="+mn-ea"/>
                  <a:cs typeface="+mn-cs"/>
                </a:rPr>
                <a:t>11</a:t>
              </a:r>
              <a:r>
                <a:rPr kumimoji="1" lang="ja-JP" altLang="en-US" sz="1200" b="1">
                  <a:solidFill>
                    <a:prstClr val="black"/>
                  </a:solidFill>
                  <a:latin typeface="+mn-lt"/>
                  <a:cs typeface="+mn-cs"/>
                </a:rPr>
                <a:t>週</a:t>
              </a:r>
              <a:endParaRPr kumimoji="1" lang="ja-JP" altLang="en-US" sz="1200" b="1" i="0" u="none" strike="noStrike" kern="1200" cap="none" spc="0" normalizeH="0" baseline="0" noProof="0">
                <a:ln>
                  <a:noFill/>
                </a:ln>
                <a:solidFill>
                  <a:prstClr val="black"/>
                </a:solidFill>
                <a:effectLst/>
                <a:uLnTx/>
                <a:uFillTx/>
                <a:latin typeface="+mn-lt"/>
                <a:ea typeface="+mn-ea"/>
                <a:cs typeface="+mn-cs"/>
              </a:endParaRPr>
            </a:p>
          </p:txBody>
        </p:sp>
        <p:sp>
          <p:nvSpPr>
            <p:cNvPr id="19" name="矢印: 五方向 18">
              <a:extLst>
                <a:ext uri="{FF2B5EF4-FFF2-40B4-BE49-F238E27FC236}">
                  <a16:creationId xmlns:a16="http://schemas.microsoft.com/office/drawing/2014/main" id="{2738E33F-2A13-EE85-7A4C-D4F20C03F056}"/>
                </a:ext>
              </a:extLst>
            </p:cNvPr>
            <p:cNvSpPr/>
            <p:nvPr/>
          </p:nvSpPr>
          <p:spPr bwMode="gray">
            <a:xfrm>
              <a:off x="7364903"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1" i="0" u="none" strike="noStrike" kern="1200" cap="none" spc="0" normalizeH="0" baseline="0" noProof="0">
                  <a:ln>
                    <a:noFill/>
                  </a:ln>
                  <a:solidFill>
                    <a:prstClr val="black"/>
                  </a:solidFill>
                  <a:effectLst/>
                  <a:uLnTx/>
                  <a:uFillTx/>
                  <a:latin typeface="+mn-lt"/>
                  <a:ea typeface="+mn-ea"/>
                  <a:cs typeface="+mn-cs"/>
                </a:rPr>
                <a:t>12</a:t>
              </a:r>
              <a:r>
                <a:rPr kumimoji="1" lang="ja-JP" altLang="en-US" sz="1200" b="1">
                  <a:solidFill>
                    <a:prstClr val="black"/>
                  </a:solidFill>
                  <a:latin typeface="+mn-lt"/>
                  <a:cs typeface="+mn-cs"/>
                </a:rPr>
                <a:t>週</a:t>
              </a:r>
              <a:endParaRPr kumimoji="1" lang="ja-JP" altLang="en-US" sz="1200" b="1" i="0" u="none" strike="noStrike" kern="1200" cap="none" spc="0" normalizeH="0" baseline="0" noProof="0">
                <a:ln>
                  <a:noFill/>
                </a:ln>
                <a:solidFill>
                  <a:prstClr val="black"/>
                </a:solidFill>
                <a:effectLst/>
                <a:uLnTx/>
                <a:uFillTx/>
                <a:latin typeface="+mn-lt"/>
                <a:ea typeface="+mn-ea"/>
                <a:cs typeface="+mn-cs"/>
              </a:endParaRPr>
            </a:p>
          </p:txBody>
        </p:sp>
        <p:sp>
          <p:nvSpPr>
            <p:cNvPr id="20" name="矢印: 五方向 19">
              <a:extLst>
                <a:ext uri="{FF2B5EF4-FFF2-40B4-BE49-F238E27FC236}">
                  <a16:creationId xmlns:a16="http://schemas.microsoft.com/office/drawing/2014/main" id="{C5555079-F12B-A05C-EECF-EB6ABB04B467}"/>
                </a:ext>
              </a:extLst>
            </p:cNvPr>
            <p:cNvSpPr/>
            <p:nvPr/>
          </p:nvSpPr>
          <p:spPr bwMode="gray">
            <a:xfrm>
              <a:off x="7907094"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1" i="0" u="none" strike="noStrike" kern="1200" cap="none" spc="0" normalizeH="0" baseline="0" noProof="0">
                  <a:ln>
                    <a:noFill/>
                  </a:ln>
                  <a:solidFill>
                    <a:prstClr val="black"/>
                  </a:solidFill>
                  <a:effectLst/>
                  <a:uLnTx/>
                  <a:uFillTx/>
                  <a:latin typeface="+mn-lt"/>
                  <a:ea typeface="+mn-ea"/>
                  <a:cs typeface="+mn-cs"/>
                </a:rPr>
                <a:t>13</a:t>
              </a:r>
              <a:r>
                <a:rPr kumimoji="1" lang="ja-JP" altLang="en-US" sz="1200" b="1">
                  <a:solidFill>
                    <a:prstClr val="black"/>
                  </a:solidFill>
                  <a:latin typeface="+mn-lt"/>
                  <a:cs typeface="+mn-cs"/>
                </a:rPr>
                <a:t>週</a:t>
              </a:r>
              <a:endParaRPr kumimoji="1" lang="ja-JP" altLang="en-US" sz="1200" b="1" i="0" u="none" strike="noStrike" kern="1200" cap="none" spc="0" normalizeH="0" baseline="0" noProof="0">
                <a:ln>
                  <a:noFill/>
                </a:ln>
                <a:solidFill>
                  <a:prstClr val="black"/>
                </a:solidFill>
                <a:effectLst/>
                <a:uLnTx/>
                <a:uFillTx/>
                <a:latin typeface="+mn-lt"/>
                <a:ea typeface="+mn-ea"/>
                <a:cs typeface="+mn-cs"/>
              </a:endParaRPr>
            </a:p>
          </p:txBody>
        </p:sp>
        <p:sp>
          <p:nvSpPr>
            <p:cNvPr id="21" name="矢印: 五方向 20">
              <a:extLst>
                <a:ext uri="{FF2B5EF4-FFF2-40B4-BE49-F238E27FC236}">
                  <a16:creationId xmlns:a16="http://schemas.microsoft.com/office/drawing/2014/main" id="{8FEA6634-CEC2-7153-2DB3-76F337A4AFA8}"/>
                </a:ext>
              </a:extLst>
            </p:cNvPr>
            <p:cNvSpPr/>
            <p:nvPr/>
          </p:nvSpPr>
          <p:spPr bwMode="gray">
            <a:xfrm>
              <a:off x="8449284"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1" i="0" u="none" strike="noStrike" kern="1200" cap="none" spc="0" normalizeH="0" baseline="0" noProof="0">
                  <a:ln>
                    <a:noFill/>
                  </a:ln>
                  <a:solidFill>
                    <a:prstClr val="black"/>
                  </a:solidFill>
                  <a:effectLst/>
                  <a:uLnTx/>
                  <a:uFillTx/>
                  <a:latin typeface="+mn-lt"/>
                  <a:ea typeface="+mn-ea"/>
                  <a:cs typeface="+mn-cs"/>
                </a:rPr>
                <a:t>14</a:t>
              </a:r>
              <a:r>
                <a:rPr kumimoji="1" lang="ja-JP" altLang="en-US" sz="1200" b="1">
                  <a:solidFill>
                    <a:prstClr val="black"/>
                  </a:solidFill>
                  <a:latin typeface="+mn-lt"/>
                  <a:cs typeface="+mn-cs"/>
                </a:rPr>
                <a:t>週</a:t>
              </a:r>
              <a:endParaRPr kumimoji="1" lang="ja-JP" altLang="en-US" sz="1200" b="1" i="0" u="none" strike="noStrike" kern="1200" cap="none" spc="0" normalizeH="0" baseline="0" noProof="0">
                <a:ln>
                  <a:noFill/>
                </a:ln>
                <a:solidFill>
                  <a:prstClr val="black"/>
                </a:solidFill>
                <a:effectLst/>
                <a:uLnTx/>
                <a:uFillTx/>
                <a:latin typeface="+mn-lt"/>
                <a:ea typeface="+mn-ea"/>
                <a:cs typeface="+mn-cs"/>
              </a:endParaRPr>
            </a:p>
          </p:txBody>
        </p:sp>
        <p:sp>
          <p:nvSpPr>
            <p:cNvPr id="22" name="矢印: 五方向 21">
              <a:extLst>
                <a:ext uri="{FF2B5EF4-FFF2-40B4-BE49-F238E27FC236}">
                  <a16:creationId xmlns:a16="http://schemas.microsoft.com/office/drawing/2014/main" id="{4F54635B-8253-271A-D285-44694A49358E}"/>
                </a:ext>
              </a:extLst>
            </p:cNvPr>
            <p:cNvSpPr/>
            <p:nvPr/>
          </p:nvSpPr>
          <p:spPr bwMode="gray">
            <a:xfrm>
              <a:off x="8991475" y="1916186"/>
              <a:ext cx="525967" cy="396000"/>
            </a:xfrm>
            <a:prstGeom prst="homePlate">
              <a:avLst>
                <a:gd name="adj" fmla="val 23046"/>
              </a:avLst>
            </a:prstGeom>
            <a:solidFill>
              <a:srgbClr val="BBBCBC"/>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1" i="0" u="none" strike="noStrike" kern="1200" cap="none" spc="0" normalizeH="0" baseline="0" noProof="0">
                  <a:ln>
                    <a:noFill/>
                  </a:ln>
                  <a:solidFill>
                    <a:prstClr val="black"/>
                  </a:solidFill>
                  <a:effectLst/>
                  <a:uLnTx/>
                  <a:uFillTx/>
                  <a:latin typeface="+mn-lt"/>
                  <a:ea typeface="+mn-ea"/>
                  <a:cs typeface="+mn-cs"/>
                </a:rPr>
                <a:t>15</a:t>
              </a:r>
              <a:r>
                <a:rPr kumimoji="1" lang="ja-JP" altLang="en-US" sz="1200" b="1">
                  <a:solidFill>
                    <a:prstClr val="black"/>
                  </a:solidFill>
                  <a:latin typeface="+mn-lt"/>
                  <a:cs typeface="+mn-cs"/>
                </a:rPr>
                <a:t>週</a:t>
              </a:r>
              <a:endParaRPr kumimoji="1" lang="ja-JP" altLang="en-US" sz="1200" b="1" i="0" u="none" strike="noStrike" kern="1200" cap="none" spc="0" normalizeH="0" baseline="0" noProof="0">
                <a:ln>
                  <a:noFill/>
                </a:ln>
                <a:solidFill>
                  <a:prstClr val="black"/>
                </a:solidFill>
                <a:effectLst/>
                <a:uLnTx/>
                <a:uFillTx/>
                <a:latin typeface="+mn-lt"/>
                <a:ea typeface="+mn-ea"/>
                <a:cs typeface="+mn-cs"/>
              </a:endParaRPr>
            </a:p>
          </p:txBody>
        </p:sp>
        <p:sp>
          <p:nvSpPr>
            <p:cNvPr id="23" name="矢印: 五方向 22">
              <a:extLst>
                <a:ext uri="{FF2B5EF4-FFF2-40B4-BE49-F238E27FC236}">
                  <a16:creationId xmlns:a16="http://schemas.microsoft.com/office/drawing/2014/main" id="{7A4459E6-A2F9-05EB-58C4-E4DD0F5B2676}"/>
                </a:ext>
              </a:extLst>
            </p:cNvPr>
            <p:cNvSpPr/>
            <p:nvPr/>
          </p:nvSpPr>
          <p:spPr bwMode="gray">
            <a:xfrm>
              <a:off x="1400805" y="1494681"/>
              <a:ext cx="835479" cy="396000"/>
            </a:xfrm>
            <a:prstGeom prst="homePlate">
              <a:avLst>
                <a:gd name="adj" fmla="val 23046"/>
              </a:avLst>
            </a:prstGeom>
            <a:solidFill>
              <a:schemeClr val="tx2"/>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i="0" u="none" strike="noStrike" kern="1200" cap="none" spc="0" normalizeH="0" baseline="0" noProof="0">
                  <a:ln>
                    <a:noFill/>
                  </a:ln>
                  <a:solidFill>
                    <a:schemeClr val="bg1"/>
                  </a:solidFill>
                  <a:effectLst/>
                  <a:uLnTx/>
                  <a:uFillTx/>
                  <a:latin typeface="+mn-lt"/>
                  <a:ea typeface="+mn-ea"/>
                  <a:cs typeface="+mn-cs"/>
                </a:rPr>
                <a:t>6</a:t>
              </a:r>
              <a:r>
                <a:rPr kumimoji="1" lang="ja-JP" altLang="en-US" sz="1400" b="1" i="0" u="none" strike="noStrike" kern="1200" cap="none" spc="0" normalizeH="0" baseline="0" noProof="0">
                  <a:ln>
                    <a:noFill/>
                  </a:ln>
                  <a:solidFill>
                    <a:schemeClr val="bg1"/>
                  </a:solidFill>
                  <a:effectLst/>
                  <a:uLnTx/>
                  <a:uFillTx/>
                  <a:latin typeface="+mn-lt"/>
                  <a:ea typeface="+mn-ea"/>
                  <a:cs typeface="+mn-cs"/>
                </a:rPr>
                <a:t>月</a:t>
              </a:r>
            </a:p>
          </p:txBody>
        </p:sp>
        <p:sp>
          <p:nvSpPr>
            <p:cNvPr id="24" name="矢印: 五方向 23">
              <a:extLst>
                <a:ext uri="{FF2B5EF4-FFF2-40B4-BE49-F238E27FC236}">
                  <a16:creationId xmlns:a16="http://schemas.microsoft.com/office/drawing/2014/main" id="{2CC2D8CA-9AFF-3AD9-FED2-0830C9D9C759}"/>
                </a:ext>
              </a:extLst>
            </p:cNvPr>
            <p:cNvSpPr/>
            <p:nvPr/>
          </p:nvSpPr>
          <p:spPr bwMode="gray">
            <a:xfrm>
              <a:off x="2244396" y="1494681"/>
              <a:ext cx="2401442" cy="396000"/>
            </a:xfrm>
            <a:prstGeom prst="homePlate">
              <a:avLst>
                <a:gd name="adj" fmla="val 23046"/>
              </a:avLst>
            </a:prstGeom>
            <a:solidFill>
              <a:schemeClr val="tx2"/>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a:solidFill>
                    <a:schemeClr val="bg1"/>
                  </a:solidFill>
                  <a:latin typeface="+mn-lt"/>
                  <a:cs typeface="+mn-cs"/>
                </a:rPr>
                <a:t>7</a:t>
              </a:r>
              <a:r>
                <a:rPr kumimoji="1" lang="ja-JP" altLang="en-US" sz="1400" b="1" i="0" u="none" strike="noStrike" kern="1200" cap="none" spc="0" normalizeH="0" baseline="0" noProof="0">
                  <a:ln>
                    <a:noFill/>
                  </a:ln>
                  <a:solidFill>
                    <a:schemeClr val="bg1"/>
                  </a:solidFill>
                  <a:effectLst/>
                  <a:uLnTx/>
                  <a:uFillTx/>
                  <a:latin typeface="+mn-lt"/>
                  <a:ea typeface="+mn-ea"/>
                  <a:cs typeface="+mn-cs"/>
                </a:rPr>
                <a:t>月</a:t>
              </a:r>
            </a:p>
          </p:txBody>
        </p:sp>
        <p:sp>
          <p:nvSpPr>
            <p:cNvPr id="25" name="矢印: 五方向 24">
              <a:extLst>
                <a:ext uri="{FF2B5EF4-FFF2-40B4-BE49-F238E27FC236}">
                  <a16:creationId xmlns:a16="http://schemas.microsoft.com/office/drawing/2014/main" id="{1132C78E-823B-A6A0-173F-850DB90C66AC}"/>
                </a:ext>
              </a:extLst>
            </p:cNvPr>
            <p:cNvSpPr/>
            <p:nvPr/>
          </p:nvSpPr>
          <p:spPr bwMode="gray">
            <a:xfrm>
              <a:off x="4653949" y="1494681"/>
              <a:ext cx="2152540" cy="396000"/>
            </a:xfrm>
            <a:prstGeom prst="homePlate">
              <a:avLst>
                <a:gd name="adj" fmla="val 23046"/>
              </a:avLst>
            </a:prstGeom>
            <a:solidFill>
              <a:schemeClr val="tx2"/>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i="0" u="none" strike="noStrike" kern="1200" cap="none" spc="0" normalizeH="0" baseline="0" noProof="0">
                  <a:ln>
                    <a:noFill/>
                  </a:ln>
                  <a:solidFill>
                    <a:schemeClr val="bg1"/>
                  </a:solidFill>
                  <a:effectLst/>
                  <a:uLnTx/>
                  <a:uFillTx/>
                  <a:latin typeface="+mn-lt"/>
                  <a:ea typeface="+mn-ea"/>
                  <a:cs typeface="+mn-cs"/>
                </a:rPr>
                <a:t>8</a:t>
              </a:r>
              <a:r>
                <a:rPr kumimoji="1" lang="ja-JP" altLang="en-US" sz="1400" b="1" i="0" u="none" strike="noStrike" kern="1200" cap="none" spc="0" normalizeH="0" baseline="0" noProof="0">
                  <a:ln>
                    <a:noFill/>
                  </a:ln>
                  <a:solidFill>
                    <a:schemeClr val="bg1"/>
                  </a:solidFill>
                  <a:effectLst/>
                  <a:uLnTx/>
                  <a:uFillTx/>
                  <a:latin typeface="+mn-lt"/>
                  <a:ea typeface="+mn-ea"/>
                  <a:cs typeface="+mn-cs"/>
                </a:rPr>
                <a:t>月</a:t>
              </a:r>
            </a:p>
          </p:txBody>
        </p:sp>
        <p:sp>
          <p:nvSpPr>
            <p:cNvPr id="26" name="矢印: 五方向 25">
              <a:extLst>
                <a:ext uri="{FF2B5EF4-FFF2-40B4-BE49-F238E27FC236}">
                  <a16:creationId xmlns:a16="http://schemas.microsoft.com/office/drawing/2014/main" id="{41125D52-F8B0-65B5-AEAD-62DEC49A2E4D}"/>
                </a:ext>
              </a:extLst>
            </p:cNvPr>
            <p:cNvSpPr/>
            <p:nvPr/>
          </p:nvSpPr>
          <p:spPr bwMode="gray">
            <a:xfrm>
              <a:off x="6814599" y="1494681"/>
              <a:ext cx="2702841" cy="396000"/>
            </a:xfrm>
            <a:prstGeom prst="homePlate">
              <a:avLst>
                <a:gd name="adj" fmla="val 23046"/>
              </a:avLst>
            </a:prstGeom>
            <a:solidFill>
              <a:schemeClr val="tx2"/>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i="0" u="none" strike="noStrike" kern="1200" cap="none" spc="0" normalizeH="0" baseline="0" noProof="0">
                  <a:ln>
                    <a:noFill/>
                  </a:ln>
                  <a:solidFill>
                    <a:schemeClr val="bg1"/>
                  </a:solidFill>
                  <a:effectLst/>
                  <a:uLnTx/>
                  <a:uFillTx/>
                  <a:latin typeface="+mn-lt"/>
                  <a:ea typeface="+mn-ea"/>
                  <a:cs typeface="+mn-cs"/>
                </a:rPr>
                <a:t>9</a:t>
              </a:r>
              <a:r>
                <a:rPr kumimoji="1" lang="ja-JP" altLang="en-US" sz="1400" b="1" i="0" u="none" strike="noStrike" kern="1200" cap="none" spc="0" normalizeH="0" baseline="0" noProof="0">
                  <a:ln>
                    <a:noFill/>
                  </a:ln>
                  <a:solidFill>
                    <a:schemeClr val="bg1"/>
                  </a:solidFill>
                  <a:effectLst/>
                  <a:uLnTx/>
                  <a:uFillTx/>
                  <a:latin typeface="+mn-lt"/>
                  <a:ea typeface="+mn-ea"/>
                  <a:cs typeface="+mn-cs"/>
                </a:rPr>
                <a:t>月</a:t>
              </a:r>
            </a:p>
          </p:txBody>
        </p:sp>
      </p:grpSp>
      <p:sp>
        <p:nvSpPr>
          <p:cNvPr id="29" name="テキスト ボックス 28">
            <a:extLst>
              <a:ext uri="{FF2B5EF4-FFF2-40B4-BE49-F238E27FC236}">
                <a16:creationId xmlns:a16="http://schemas.microsoft.com/office/drawing/2014/main" id="{8715C8E5-555D-D834-EAD1-B44ED6A7FA45}"/>
              </a:ext>
            </a:extLst>
          </p:cNvPr>
          <p:cNvSpPr txBox="1"/>
          <p:nvPr/>
        </p:nvSpPr>
        <p:spPr bwMode="gray">
          <a:xfrm>
            <a:off x="887122" y="2296476"/>
            <a:ext cx="945772" cy="215444"/>
          </a:xfrm>
          <a:prstGeom prst="rect">
            <a:avLst/>
          </a:prstGeom>
          <a:noFill/>
        </p:spPr>
        <p:txBody>
          <a:bodyPr wrap="square" lIns="0" tIns="0" rIns="0" bIns="0" rtlCol="0">
            <a:spAutoFit/>
          </a:bodyPr>
          <a:lstStyle/>
          <a:p>
            <a: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i="0" u="none" strike="noStrike" kern="1200" cap="none" spc="0" normalizeH="0" baseline="0" noProof="0">
                <a:ln>
                  <a:noFill/>
                </a:ln>
                <a:solidFill>
                  <a:prstClr val="black"/>
                </a:solidFill>
                <a:effectLst/>
                <a:uLnTx/>
                <a:uFillTx/>
                <a:latin typeface="+mn-lt"/>
                <a:ea typeface="+mn-ea"/>
                <a:cs typeface="+mn-cs"/>
              </a:rPr>
              <a:t>マイルストーン</a:t>
            </a:r>
          </a:p>
        </p:txBody>
      </p:sp>
      <p:sp>
        <p:nvSpPr>
          <p:cNvPr id="42" name="正方形/長方形 41">
            <a:extLst>
              <a:ext uri="{FF2B5EF4-FFF2-40B4-BE49-F238E27FC236}">
                <a16:creationId xmlns:a16="http://schemas.microsoft.com/office/drawing/2014/main" id="{A4F32C70-3584-E1B3-8504-CEFAC8EF8AD2}"/>
              </a:ext>
            </a:extLst>
          </p:cNvPr>
          <p:cNvSpPr/>
          <p:nvPr/>
        </p:nvSpPr>
        <p:spPr bwMode="gray">
          <a:xfrm>
            <a:off x="576078" y="2546717"/>
            <a:ext cx="263849" cy="4041283"/>
          </a:xfrm>
          <a:prstGeom prst="rect">
            <a:avLst/>
          </a:prstGeom>
          <a:solidFill>
            <a:schemeClr val="tx1">
              <a:lumMod val="50000"/>
              <a:lumOff val="50000"/>
            </a:schemeClr>
          </a:solidFill>
          <a:ln w="12700" algn="ctr">
            <a:noFill/>
            <a:miter lim="800000"/>
            <a:headEnd/>
            <a:tailEnd/>
          </a:ln>
        </p:spPr>
        <p:txBody>
          <a:bodyPr rot="0" spcFirstLastPara="0" vertOverflow="overflow" horzOverflow="overflow" vert="eaVert" wrap="square" lIns="36000" tIns="36000" rIns="36000" bIns="3600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i="0" u="none" strike="noStrike" kern="1200" cap="none" spc="0" normalizeH="0" baseline="0" noProof="0">
                <a:ln>
                  <a:noFill/>
                </a:ln>
                <a:solidFill>
                  <a:schemeClr val="bg1"/>
                </a:solidFill>
                <a:effectLst/>
                <a:uLnTx/>
                <a:uFillTx/>
                <a:latin typeface="+mn-lt"/>
                <a:ea typeface="+mn-ea"/>
                <a:cs typeface="+mn-cs"/>
              </a:rPr>
              <a:t>Quick-Win</a:t>
            </a:r>
            <a:r>
              <a:rPr kumimoji="1" lang="ja-JP" altLang="en-US" sz="1400" b="1" i="0" u="none" strike="noStrike" kern="1200" cap="none" spc="0" normalizeH="0" baseline="0" noProof="0">
                <a:ln>
                  <a:noFill/>
                </a:ln>
                <a:solidFill>
                  <a:schemeClr val="bg1"/>
                </a:solidFill>
                <a:effectLst/>
                <a:uLnTx/>
                <a:uFillTx/>
                <a:latin typeface="+mn-lt"/>
                <a:ea typeface="+mn-ea"/>
                <a:cs typeface="+mn-cs"/>
              </a:rPr>
              <a:t>施策の推進</a:t>
            </a:r>
          </a:p>
        </p:txBody>
      </p:sp>
      <p:sp>
        <p:nvSpPr>
          <p:cNvPr id="43" name="楕円 42">
            <a:extLst>
              <a:ext uri="{FF2B5EF4-FFF2-40B4-BE49-F238E27FC236}">
                <a16:creationId xmlns:a16="http://schemas.microsoft.com/office/drawing/2014/main" id="{DAE2EC4F-25E2-87CF-5F3F-48CE354AD3BC}"/>
              </a:ext>
            </a:extLst>
          </p:cNvPr>
          <p:cNvSpPr/>
          <p:nvPr/>
        </p:nvSpPr>
        <p:spPr bwMode="gray">
          <a:xfrm>
            <a:off x="599537" y="3436366"/>
            <a:ext cx="216000" cy="216000"/>
          </a:xfrm>
          <a:prstGeom prst="ellipse">
            <a:avLst/>
          </a:prstGeom>
          <a:solidFill>
            <a:schemeClr val="accent6">
              <a:lumMod val="40000"/>
              <a:lumOff val="60000"/>
            </a:schemeClr>
          </a:solidFill>
          <a:ln w="12700" algn="ctr">
            <a:solidFill>
              <a:schemeClr val="bg1"/>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400" b="1" i="0" u="none" strike="noStrike" kern="1200" cap="none" spc="0" normalizeH="0" baseline="0" noProof="0">
                <a:ln>
                  <a:noFill/>
                </a:ln>
                <a:solidFill>
                  <a:prstClr val="black"/>
                </a:solidFill>
                <a:effectLst/>
                <a:uLnTx/>
                <a:uFillTx/>
                <a:latin typeface="+mn-lt"/>
                <a:ea typeface="+mn-ea"/>
                <a:cs typeface="+mn-cs"/>
              </a:rPr>
              <a:t>1</a:t>
            </a:r>
            <a:endParaRPr kumimoji="1" lang="ja-JP" altLang="en-US" sz="1600" b="1" i="0" u="none" strike="noStrike" kern="1200" cap="none" spc="0" normalizeH="0" baseline="0" noProof="0">
              <a:ln>
                <a:noFill/>
              </a:ln>
              <a:solidFill>
                <a:prstClr val="black"/>
              </a:solidFill>
              <a:effectLst/>
              <a:uLnTx/>
              <a:uFillTx/>
              <a:latin typeface="+mn-lt"/>
              <a:ea typeface="+mn-ea"/>
              <a:cs typeface="+mn-cs"/>
            </a:endParaRPr>
          </a:p>
        </p:txBody>
      </p:sp>
      <p:sp>
        <p:nvSpPr>
          <p:cNvPr id="44" name="テキスト ボックス 43">
            <a:extLst>
              <a:ext uri="{FF2B5EF4-FFF2-40B4-BE49-F238E27FC236}">
                <a16:creationId xmlns:a16="http://schemas.microsoft.com/office/drawing/2014/main" id="{76852AED-EFF7-DB66-A917-E6D87875078C}"/>
              </a:ext>
            </a:extLst>
          </p:cNvPr>
          <p:cNvSpPr txBox="1"/>
          <p:nvPr/>
        </p:nvSpPr>
        <p:spPr bwMode="gray">
          <a:xfrm>
            <a:off x="877597" y="2818395"/>
            <a:ext cx="998671" cy="553998"/>
          </a:xfrm>
          <a:prstGeom prst="rect">
            <a:avLst/>
          </a:prstGeom>
          <a:noFill/>
        </p:spPr>
        <p:txBody>
          <a:bodyPr wrap="square" lIns="0" tIns="0" rIns="0" bIns="0" rtlCol="0">
            <a:spAutoFit/>
          </a:bodyPr>
          <a:lstStyle/>
          <a:p>
            <a: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1" i="0" u="none" strike="noStrike" kern="1200" cap="none" spc="0" normalizeH="0" baseline="0" noProof="0">
                <a:ln>
                  <a:noFill/>
                </a:ln>
                <a:solidFill>
                  <a:prstClr val="black"/>
                </a:solidFill>
                <a:effectLst/>
                <a:uLnTx/>
                <a:uFillTx/>
                <a:latin typeface="+mn-lt"/>
                <a:ea typeface="+mn-ea"/>
                <a:cs typeface="+mn-cs"/>
              </a:rPr>
              <a:t>①</a:t>
            </a:r>
            <a:r>
              <a:rPr kumimoji="1" lang="ja-JP" altLang="en-US" sz="1200" b="1" i="0" u="none" strike="noStrike" kern="1200" cap="none" spc="0" normalizeH="0" baseline="0" noProof="0">
                <a:ln>
                  <a:noFill/>
                </a:ln>
                <a:solidFill>
                  <a:prstClr val="black"/>
                </a:solidFill>
                <a:effectLst/>
                <a:uLnTx/>
                <a:uFillTx/>
                <a:latin typeface="+mn-lt"/>
                <a:ea typeface="+mn-ea"/>
                <a:cs typeface="+mn-cs"/>
              </a:rPr>
              <a:t>-1</a:t>
            </a:r>
          </a:p>
          <a:p>
            <a: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1" i="0" u="none" strike="noStrike" kern="1200" cap="none" spc="0" normalizeH="0" baseline="0" noProof="0">
                <a:ln>
                  <a:noFill/>
                </a:ln>
                <a:solidFill>
                  <a:prstClr val="black"/>
                </a:solidFill>
                <a:effectLst/>
                <a:uLnTx/>
                <a:uFillTx/>
                <a:latin typeface="+mn-lt"/>
                <a:ea typeface="+mn-ea"/>
                <a:cs typeface="+mn-cs"/>
              </a:rPr>
              <a:t>特定ユースケース</a:t>
            </a:r>
            <a:endParaRPr kumimoji="1" lang="ja-JP" altLang="en-US" sz="1200" b="1" i="0" u="none" strike="noStrike" kern="1200" cap="none" spc="0" normalizeH="0" baseline="0" noProof="0">
              <a:ln>
                <a:noFill/>
              </a:ln>
              <a:solidFill>
                <a:prstClr val="black"/>
              </a:solidFill>
              <a:effectLst/>
              <a:uLnTx/>
              <a:uFillTx/>
              <a:latin typeface="+mn-lt"/>
              <a:ea typeface="+mn-ea"/>
              <a:cs typeface="+mn-cs"/>
            </a:endParaRPr>
          </a:p>
          <a:p>
            <a: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1" i="0" u="none" strike="noStrike" kern="1200" cap="none" spc="0" normalizeH="0" baseline="0" noProof="0">
                <a:ln>
                  <a:noFill/>
                </a:ln>
                <a:solidFill>
                  <a:prstClr val="black"/>
                </a:solidFill>
                <a:effectLst/>
                <a:uLnTx/>
                <a:uFillTx/>
                <a:latin typeface="+mn-lt"/>
                <a:ea typeface="+mn-ea"/>
                <a:cs typeface="+mn-cs"/>
              </a:rPr>
              <a:t>の価値検証</a:t>
            </a:r>
          </a:p>
        </p:txBody>
      </p:sp>
      <p:sp>
        <p:nvSpPr>
          <p:cNvPr id="45" name="テキスト ボックス 44">
            <a:extLst>
              <a:ext uri="{FF2B5EF4-FFF2-40B4-BE49-F238E27FC236}">
                <a16:creationId xmlns:a16="http://schemas.microsoft.com/office/drawing/2014/main" id="{EA2AB4EF-EC3A-6934-B34C-63C25B1EBDB0}"/>
              </a:ext>
            </a:extLst>
          </p:cNvPr>
          <p:cNvSpPr txBox="1"/>
          <p:nvPr/>
        </p:nvSpPr>
        <p:spPr bwMode="gray">
          <a:xfrm>
            <a:off x="877597" y="3944491"/>
            <a:ext cx="1051570" cy="923330"/>
          </a:xfrm>
          <a:prstGeom prst="rect">
            <a:avLst/>
          </a:prstGeom>
          <a:noFill/>
        </p:spPr>
        <p:txBody>
          <a:bodyPr wrap="square" lIns="0" tIns="0" rIns="0" bIns="0" rtlCol="0">
            <a:spAutoFit/>
          </a:bodyPr>
          <a:lstStyle/>
          <a:p>
            <a: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1" i="0" u="none" strike="noStrike" kern="1200" cap="none" spc="0" normalizeH="0" baseline="0" noProof="0">
                <a:ln>
                  <a:noFill/>
                </a:ln>
                <a:solidFill>
                  <a:prstClr val="black"/>
                </a:solidFill>
                <a:effectLst/>
                <a:uLnTx/>
                <a:uFillTx/>
                <a:latin typeface="+mn-lt"/>
                <a:ea typeface="+mn-ea"/>
                <a:cs typeface="+mn-cs"/>
              </a:rPr>
              <a:t>①</a:t>
            </a:r>
            <a:r>
              <a:rPr kumimoji="1" lang="ja-JP" altLang="en-US" sz="1200" b="1" i="0" u="none" strike="noStrike" kern="1200" cap="none" spc="0" normalizeH="0" baseline="0" noProof="0">
                <a:ln>
                  <a:noFill/>
                </a:ln>
                <a:solidFill>
                  <a:prstClr val="black"/>
                </a:solidFill>
                <a:effectLst/>
                <a:uLnTx/>
                <a:uFillTx/>
                <a:latin typeface="+mn-lt"/>
                <a:ea typeface="+mn-ea"/>
                <a:cs typeface="+mn-cs"/>
              </a:rPr>
              <a:t>-2</a:t>
            </a:r>
          </a:p>
          <a:p>
            <a: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1" i="0" u="none" strike="noStrike" kern="1200" cap="none" spc="0" normalizeH="0" baseline="0" noProof="0">
                <a:ln>
                  <a:noFill/>
                </a:ln>
                <a:solidFill>
                  <a:prstClr val="black"/>
                </a:solidFill>
                <a:effectLst/>
                <a:uLnTx/>
                <a:uFillTx/>
                <a:latin typeface="+mn-lt"/>
                <a:ea typeface="+mn-ea"/>
                <a:cs typeface="+mn-cs"/>
              </a:rPr>
              <a:t>AI</a:t>
            </a:r>
            <a:r>
              <a:rPr kumimoji="1" lang="ja-JP" altLang="en-US" sz="1200" b="1" i="0" u="none" strike="noStrike" kern="1200" cap="none" spc="0" normalizeH="0" baseline="0" noProof="0">
                <a:ln>
                  <a:noFill/>
                </a:ln>
                <a:solidFill>
                  <a:prstClr val="black"/>
                </a:solidFill>
                <a:effectLst/>
                <a:uLnTx/>
                <a:uFillTx/>
                <a:latin typeface="+mn-lt"/>
                <a:ea typeface="+mn-ea"/>
                <a:cs typeface="+mn-cs"/>
              </a:rPr>
              <a:t>活用推進に</a:t>
            </a:r>
            <a:endParaRPr kumimoji="1" lang="ja-JP" altLang="en-US" sz="1200" b="1" i="0" u="none" strike="noStrike" kern="1200" cap="none" spc="0" normalizeH="0" baseline="0" noProof="0">
              <a:ln>
                <a:noFill/>
              </a:ln>
              <a:solidFill>
                <a:prstClr val="black"/>
              </a:solidFill>
              <a:effectLst/>
              <a:uLnTx/>
              <a:uFillTx/>
              <a:latin typeface="+mn-lt"/>
              <a:ea typeface="+mn-ea"/>
              <a:cs typeface="+mn-cs"/>
            </a:endParaRPr>
          </a:p>
          <a:p>
            <a: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1" i="0" u="none" strike="noStrike" kern="1200" cap="none" spc="0" normalizeH="0" baseline="0" noProof="0">
                <a:ln>
                  <a:noFill/>
                </a:ln>
                <a:solidFill>
                  <a:prstClr val="black"/>
                </a:solidFill>
                <a:effectLst/>
                <a:uLnTx/>
                <a:uFillTx/>
                <a:latin typeface="+mn-lt"/>
                <a:ea typeface="+mn-ea"/>
                <a:cs typeface="+mn-cs"/>
              </a:rPr>
              <a:t>必要なガバナンス</a:t>
            </a:r>
            <a:endParaRPr kumimoji="1" lang="ja-JP" altLang="en-US" sz="1200" b="1" i="0" u="none" strike="noStrike" kern="1200" cap="none" spc="0" normalizeH="0" baseline="0" noProof="0">
              <a:ln>
                <a:noFill/>
              </a:ln>
              <a:solidFill>
                <a:prstClr val="black"/>
              </a:solidFill>
              <a:effectLst/>
              <a:uLnTx/>
              <a:uFillTx/>
              <a:latin typeface="+mn-lt"/>
              <a:ea typeface="+mn-ea"/>
              <a:cs typeface="+mn-cs"/>
            </a:endParaRPr>
          </a:p>
          <a:p>
            <a: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1" i="0" u="none" strike="noStrike" kern="1200" cap="none" spc="0" normalizeH="0" baseline="0" noProof="0">
                <a:ln>
                  <a:noFill/>
                </a:ln>
                <a:solidFill>
                  <a:prstClr val="black"/>
                </a:solidFill>
                <a:effectLst/>
                <a:uLnTx/>
                <a:uFillTx/>
                <a:latin typeface="+mn-lt"/>
                <a:ea typeface="+mn-ea"/>
                <a:cs typeface="+mn-cs"/>
              </a:rPr>
              <a:t>・セキュリティの</a:t>
            </a:r>
            <a:endParaRPr kumimoji="1" lang="ja-JP" altLang="en-US" sz="1200" b="1" i="0" u="none" strike="noStrike" kern="1200" cap="none" spc="0" normalizeH="0" baseline="0" noProof="0">
              <a:ln>
                <a:noFill/>
              </a:ln>
              <a:solidFill>
                <a:prstClr val="black"/>
              </a:solidFill>
              <a:effectLst/>
              <a:uLnTx/>
              <a:uFillTx/>
              <a:latin typeface="+mn-lt"/>
              <a:ea typeface="+mn-ea"/>
              <a:cs typeface="+mn-cs"/>
            </a:endParaRPr>
          </a:p>
          <a:p>
            <a: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1200" b="1" i="0" u="none" strike="noStrike" kern="1200" cap="none" spc="0" normalizeH="0" baseline="0" noProof="0">
                <a:ln>
                  <a:noFill/>
                </a:ln>
                <a:solidFill>
                  <a:prstClr val="black"/>
                </a:solidFill>
                <a:effectLst/>
                <a:uLnTx/>
                <a:uFillTx/>
                <a:latin typeface="+mn-lt"/>
                <a:ea typeface="+mn-ea"/>
                <a:cs typeface="+mn-cs"/>
              </a:rPr>
              <a:t>見極め</a:t>
            </a:r>
          </a:p>
        </p:txBody>
      </p:sp>
      <p:sp>
        <p:nvSpPr>
          <p:cNvPr id="46" name="矢印: 五方向 45">
            <a:extLst>
              <a:ext uri="{FF2B5EF4-FFF2-40B4-BE49-F238E27FC236}">
                <a16:creationId xmlns:a16="http://schemas.microsoft.com/office/drawing/2014/main" id="{29006A09-7ED6-9C2E-2346-6B650FD0384D}"/>
              </a:ext>
            </a:extLst>
          </p:cNvPr>
          <p:cNvSpPr/>
          <p:nvPr/>
        </p:nvSpPr>
        <p:spPr bwMode="gray">
          <a:xfrm>
            <a:off x="1960262" y="2590837"/>
            <a:ext cx="8974435" cy="387196"/>
          </a:xfrm>
          <a:prstGeom prst="homePlate">
            <a:avLst>
              <a:gd name="adj" fmla="val 26957"/>
            </a:avLst>
          </a:prstGeom>
          <a:solidFill>
            <a:schemeClr val="accent1"/>
          </a:solidFill>
          <a:ln w="12700" algn="ctr">
            <a:noFill/>
            <a:miter lim="800000"/>
            <a:headEnd/>
            <a:tailEnd/>
          </a:ln>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r>
              <a:rPr lang="ja-JP" altLang="en-US" sz="1200" b="1">
                <a:latin typeface="+mn-ea"/>
              </a:rPr>
              <a:t>AI</a:t>
            </a:r>
            <a:r>
              <a:rPr lang="ja-JP" altLang="en-US" sz="1200" b="1">
                <a:latin typeface="+mn-ea"/>
              </a:rPr>
              <a:t>経営診断の構築</a:t>
            </a:r>
            <a:endParaRPr lang="ja-JP" altLang="en-US" sz="1200" b="1">
              <a:latin typeface="+mn-ea"/>
            </a:endParaRPr>
          </a:p>
          <a:p>
            <a:endParaRPr lang="ja-JP" altLang="en-US" sz="1200" b="1">
              <a:latin typeface="+mn-ea"/>
            </a:endParaRPr>
          </a:p>
        </p:txBody>
      </p:sp>
      <p:sp>
        <p:nvSpPr>
          <p:cNvPr id="47" name="矢印: 五方向 46">
            <a:extLst>
              <a:ext uri="{FF2B5EF4-FFF2-40B4-BE49-F238E27FC236}">
                <a16:creationId xmlns:a16="http://schemas.microsoft.com/office/drawing/2014/main" id="{4BE4C013-AF86-AFB9-20B4-18C65B34E649}"/>
              </a:ext>
            </a:extLst>
          </p:cNvPr>
          <p:cNvSpPr/>
          <p:nvPr/>
        </p:nvSpPr>
        <p:spPr bwMode="gray">
          <a:xfrm>
            <a:off x="1992887" y="2802311"/>
            <a:ext cx="1212582" cy="142248"/>
          </a:xfrm>
          <a:prstGeom prst="homePlate">
            <a:avLst>
              <a:gd name="adj" fmla="val 26957"/>
            </a:avLst>
          </a:prstGeom>
          <a:solidFill>
            <a:schemeClr val="bg1">
              <a:lumMod val="95000"/>
            </a:schemeClr>
          </a:solidFill>
          <a:ln w="9525" algn="ctr">
            <a:solidFill>
              <a:schemeClr val="tx1"/>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ja-JP" altLang="en-US" sz="1050" b="1">
                <a:latin typeface="+mn-ea"/>
              </a:rPr>
              <a:t>　</a:t>
            </a:r>
            <a:r>
              <a:rPr lang="ja-JP" altLang="en-US" sz="1050" b="1">
                <a:latin typeface="+mn-ea"/>
              </a:rPr>
              <a:t>Step.0</a:t>
            </a:r>
            <a:r>
              <a:rPr lang="ja-JP" altLang="en-US" sz="1050" b="1">
                <a:latin typeface="+mn-ea"/>
              </a:rPr>
              <a:t>：準備</a:t>
            </a:r>
            <a:endParaRPr lang="ja-JP" altLang="en-US" sz="1050" b="1">
              <a:latin typeface="+mn-ea"/>
            </a:endParaRPr>
          </a:p>
        </p:txBody>
      </p:sp>
      <p:sp>
        <p:nvSpPr>
          <p:cNvPr id="48" name="矢印: 五方向 47">
            <a:extLst>
              <a:ext uri="{FF2B5EF4-FFF2-40B4-BE49-F238E27FC236}">
                <a16:creationId xmlns:a16="http://schemas.microsoft.com/office/drawing/2014/main" id="{8D3A53AB-AD4F-F973-88A8-C3436F6BFD85}"/>
              </a:ext>
            </a:extLst>
          </p:cNvPr>
          <p:cNvSpPr/>
          <p:nvPr/>
        </p:nvSpPr>
        <p:spPr bwMode="gray">
          <a:xfrm>
            <a:off x="5458723" y="2802311"/>
            <a:ext cx="4205908" cy="142248"/>
          </a:xfrm>
          <a:prstGeom prst="homePlate">
            <a:avLst>
              <a:gd name="adj" fmla="val 26957"/>
            </a:avLst>
          </a:prstGeom>
          <a:solidFill>
            <a:schemeClr val="bg1">
              <a:lumMod val="95000"/>
            </a:schemeClr>
          </a:solidFill>
          <a:ln w="9525" algn="ctr">
            <a:solidFill>
              <a:schemeClr val="tx1"/>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ja-JP" altLang="en-US" sz="1050" b="1">
                <a:latin typeface="+mn-ea"/>
              </a:rPr>
              <a:t>　</a:t>
            </a:r>
            <a:r>
              <a:rPr lang="ja-JP" altLang="en-US" sz="1050" b="1">
                <a:latin typeface="+mn-ea"/>
              </a:rPr>
              <a:t>Step.2</a:t>
            </a:r>
            <a:r>
              <a:rPr lang="ja-JP" altLang="en-US" sz="1050" b="1">
                <a:latin typeface="+mn-ea"/>
              </a:rPr>
              <a:t>：改善・全機能実装</a:t>
            </a:r>
            <a:endParaRPr lang="ja-JP" altLang="en-US" sz="1050" b="1">
              <a:latin typeface="+mn-ea"/>
            </a:endParaRPr>
          </a:p>
        </p:txBody>
      </p:sp>
      <p:sp>
        <p:nvSpPr>
          <p:cNvPr id="49" name="矢印: 五方向 48">
            <a:extLst>
              <a:ext uri="{FF2B5EF4-FFF2-40B4-BE49-F238E27FC236}">
                <a16:creationId xmlns:a16="http://schemas.microsoft.com/office/drawing/2014/main" id="{5E3AA9E2-DCEE-1A2C-BBF0-C47A56CD58A7}"/>
              </a:ext>
            </a:extLst>
          </p:cNvPr>
          <p:cNvSpPr/>
          <p:nvPr/>
        </p:nvSpPr>
        <p:spPr bwMode="gray">
          <a:xfrm>
            <a:off x="9710087" y="2802311"/>
            <a:ext cx="1153076" cy="142248"/>
          </a:xfrm>
          <a:prstGeom prst="homePlate">
            <a:avLst>
              <a:gd name="adj" fmla="val 26957"/>
            </a:avLst>
          </a:prstGeom>
          <a:solidFill>
            <a:schemeClr val="bg1">
              <a:lumMod val="95000"/>
            </a:schemeClr>
          </a:solidFill>
          <a:ln w="9525" algn="ctr">
            <a:solidFill>
              <a:schemeClr val="tx1"/>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ja-JP" altLang="en-US" sz="1050" b="1">
                <a:latin typeface="+mn-ea"/>
              </a:rPr>
              <a:t>　</a:t>
            </a:r>
            <a:r>
              <a:rPr lang="ja-JP" altLang="en-US" sz="1050" b="1">
                <a:latin typeface="+mn-ea"/>
              </a:rPr>
              <a:t>Step.3</a:t>
            </a:r>
            <a:r>
              <a:rPr lang="ja-JP" altLang="en-US" sz="1050" b="1">
                <a:latin typeface="+mn-ea"/>
              </a:rPr>
              <a:t>：移管</a:t>
            </a:r>
            <a:endParaRPr lang="ja-JP" altLang="en-US" sz="1050" b="1">
              <a:latin typeface="+mn-ea"/>
            </a:endParaRPr>
          </a:p>
        </p:txBody>
      </p:sp>
      <p:sp>
        <p:nvSpPr>
          <p:cNvPr id="50" name="矢印: 五方向 49">
            <a:extLst>
              <a:ext uri="{FF2B5EF4-FFF2-40B4-BE49-F238E27FC236}">
                <a16:creationId xmlns:a16="http://schemas.microsoft.com/office/drawing/2014/main" id="{0E81ADE6-ADBE-A4B7-BFF6-AA5C87A62CE0}"/>
              </a:ext>
            </a:extLst>
          </p:cNvPr>
          <p:cNvSpPr/>
          <p:nvPr/>
        </p:nvSpPr>
        <p:spPr bwMode="gray">
          <a:xfrm>
            <a:off x="3238093" y="2802311"/>
            <a:ext cx="2173376" cy="142248"/>
          </a:xfrm>
          <a:prstGeom prst="homePlate">
            <a:avLst>
              <a:gd name="adj" fmla="val 26957"/>
            </a:avLst>
          </a:prstGeom>
          <a:solidFill>
            <a:schemeClr val="bg1">
              <a:lumMod val="95000"/>
            </a:schemeClr>
          </a:solidFill>
          <a:ln w="9525" algn="ctr">
            <a:solidFill>
              <a:schemeClr val="tx1"/>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ja-JP" altLang="en-US" sz="1050" b="1">
                <a:latin typeface="+mn-ea"/>
              </a:rPr>
              <a:t>　</a:t>
            </a:r>
            <a:r>
              <a:rPr lang="ja-JP" altLang="en-US" sz="1050" b="1">
                <a:latin typeface="+mn-ea"/>
              </a:rPr>
              <a:t>Step.1</a:t>
            </a:r>
            <a:r>
              <a:rPr lang="ja-JP" altLang="en-US" sz="1050" b="1">
                <a:latin typeface="+mn-ea"/>
              </a:rPr>
              <a:t>：</a:t>
            </a:r>
            <a:r>
              <a:rPr lang="ja-JP" altLang="en-US" sz="1050" b="1">
                <a:latin typeface="+mn-ea"/>
              </a:rPr>
              <a:t>MVP</a:t>
            </a:r>
            <a:r>
              <a:rPr lang="ja-JP" altLang="en-US" sz="1050" b="1">
                <a:latin typeface="+mn-ea"/>
              </a:rPr>
              <a:t>構築</a:t>
            </a:r>
            <a:endParaRPr lang="ja-JP" altLang="en-US" sz="1050" b="1">
              <a:latin typeface="+mn-ea"/>
            </a:endParaRPr>
          </a:p>
        </p:txBody>
      </p:sp>
      <p:sp>
        <p:nvSpPr>
          <p:cNvPr id="51" name="矢印: 五方向 50">
            <a:extLst>
              <a:ext uri="{FF2B5EF4-FFF2-40B4-BE49-F238E27FC236}">
                <a16:creationId xmlns:a16="http://schemas.microsoft.com/office/drawing/2014/main" id="{65BB97DE-0C4E-A43E-EC81-856C8C9C8CFC}"/>
              </a:ext>
            </a:extLst>
          </p:cNvPr>
          <p:cNvSpPr/>
          <p:nvPr/>
        </p:nvSpPr>
        <p:spPr bwMode="gray">
          <a:xfrm>
            <a:off x="4935735" y="3062284"/>
            <a:ext cx="6000095" cy="280969"/>
          </a:xfrm>
          <a:prstGeom prst="homePlate">
            <a:avLst>
              <a:gd name="adj" fmla="val 26992"/>
            </a:avLst>
          </a:prstGeom>
          <a:solidFill>
            <a:schemeClr val="accent1"/>
          </a:solidFill>
          <a:ln w="12700" algn="ctr">
            <a:noFill/>
            <a:miter lim="800000"/>
            <a:headEnd/>
            <a:tailEnd/>
          </a:ln>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r>
              <a:rPr lang="ja-JP" altLang="en-US" sz="1200" b="1">
                <a:latin typeface="+mn-ea"/>
              </a:rPr>
              <a:t>株主総会</a:t>
            </a:r>
            <a:r>
              <a:rPr lang="ja-JP" altLang="en-US" sz="1200" b="1">
                <a:latin typeface="+mn-ea"/>
              </a:rPr>
              <a:t>Q&amp;A</a:t>
            </a:r>
            <a:r>
              <a:rPr lang="ja-JP" altLang="en-US" sz="1200" b="1">
                <a:latin typeface="+mn-ea"/>
              </a:rPr>
              <a:t>アプリの検証</a:t>
            </a:r>
          </a:p>
        </p:txBody>
      </p:sp>
      <p:sp>
        <p:nvSpPr>
          <p:cNvPr id="54" name="矢印: 五方向 53">
            <a:extLst>
              <a:ext uri="{FF2B5EF4-FFF2-40B4-BE49-F238E27FC236}">
                <a16:creationId xmlns:a16="http://schemas.microsoft.com/office/drawing/2014/main" id="{DAF31E06-AEC0-6AC8-2AA1-36C535E0F90A}"/>
              </a:ext>
            </a:extLst>
          </p:cNvPr>
          <p:cNvSpPr/>
          <p:nvPr/>
        </p:nvSpPr>
        <p:spPr bwMode="gray">
          <a:xfrm>
            <a:off x="1960262" y="3598797"/>
            <a:ext cx="1876205" cy="282797"/>
          </a:xfrm>
          <a:prstGeom prst="homePlate">
            <a:avLst>
              <a:gd name="adj" fmla="val 26957"/>
            </a:avLst>
          </a:prstGeom>
          <a:solidFill>
            <a:schemeClr val="accent1"/>
          </a:solidFill>
          <a:ln w="1905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r>
              <a:rPr lang="ja-JP" altLang="en-US" sz="1000" b="1">
                <a:latin typeface="+mn-ea"/>
              </a:rPr>
              <a:t>貴社ガイドラインを基にした</a:t>
            </a:r>
            <a:endParaRPr lang="ja-JP" altLang="en-US" sz="1000" b="1">
              <a:latin typeface="+mn-ea"/>
            </a:endParaRPr>
          </a:p>
          <a:p>
            <a:r>
              <a:rPr lang="ja-JP" altLang="en-US" sz="1000" b="1">
                <a:latin typeface="+mn-ea"/>
              </a:rPr>
              <a:t>必要な</a:t>
            </a:r>
            <a:r>
              <a:rPr lang="ja-JP" altLang="en-US" sz="1000" b="1">
                <a:latin typeface="+mn-ea"/>
              </a:rPr>
              <a:t>AI</a:t>
            </a:r>
            <a:r>
              <a:rPr lang="ja-JP" altLang="en-US" sz="1000" b="1">
                <a:latin typeface="+mn-ea"/>
              </a:rPr>
              <a:t>ガバナンス取組整理</a:t>
            </a:r>
          </a:p>
        </p:txBody>
      </p:sp>
      <p:sp>
        <p:nvSpPr>
          <p:cNvPr id="64" name="テキスト ボックス 63">
            <a:extLst>
              <a:ext uri="{FF2B5EF4-FFF2-40B4-BE49-F238E27FC236}">
                <a16:creationId xmlns:a16="http://schemas.microsoft.com/office/drawing/2014/main" id="{DAF34769-21FD-8F82-0A30-B11C4D62B9EE}"/>
              </a:ext>
            </a:extLst>
          </p:cNvPr>
          <p:cNvSpPr txBox="1"/>
          <p:nvPr/>
        </p:nvSpPr>
        <p:spPr bwMode="gray">
          <a:xfrm>
            <a:off x="877597" y="5388335"/>
            <a:ext cx="1051570" cy="1107996"/>
          </a:xfrm>
          <a:prstGeom prst="rect">
            <a:avLst/>
          </a:prstGeom>
          <a:noFill/>
        </p:spPr>
        <p:txBody>
          <a:bodyPr wrap="square" lIns="0" tIns="0" rIns="0" bIns="0" rtlCol="0">
            <a:spAutoFit/>
          </a:bodyPr>
          <a:lstStyle/>
          <a:p>
            <a:pPr defTabSz="990564" fontAlgn="auto">
              <a:spcBef>
                <a:spcPts val="0"/>
              </a:spcBef>
              <a:spcAft>
                <a:spcPts val="0"/>
              </a:spcAft>
              <a:buSzPct val="100000"/>
            </a:pPr>
            <a:r>
              <a:rPr kumimoji="1" lang="ja-JP" altLang="en-US" sz="1200" b="1" i="0" u="none" strike="noStrike" kern="1200" cap="none" spc="0" normalizeH="0" baseline="0" noProof="0">
                <a:ln>
                  <a:noFill/>
                </a:ln>
                <a:solidFill>
                  <a:prstClr val="black"/>
                </a:solidFill>
                <a:effectLst/>
                <a:uLnTx/>
                <a:uFillTx/>
                <a:latin typeface="+mn-lt"/>
                <a:ea typeface="+mn-ea"/>
                <a:cs typeface="+mn-cs"/>
              </a:rPr>
              <a:t>①</a:t>
            </a:r>
            <a:r>
              <a:rPr kumimoji="1" lang="ja-JP" altLang="en-US" sz="1200" b="1" i="0" u="none" strike="noStrike" kern="1200" cap="none" spc="0" normalizeH="0" baseline="0" noProof="0">
                <a:ln>
                  <a:noFill/>
                </a:ln>
                <a:solidFill>
                  <a:prstClr val="black"/>
                </a:solidFill>
                <a:effectLst/>
                <a:uLnTx/>
                <a:uFillTx/>
                <a:latin typeface="+mn-lt"/>
                <a:ea typeface="+mn-ea"/>
                <a:cs typeface="+mn-cs"/>
              </a:rPr>
              <a:t>-3</a:t>
            </a:r>
            <a:br>
              <a:rPr kumimoji="1" lang="ja-JP" altLang="en-US" sz="1200" b="1" i="0" u="none" strike="noStrike" kern="1200" cap="none" spc="0" normalizeH="0" baseline="0" noProof="0">
                <a:ln>
                  <a:noFill/>
                </a:ln>
                <a:solidFill>
                  <a:prstClr val="black"/>
                </a:solidFill>
                <a:effectLst/>
                <a:uLnTx/>
                <a:uFillTx/>
                <a:latin typeface="+mn-lt"/>
                <a:ea typeface="+mn-ea"/>
                <a:cs typeface="+mn-cs"/>
              </a:rPr>
            </a:br>
            <a:r>
              <a:rPr lang="ja-JP" altLang="en-US" sz="1200" b="1"/>
              <a:t>簡易検証環境</a:t>
            </a:r>
            <a:br>
              <a:rPr lang="ja-JP" altLang="en-US" sz="1200" b="1"/>
            </a:br>
            <a:r>
              <a:rPr lang="ja-JP" altLang="en-US" sz="1200" b="1"/>
              <a:t>の構築</a:t>
            </a:r>
            <a:br>
              <a:rPr lang="ja-JP" altLang="en-US" sz="1200" b="1"/>
            </a:br>
            <a:r>
              <a:rPr lang="ja-JP" altLang="en-US" sz="1200" b="1"/>
              <a:t>及び</a:t>
            </a:r>
            <a:br>
              <a:rPr lang="ja-JP" altLang="en-US" sz="1200" b="1"/>
            </a:br>
            <a:r>
              <a:rPr lang="ja-JP" altLang="en-US" sz="1200" b="1"/>
              <a:t>HD</a:t>
            </a:r>
            <a:r>
              <a:rPr lang="ja-JP" altLang="en-US" sz="1200" b="1"/>
              <a:t>に必要な</a:t>
            </a:r>
            <a:br>
              <a:rPr lang="ja-JP" altLang="en-US" sz="1200" b="1"/>
            </a:br>
            <a:r>
              <a:rPr lang="ja-JP" altLang="en-US" sz="1200" b="1"/>
              <a:t>基盤の初期討議</a:t>
            </a:r>
            <a:endParaRPr kumimoji="1" lang="ja-JP" altLang="en-US" sz="1200" b="1" i="0" strike="noStrike" kern="1200" cap="none" spc="0" normalizeH="0" baseline="0" noProof="0">
              <a:ln>
                <a:noFill/>
              </a:ln>
              <a:solidFill>
                <a:prstClr val="black"/>
              </a:solidFill>
              <a:effectLst/>
              <a:uLnTx/>
              <a:uFillTx/>
              <a:latin typeface="+mn-lt"/>
              <a:ea typeface="+mn-ea"/>
              <a:cs typeface="+mn-cs"/>
            </a:endParaRPr>
          </a:p>
        </p:txBody>
      </p:sp>
      <p:sp>
        <p:nvSpPr>
          <p:cNvPr id="65" name="矢印: 五方向 64">
            <a:extLst>
              <a:ext uri="{FF2B5EF4-FFF2-40B4-BE49-F238E27FC236}">
                <a16:creationId xmlns:a16="http://schemas.microsoft.com/office/drawing/2014/main" id="{09245616-DE43-F5DF-76EC-AA8D3B23871B}"/>
              </a:ext>
            </a:extLst>
          </p:cNvPr>
          <p:cNvSpPr/>
          <p:nvPr/>
        </p:nvSpPr>
        <p:spPr bwMode="gray">
          <a:xfrm>
            <a:off x="7653185" y="1074036"/>
            <a:ext cx="657599" cy="323703"/>
          </a:xfrm>
          <a:prstGeom prst="homePlate">
            <a:avLst>
              <a:gd name="adj" fmla="val 26957"/>
            </a:avLst>
          </a:prstGeom>
          <a:solidFill>
            <a:schemeClr val="accent1"/>
          </a:solid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endParaRPr lang="ja-JP" altLang="en-US" sz="1200" b="1">
              <a:latin typeface="+mn-ea"/>
            </a:endParaRPr>
          </a:p>
        </p:txBody>
      </p:sp>
      <p:sp>
        <p:nvSpPr>
          <p:cNvPr id="66" name="矢印: 五方向 65">
            <a:extLst>
              <a:ext uri="{FF2B5EF4-FFF2-40B4-BE49-F238E27FC236}">
                <a16:creationId xmlns:a16="http://schemas.microsoft.com/office/drawing/2014/main" id="{128F5C93-F08F-6279-8585-FF02E33B00B3}"/>
              </a:ext>
            </a:extLst>
          </p:cNvPr>
          <p:cNvSpPr/>
          <p:nvPr/>
        </p:nvSpPr>
        <p:spPr bwMode="gray">
          <a:xfrm>
            <a:off x="8351313" y="1074036"/>
            <a:ext cx="657599" cy="323703"/>
          </a:xfrm>
          <a:prstGeom prst="homePlate">
            <a:avLst>
              <a:gd name="adj" fmla="val 26957"/>
            </a:avLst>
          </a:prstGeom>
          <a:no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r>
              <a:rPr lang="ja-JP" altLang="en-US" sz="1200" b="1">
                <a:latin typeface="+mn-ea"/>
              </a:rPr>
              <a:t>Deloitte</a:t>
            </a:r>
            <a:r>
              <a:rPr lang="ja-JP" altLang="en-US" sz="1200" b="1">
                <a:latin typeface="+mn-ea"/>
              </a:rPr>
              <a:t>主体</a:t>
            </a:r>
          </a:p>
        </p:txBody>
      </p:sp>
      <p:sp>
        <p:nvSpPr>
          <p:cNvPr id="67" name="矢印: 五方向 66">
            <a:extLst>
              <a:ext uri="{FF2B5EF4-FFF2-40B4-BE49-F238E27FC236}">
                <a16:creationId xmlns:a16="http://schemas.microsoft.com/office/drawing/2014/main" id="{F08EBB4A-D2B8-7B45-BB23-208F7DB67A89}"/>
              </a:ext>
            </a:extLst>
          </p:cNvPr>
          <p:cNvSpPr/>
          <p:nvPr/>
        </p:nvSpPr>
        <p:spPr bwMode="gray">
          <a:xfrm>
            <a:off x="9318440" y="1074036"/>
            <a:ext cx="657599" cy="323703"/>
          </a:xfrm>
          <a:prstGeom prst="homePlate">
            <a:avLst>
              <a:gd name="adj" fmla="val 26957"/>
            </a:avLst>
          </a:prstGeom>
          <a:solidFill>
            <a:schemeClr val="bg1">
              <a:lumMod val="65000"/>
            </a:schemeClr>
          </a:solid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endParaRPr lang="ja-JP" altLang="en-US" sz="1200" b="1">
              <a:latin typeface="+mn-ea"/>
            </a:endParaRPr>
          </a:p>
        </p:txBody>
      </p:sp>
      <p:sp>
        <p:nvSpPr>
          <p:cNvPr id="68" name="矢印: 五方向 67">
            <a:extLst>
              <a:ext uri="{FF2B5EF4-FFF2-40B4-BE49-F238E27FC236}">
                <a16:creationId xmlns:a16="http://schemas.microsoft.com/office/drawing/2014/main" id="{2F732EEB-E46D-D3EF-3AD6-A7988C9E64FB}"/>
              </a:ext>
            </a:extLst>
          </p:cNvPr>
          <p:cNvSpPr/>
          <p:nvPr/>
        </p:nvSpPr>
        <p:spPr bwMode="gray">
          <a:xfrm>
            <a:off x="10016568" y="1074036"/>
            <a:ext cx="657599" cy="323703"/>
          </a:xfrm>
          <a:prstGeom prst="homePlate">
            <a:avLst>
              <a:gd name="adj" fmla="val 26957"/>
            </a:avLst>
          </a:prstGeom>
          <a:no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r>
              <a:rPr lang="ja-JP" altLang="en-US" sz="1200" b="1">
                <a:latin typeface="+mn-ea"/>
              </a:rPr>
              <a:t>貴グループ主体</a:t>
            </a:r>
            <a:r>
              <a:rPr lang="ja-JP" altLang="en-US" sz="1200" b="1">
                <a:latin typeface="+mn-ea"/>
              </a:rPr>
              <a:t>(ITEC</a:t>
            </a:r>
            <a:r>
              <a:rPr lang="ja-JP" altLang="en-US" sz="1200" b="1">
                <a:latin typeface="+mn-ea"/>
              </a:rPr>
              <a:t>含む</a:t>
            </a:r>
            <a:r>
              <a:rPr lang="ja-JP" altLang="en-US" sz="1200" b="1">
                <a:latin typeface="+mn-ea"/>
              </a:rPr>
              <a:t>)</a:t>
            </a:r>
            <a:endParaRPr lang="ja-JP" altLang="en-US" sz="1200" b="1">
              <a:latin typeface="+mn-ea"/>
            </a:endParaRPr>
          </a:p>
        </p:txBody>
      </p:sp>
      <p:sp>
        <p:nvSpPr>
          <p:cNvPr id="69" name="矢印: 五方向 68">
            <a:extLst>
              <a:ext uri="{FF2B5EF4-FFF2-40B4-BE49-F238E27FC236}">
                <a16:creationId xmlns:a16="http://schemas.microsoft.com/office/drawing/2014/main" id="{752EC81F-5077-55DD-BC36-2D2C4C5C0244}"/>
              </a:ext>
            </a:extLst>
          </p:cNvPr>
          <p:cNvSpPr/>
          <p:nvPr/>
        </p:nvSpPr>
        <p:spPr bwMode="gray">
          <a:xfrm>
            <a:off x="1960262" y="5189809"/>
            <a:ext cx="2191554" cy="426801"/>
          </a:xfrm>
          <a:prstGeom prst="homePlate">
            <a:avLst>
              <a:gd name="adj" fmla="val 26957"/>
            </a:avLst>
          </a:prstGeom>
          <a:solidFill>
            <a:schemeClr val="bg1">
              <a:lumMod val="65000"/>
            </a:schemeClr>
          </a:solid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r>
              <a:rPr lang="ja-JP" altLang="en-US" sz="1200" b="1">
                <a:latin typeface="+mn-ea"/>
              </a:rPr>
              <a:t>簡易環境の構築</a:t>
            </a:r>
          </a:p>
        </p:txBody>
      </p:sp>
      <p:sp>
        <p:nvSpPr>
          <p:cNvPr id="70" name="矢印: 五方向 69">
            <a:extLst>
              <a:ext uri="{FF2B5EF4-FFF2-40B4-BE49-F238E27FC236}">
                <a16:creationId xmlns:a16="http://schemas.microsoft.com/office/drawing/2014/main" id="{646F2F9C-D34C-F314-7D9A-F39234D367EB}"/>
              </a:ext>
            </a:extLst>
          </p:cNvPr>
          <p:cNvSpPr/>
          <p:nvPr/>
        </p:nvSpPr>
        <p:spPr bwMode="gray">
          <a:xfrm>
            <a:off x="5154352" y="5585121"/>
            <a:ext cx="1964149" cy="290914"/>
          </a:xfrm>
          <a:prstGeom prst="homePlate">
            <a:avLst>
              <a:gd name="adj" fmla="val 26957"/>
            </a:avLst>
          </a:prstGeom>
          <a:solidFill>
            <a:schemeClr val="accent1"/>
          </a:solidFill>
          <a:ln w="12700" algn="ctr">
            <a:noFill/>
            <a:miter lim="800000"/>
            <a:headEnd/>
            <a:tailEnd/>
          </a:ln>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r>
              <a:rPr lang="ja-JP" altLang="en-US" sz="1050" b="1">
                <a:latin typeface="+mn-ea"/>
              </a:rPr>
              <a:t>AI</a:t>
            </a:r>
            <a:r>
              <a:rPr lang="ja-JP" altLang="en-US" sz="1050" b="1">
                <a:latin typeface="+mn-ea"/>
              </a:rPr>
              <a:t>ガバナンスにおける</a:t>
            </a:r>
            <a:endParaRPr lang="ja-JP" altLang="en-US" sz="1050" b="1">
              <a:latin typeface="+mn-ea"/>
            </a:endParaRPr>
          </a:p>
          <a:p>
            <a:r>
              <a:rPr lang="ja-JP" altLang="en-US" sz="1050" b="1">
                <a:latin typeface="+mn-ea"/>
              </a:rPr>
              <a:t>基盤要求の整理</a:t>
            </a:r>
            <a:endParaRPr lang="ja-JP" altLang="en-US" sz="1050" b="1">
              <a:latin typeface="+mn-ea"/>
            </a:endParaRPr>
          </a:p>
        </p:txBody>
      </p:sp>
      <p:sp>
        <p:nvSpPr>
          <p:cNvPr id="27" name="スライド番号プレースホルダー 8">
            <a:extLst>
              <a:ext uri="{FF2B5EF4-FFF2-40B4-BE49-F238E27FC236}">
                <a16:creationId xmlns:a16="http://schemas.microsoft.com/office/drawing/2014/main" id="{BF2EB892-5FF3-D512-E7E2-5295B1FECCDC}"/>
              </a:ext>
            </a:extLst>
          </p:cNvPr>
          <p:cNvSpPr>
            <a:spLocks noGrp="1"/>
          </p:cNvSpPr>
          <p:nvPr>
            <p:ph type="sldNum" sz="quarter" idx="11"/>
          </p:nvPr>
        </p:nvSpPr>
        <p:spPr>
          <a:xfrm>
            <a:off x="480000" y="6588000"/>
            <a:ext cx="180000" cy="169200"/>
          </a:xfrm>
        </p:spPr>
        <p:txBody>
          <a:bodyPr/>
          <a:lstStyle/>
          <a:p>
            <a:pPr>
              <a:defRPr lang="ja-JP" altLang="en-US"/>
            </a:pPr>
            <a:fld id="{AA5FCFE5-FE56-4EF1-80A8-07776887C2A1}" type="slidenum">
              <a:rPr lang="ja-JP" altLang="en-US">
                <a:solidFill>
                  <a:prstClr val="black"/>
                </a:solidFill>
              </a:rPr>
              <a:pPr>
                <a:defRPr lang="ja-JP" altLang="en-US"/>
              </a:pPr>
              <a:t>3</a:t>
            </a:fld>
            <a:endParaRPr lang="ja-JP" altLang="en-US">
              <a:solidFill>
                <a:prstClr val="black"/>
              </a:solidFill>
            </a:endParaRPr>
          </a:p>
        </p:txBody>
      </p:sp>
      <p:sp>
        <p:nvSpPr>
          <p:cNvPr id="56" name="矢印: 五方向 55">
            <a:extLst>
              <a:ext uri="{FF2B5EF4-FFF2-40B4-BE49-F238E27FC236}">
                <a16:creationId xmlns:a16="http://schemas.microsoft.com/office/drawing/2014/main" id="{B530B60D-8727-AE5E-3500-01E50F8E1597}"/>
              </a:ext>
            </a:extLst>
          </p:cNvPr>
          <p:cNvSpPr/>
          <p:nvPr/>
        </p:nvSpPr>
        <p:spPr bwMode="gray">
          <a:xfrm>
            <a:off x="3879507" y="3882395"/>
            <a:ext cx="1249112" cy="323703"/>
          </a:xfrm>
          <a:prstGeom prst="homePlate">
            <a:avLst>
              <a:gd name="adj" fmla="val 26957"/>
            </a:avLst>
          </a:prstGeom>
          <a:solidFill>
            <a:schemeClr val="accent1"/>
          </a:solid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r>
              <a:rPr lang="ja-JP" altLang="en-US" sz="1000" b="1">
                <a:latin typeface="+mn-ea"/>
              </a:rPr>
              <a:t>“</a:t>
            </a:r>
            <a:r>
              <a:rPr lang="ja-JP" altLang="en-US" sz="1000" b="1">
                <a:latin typeface="+mn-ea"/>
              </a:rPr>
              <a:t>機密性</a:t>
            </a:r>
            <a:r>
              <a:rPr lang="ja-JP" altLang="en-US" sz="1000" b="1">
                <a:latin typeface="+mn-ea"/>
              </a:rPr>
              <a:t>A”</a:t>
            </a:r>
          </a:p>
          <a:p>
            <a:r>
              <a:rPr lang="ja-JP" altLang="en-US" sz="1000" b="1">
                <a:latin typeface="+mn-ea"/>
              </a:rPr>
              <a:t>リスク対策整理</a:t>
            </a:r>
            <a:endParaRPr lang="ja-JP" altLang="en-US" sz="1000" b="1">
              <a:latin typeface="+mn-ea"/>
            </a:endParaRPr>
          </a:p>
        </p:txBody>
      </p:sp>
      <p:sp>
        <p:nvSpPr>
          <p:cNvPr id="30" name="矢印: 五方向 29">
            <a:extLst>
              <a:ext uri="{FF2B5EF4-FFF2-40B4-BE49-F238E27FC236}">
                <a16:creationId xmlns:a16="http://schemas.microsoft.com/office/drawing/2014/main" id="{39808954-6378-853B-5EA9-5838A9B008D4}"/>
              </a:ext>
            </a:extLst>
          </p:cNvPr>
          <p:cNvSpPr/>
          <p:nvPr/>
        </p:nvSpPr>
        <p:spPr bwMode="gray">
          <a:xfrm>
            <a:off x="4532253" y="4323704"/>
            <a:ext cx="1244200" cy="323703"/>
          </a:xfrm>
          <a:prstGeom prst="homePlate">
            <a:avLst>
              <a:gd name="adj" fmla="val 26957"/>
            </a:avLst>
          </a:prstGeom>
          <a:solidFill>
            <a:schemeClr val="accent1"/>
          </a:solid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r>
              <a:rPr lang="ja-JP" altLang="en-US" sz="1000" b="1">
                <a:latin typeface="+mn-ea"/>
              </a:rPr>
              <a:t>AI</a:t>
            </a:r>
            <a:r>
              <a:rPr lang="ja-JP" altLang="en-US" sz="1000" b="1">
                <a:latin typeface="+mn-ea"/>
              </a:rPr>
              <a:t>経営診断</a:t>
            </a:r>
            <a:endParaRPr lang="ja-JP" altLang="en-US" sz="1000" b="1">
              <a:latin typeface="+mn-ea"/>
            </a:endParaRPr>
          </a:p>
          <a:p>
            <a:r>
              <a:rPr lang="ja-JP" altLang="en-US" sz="1000" b="1">
                <a:latin typeface="+mn-ea"/>
              </a:rPr>
              <a:t>リスク対策整理</a:t>
            </a:r>
            <a:endParaRPr lang="ja-JP" altLang="en-US" sz="1000" b="1">
              <a:latin typeface="+mn-ea"/>
            </a:endParaRPr>
          </a:p>
        </p:txBody>
      </p:sp>
      <p:sp>
        <p:nvSpPr>
          <p:cNvPr id="38" name="矢印: 五方向 37">
            <a:extLst>
              <a:ext uri="{FF2B5EF4-FFF2-40B4-BE49-F238E27FC236}">
                <a16:creationId xmlns:a16="http://schemas.microsoft.com/office/drawing/2014/main" id="{136AFD3F-54C7-FDCE-2AF4-1E6CFFF59F50}"/>
              </a:ext>
            </a:extLst>
          </p:cNvPr>
          <p:cNvSpPr/>
          <p:nvPr/>
        </p:nvSpPr>
        <p:spPr bwMode="gray">
          <a:xfrm>
            <a:off x="5164875" y="4742890"/>
            <a:ext cx="1281459" cy="307714"/>
          </a:xfrm>
          <a:prstGeom prst="homePlate">
            <a:avLst>
              <a:gd name="adj" fmla="val 26957"/>
            </a:avLst>
          </a:prstGeom>
          <a:solidFill>
            <a:schemeClr val="accent1"/>
          </a:solid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r>
              <a:rPr lang="ja-JP" altLang="en-US" sz="1000" b="1">
                <a:latin typeface="+mn-ea"/>
              </a:rPr>
              <a:t>HD</a:t>
            </a:r>
            <a:r>
              <a:rPr lang="ja-JP" altLang="en-US" sz="1000" b="1">
                <a:latin typeface="+mn-ea"/>
              </a:rPr>
              <a:t>のガバナンス</a:t>
            </a:r>
            <a:endParaRPr lang="ja-JP" altLang="en-US" sz="1000" b="1">
              <a:latin typeface="+mn-ea"/>
            </a:endParaRPr>
          </a:p>
          <a:p>
            <a:r>
              <a:rPr lang="ja-JP" altLang="en-US" sz="1000" b="1">
                <a:latin typeface="+mn-ea"/>
              </a:rPr>
              <a:t>体制案・プロセス検討</a:t>
            </a:r>
            <a:endParaRPr lang="ja-JP" altLang="en-US" sz="1000" b="1">
              <a:latin typeface="+mn-ea"/>
            </a:endParaRPr>
          </a:p>
        </p:txBody>
      </p:sp>
      <p:sp>
        <p:nvSpPr>
          <p:cNvPr id="57" name="矢印: 五方向 56">
            <a:extLst>
              <a:ext uri="{FF2B5EF4-FFF2-40B4-BE49-F238E27FC236}">
                <a16:creationId xmlns:a16="http://schemas.microsoft.com/office/drawing/2014/main" id="{5130B92A-B748-F93D-2E86-7781A1112968}"/>
              </a:ext>
            </a:extLst>
          </p:cNvPr>
          <p:cNvSpPr/>
          <p:nvPr/>
        </p:nvSpPr>
        <p:spPr bwMode="gray">
          <a:xfrm>
            <a:off x="6467118" y="4730555"/>
            <a:ext cx="2546253" cy="323703"/>
          </a:xfrm>
          <a:prstGeom prst="homePlate">
            <a:avLst>
              <a:gd name="adj" fmla="val 26957"/>
            </a:avLst>
          </a:prstGeom>
          <a:solidFill>
            <a:schemeClr val="accent1"/>
          </a:solid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r>
              <a:rPr lang="ja-JP" altLang="en-US" sz="1000" b="1">
                <a:latin typeface="+mn-ea"/>
              </a:rPr>
              <a:t>開発・提供に必要な素案の作成</a:t>
            </a:r>
            <a:endParaRPr lang="ja-JP" altLang="en-US" sz="1000" b="1">
              <a:latin typeface="+mn-ea"/>
            </a:endParaRPr>
          </a:p>
        </p:txBody>
      </p:sp>
      <p:sp>
        <p:nvSpPr>
          <p:cNvPr id="80" name="矢印: 五方向 79">
            <a:extLst>
              <a:ext uri="{FF2B5EF4-FFF2-40B4-BE49-F238E27FC236}">
                <a16:creationId xmlns:a16="http://schemas.microsoft.com/office/drawing/2014/main" id="{7FBAE00F-9EE6-CFF2-3732-0F2EA9D3C167}"/>
              </a:ext>
            </a:extLst>
          </p:cNvPr>
          <p:cNvSpPr/>
          <p:nvPr/>
        </p:nvSpPr>
        <p:spPr bwMode="gray">
          <a:xfrm>
            <a:off x="9074330" y="4730555"/>
            <a:ext cx="1863635" cy="339746"/>
          </a:xfrm>
          <a:prstGeom prst="homePlate">
            <a:avLst>
              <a:gd name="adj" fmla="val 11588"/>
            </a:avLst>
          </a:prstGeom>
          <a:solidFill>
            <a:schemeClr val="accent1"/>
          </a:solid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r>
              <a:rPr lang="ja-JP" altLang="en-US" sz="1000" b="1">
                <a:latin typeface="+mn-ea"/>
              </a:rPr>
              <a:t>HD</a:t>
            </a:r>
            <a:r>
              <a:rPr lang="ja-JP" altLang="en-US" sz="1000" b="1">
                <a:latin typeface="+mn-ea"/>
              </a:rPr>
              <a:t>運用環境・貴社状況を踏まえた</a:t>
            </a:r>
            <a:br>
              <a:rPr lang="ja-JP" altLang="en-US" sz="1000" b="1">
                <a:latin typeface="+mn-ea"/>
              </a:rPr>
            </a:br>
            <a:r>
              <a:rPr lang="ja-JP" altLang="en-US" sz="1000" b="1">
                <a:latin typeface="+mn-ea"/>
              </a:rPr>
              <a:t>アクションリスト作成</a:t>
            </a:r>
            <a:endParaRPr lang="ja-JP" altLang="en-US" sz="1000" b="1">
              <a:latin typeface="+mn-ea"/>
            </a:endParaRPr>
          </a:p>
        </p:txBody>
      </p:sp>
      <p:sp>
        <p:nvSpPr>
          <p:cNvPr id="6" name="正方形/長方形 5">
            <a:extLst>
              <a:ext uri="{FF2B5EF4-FFF2-40B4-BE49-F238E27FC236}">
                <a16:creationId xmlns:a16="http://schemas.microsoft.com/office/drawing/2014/main" id="{221D1815-2765-4F3A-50B3-A32B714E6073}"/>
              </a:ext>
            </a:extLst>
          </p:cNvPr>
          <p:cNvSpPr/>
          <p:nvPr/>
        </p:nvSpPr>
        <p:spPr bwMode="gray">
          <a:xfrm>
            <a:off x="4876887" y="2279651"/>
            <a:ext cx="117695" cy="118328"/>
          </a:xfrm>
          <a:prstGeom prst="rect">
            <a:avLst/>
          </a:prstGeom>
          <a:solidFill>
            <a:schemeClr val="tx1"/>
          </a:solidFill>
          <a:ln w="12700" algn="ctr">
            <a:noFill/>
            <a:miter lim="800000"/>
            <a:headEnd/>
            <a:tailEnd/>
          </a:ln>
        </p:spPr>
        <p:txBody>
          <a:bodyPr rot="0" spcFirstLastPara="0" vertOverflow="overflow" horzOverflow="overflow" vert="horz" wrap="none" lIns="72000" tIns="36000" rIns="72000" bIns="36000" numCol="1" spcCol="0" rtlCol="0" fromWordArt="0" anchor="ctr"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900" b="0" i="0" u="none" strike="noStrike" kern="1200" cap="none" spc="0" normalizeH="0" baseline="0" noProof="0">
                <a:ln>
                  <a:noFill/>
                </a:ln>
                <a:solidFill>
                  <a:prstClr val="black"/>
                </a:solidFill>
                <a:effectLst/>
                <a:uLnTx/>
                <a:uFillTx/>
                <a:latin typeface="Calibri"/>
                <a:ea typeface="Yu Gothic UI"/>
                <a:cs typeface="Arial" charset="0"/>
              </a:rPr>
              <a:t>　</a:t>
            </a:r>
            <a:r>
              <a:rPr kumimoji="1" lang="ja-JP" altLang="en-US" sz="900">
                <a:solidFill>
                  <a:prstClr val="black"/>
                </a:solidFill>
                <a:latin typeface="Calibri"/>
                <a:ea typeface="Yu Gothic UI"/>
              </a:rPr>
              <a:t>役員</a:t>
            </a:r>
            <a:r>
              <a:rPr kumimoji="1" lang="ja-JP" altLang="en-US" sz="900" b="0" i="0" u="none" strike="noStrike" kern="1200" cap="none" spc="0" normalizeH="0" baseline="0" noProof="0">
                <a:ln>
                  <a:noFill/>
                </a:ln>
                <a:solidFill>
                  <a:prstClr val="black"/>
                </a:solidFill>
                <a:effectLst/>
                <a:uLnTx/>
                <a:uFillTx/>
                <a:latin typeface="+mn-lt"/>
                <a:ea typeface="+mn-ea"/>
                <a:cs typeface="+mn-cs"/>
              </a:rPr>
              <a:t>報告</a:t>
            </a:r>
            <a:endParaRPr kumimoji="1" lang="ja-JP"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32" name="正方形/長方形 31">
            <a:extLst>
              <a:ext uri="{FF2B5EF4-FFF2-40B4-BE49-F238E27FC236}">
                <a16:creationId xmlns:a16="http://schemas.microsoft.com/office/drawing/2014/main" id="{AC034770-BAAE-9BF5-760E-D5916C1507F1}"/>
              </a:ext>
            </a:extLst>
          </p:cNvPr>
          <p:cNvSpPr/>
          <p:nvPr/>
        </p:nvSpPr>
        <p:spPr bwMode="gray">
          <a:xfrm>
            <a:off x="5554170" y="2279651"/>
            <a:ext cx="117695" cy="118328"/>
          </a:xfrm>
          <a:prstGeom prst="rect">
            <a:avLst/>
          </a:prstGeom>
          <a:solidFill>
            <a:schemeClr val="tx1"/>
          </a:solidFill>
          <a:ln w="12700" algn="ctr">
            <a:noFill/>
            <a:miter lim="800000"/>
            <a:headEnd/>
            <a:tailEnd/>
          </a:ln>
        </p:spPr>
        <p:txBody>
          <a:bodyPr rot="0" spcFirstLastPara="0" vertOverflow="overflow" horzOverflow="overflow" vert="horz" wrap="none" lIns="72000" tIns="36000" rIns="72000" bIns="36000" numCol="1" spcCol="0" rtlCol="0" fromWordArt="0" anchor="ctr"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800" b="0" i="0" u="none" strike="noStrike" kern="1200" cap="none" spc="0" normalizeH="0" baseline="0" noProof="0">
                <a:ln>
                  <a:noFill/>
                </a:ln>
                <a:solidFill>
                  <a:prstClr val="black"/>
                </a:solidFill>
                <a:effectLst/>
                <a:uLnTx/>
                <a:uFillTx/>
                <a:latin typeface="Calibri"/>
                <a:ea typeface="Yu Gothic UI"/>
                <a:cs typeface="Arial" charset="0"/>
              </a:rPr>
              <a:t>　社長</a:t>
            </a:r>
            <a:r>
              <a:rPr kumimoji="1" lang="ja-JP" altLang="en-US" sz="800" b="0" i="0" u="none" strike="noStrike" kern="1200" cap="none" spc="0" normalizeH="0" baseline="0" noProof="0">
                <a:ln>
                  <a:noFill/>
                </a:ln>
                <a:solidFill>
                  <a:prstClr val="black"/>
                </a:solidFill>
                <a:effectLst/>
                <a:uLnTx/>
                <a:uFillTx/>
                <a:latin typeface="+mn-lt"/>
                <a:ea typeface="+mn-ea"/>
                <a:cs typeface="+mn-cs"/>
              </a:rPr>
              <a:t>報告</a:t>
            </a:r>
            <a:endParaRPr kumimoji="1" lang="ja-JP" altLang="en-US" sz="1600" b="0" i="0" u="none" strike="noStrike" kern="1200" cap="none" spc="0" normalizeH="0" baseline="0" noProof="0">
              <a:ln>
                <a:noFill/>
              </a:ln>
              <a:solidFill>
                <a:prstClr val="black"/>
              </a:solidFill>
              <a:effectLst/>
              <a:uLnTx/>
              <a:uFillTx/>
              <a:latin typeface="+mn-lt"/>
              <a:ea typeface="+mn-ea"/>
              <a:cs typeface="+mn-cs"/>
            </a:endParaRPr>
          </a:p>
        </p:txBody>
      </p:sp>
      <p:sp>
        <p:nvSpPr>
          <p:cNvPr id="33" name="正方形/長方形 32">
            <a:extLst>
              <a:ext uri="{FF2B5EF4-FFF2-40B4-BE49-F238E27FC236}">
                <a16:creationId xmlns:a16="http://schemas.microsoft.com/office/drawing/2014/main" id="{81B25E79-2696-77AB-4FC8-2D4902959223}"/>
              </a:ext>
            </a:extLst>
          </p:cNvPr>
          <p:cNvSpPr/>
          <p:nvPr/>
        </p:nvSpPr>
        <p:spPr bwMode="gray">
          <a:xfrm>
            <a:off x="7587224" y="2279651"/>
            <a:ext cx="117695" cy="118328"/>
          </a:xfrm>
          <a:prstGeom prst="rect">
            <a:avLst/>
          </a:prstGeom>
          <a:solidFill>
            <a:schemeClr val="tx1"/>
          </a:solidFill>
          <a:ln w="12700" algn="ctr">
            <a:noFill/>
            <a:miter lim="800000"/>
            <a:headEnd/>
            <a:tailEnd/>
          </a:ln>
        </p:spPr>
        <p:txBody>
          <a:bodyPr rot="0" spcFirstLastPara="0" vertOverflow="overflow" horzOverflow="overflow" vert="horz" wrap="none" lIns="72000" tIns="36000" rIns="72000" bIns="36000" numCol="1" spcCol="0" rtlCol="0" fromWordArt="0" anchor="ctr"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900" b="0" i="0" u="none" strike="noStrike" kern="1200" cap="none" spc="0" normalizeH="0" baseline="0" noProof="0">
                <a:ln>
                  <a:noFill/>
                </a:ln>
                <a:solidFill>
                  <a:prstClr val="black"/>
                </a:solidFill>
                <a:effectLst/>
                <a:uLnTx/>
                <a:uFillTx/>
                <a:latin typeface="Calibri"/>
                <a:ea typeface="Yu Gothic UI"/>
                <a:cs typeface="Arial" charset="0"/>
              </a:rPr>
              <a:t>　</a:t>
            </a:r>
            <a:r>
              <a:rPr kumimoji="1" lang="ja-JP" altLang="en-US" sz="900">
                <a:solidFill>
                  <a:prstClr val="black"/>
                </a:solidFill>
                <a:latin typeface="Calibri"/>
                <a:ea typeface="Yu Gothic UI"/>
              </a:rPr>
              <a:t>役員</a:t>
            </a:r>
            <a:r>
              <a:rPr kumimoji="1" lang="ja-JP" altLang="en-US" sz="900" b="0" i="0" u="none" strike="noStrike" kern="1200" cap="none" spc="0" normalizeH="0" baseline="0" noProof="0">
                <a:ln>
                  <a:noFill/>
                </a:ln>
                <a:solidFill>
                  <a:prstClr val="black"/>
                </a:solidFill>
                <a:effectLst/>
                <a:uLnTx/>
                <a:uFillTx/>
                <a:latin typeface="+mn-lt"/>
                <a:ea typeface="+mn-ea"/>
                <a:cs typeface="+mn-cs"/>
              </a:rPr>
              <a:t>報告</a:t>
            </a:r>
            <a:endParaRPr kumimoji="1" lang="ja-JP"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35" name="正方形/長方形 34">
            <a:extLst>
              <a:ext uri="{FF2B5EF4-FFF2-40B4-BE49-F238E27FC236}">
                <a16:creationId xmlns:a16="http://schemas.microsoft.com/office/drawing/2014/main" id="{DE2949DA-8506-1ADA-8E12-62231C15C203}"/>
              </a:ext>
            </a:extLst>
          </p:cNvPr>
          <p:cNvSpPr/>
          <p:nvPr/>
        </p:nvSpPr>
        <p:spPr bwMode="gray">
          <a:xfrm>
            <a:off x="10106186" y="2279651"/>
            <a:ext cx="117695" cy="118328"/>
          </a:xfrm>
          <a:prstGeom prst="rect">
            <a:avLst/>
          </a:prstGeom>
          <a:solidFill>
            <a:schemeClr val="tx1"/>
          </a:solidFill>
          <a:ln w="12700" algn="ctr">
            <a:noFill/>
            <a:miter lim="800000"/>
            <a:headEnd/>
            <a:tailEnd/>
          </a:ln>
        </p:spPr>
        <p:txBody>
          <a:bodyPr rot="0" spcFirstLastPara="0" vertOverflow="overflow" horzOverflow="overflow" vert="horz" wrap="none" lIns="72000" tIns="36000" rIns="72000" bIns="36000" numCol="1" spcCol="0" rtlCol="0" fromWordArt="0" anchor="ctr"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900" b="0" i="0" u="none" strike="noStrike" kern="1200" cap="none" spc="0" normalizeH="0" baseline="0" noProof="0">
                <a:ln>
                  <a:noFill/>
                </a:ln>
                <a:solidFill>
                  <a:prstClr val="black"/>
                </a:solidFill>
                <a:effectLst/>
                <a:uLnTx/>
                <a:uFillTx/>
                <a:latin typeface="Calibri"/>
                <a:ea typeface="Yu Gothic UI"/>
                <a:cs typeface="Arial" charset="0"/>
              </a:rPr>
              <a:t>　</a:t>
            </a:r>
            <a:r>
              <a:rPr kumimoji="1" lang="ja-JP" altLang="en-US" sz="900">
                <a:solidFill>
                  <a:prstClr val="black"/>
                </a:solidFill>
                <a:latin typeface="Calibri"/>
                <a:ea typeface="Yu Gothic UI"/>
              </a:rPr>
              <a:t>役員</a:t>
            </a:r>
            <a:r>
              <a:rPr kumimoji="1" lang="ja-JP" altLang="en-US" sz="900" b="0" i="0" u="none" strike="noStrike" kern="1200" cap="none" spc="0" normalizeH="0" baseline="0" noProof="0">
                <a:ln>
                  <a:noFill/>
                </a:ln>
                <a:solidFill>
                  <a:prstClr val="black"/>
                </a:solidFill>
                <a:effectLst/>
                <a:uLnTx/>
                <a:uFillTx/>
                <a:latin typeface="+mn-lt"/>
                <a:ea typeface="+mn-ea"/>
                <a:cs typeface="+mn-cs"/>
              </a:rPr>
              <a:t>報告</a:t>
            </a:r>
            <a:endParaRPr kumimoji="1" lang="ja-JP"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37" name="正方形/長方形 36">
            <a:extLst>
              <a:ext uri="{FF2B5EF4-FFF2-40B4-BE49-F238E27FC236}">
                <a16:creationId xmlns:a16="http://schemas.microsoft.com/office/drawing/2014/main" id="{BE6231F4-0A27-4A57-CB86-EBC492EFE3A1}"/>
              </a:ext>
            </a:extLst>
          </p:cNvPr>
          <p:cNvSpPr/>
          <p:nvPr/>
        </p:nvSpPr>
        <p:spPr bwMode="gray">
          <a:xfrm>
            <a:off x="11257574" y="2391744"/>
            <a:ext cx="117695" cy="118328"/>
          </a:xfrm>
          <a:prstGeom prst="rect">
            <a:avLst/>
          </a:prstGeom>
          <a:solidFill>
            <a:schemeClr val="tx1"/>
          </a:solidFill>
          <a:ln w="12700" algn="ctr">
            <a:noFill/>
            <a:miter lim="800000"/>
            <a:headEnd/>
            <a:tailEnd/>
          </a:ln>
        </p:spPr>
        <p:txBody>
          <a:bodyPr rot="0" spcFirstLastPara="0" vertOverflow="overflow" horzOverflow="overflow" vert="horz" wrap="none" lIns="72000" tIns="36000" rIns="72000" bIns="36000" numCol="1" spcCol="0" rtlCol="0" fromWordArt="0" anchor="ctr"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800" b="0" i="0" u="none" strike="noStrike" kern="1200" cap="none" spc="0" normalizeH="0" baseline="0" noProof="0">
                <a:ln>
                  <a:noFill/>
                </a:ln>
                <a:solidFill>
                  <a:prstClr val="black"/>
                </a:solidFill>
                <a:effectLst/>
                <a:uLnTx/>
                <a:uFillTx/>
                <a:latin typeface="Calibri"/>
                <a:ea typeface="Yu Gothic UI"/>
                <a:cs typeface="Arial" charset="0"/>
              </a:rPr>
              <a:t>　グループ経営会議</a:t>
            </a:r>
            <a:endParaRPr kumimoji="1" lang="ja-JP" altLang="en-US" sz="1600" b="0" i="0" u="none" strike="noStrike" kern="1200" cap="none" spc="0" normalizeH="0" baseline="0" noProof="0">
              <a:ln>
                <a:noFill/>
              </a:ln>
              <a:solidFill>
                <a:prstClr val="black"/>
              </a:solidFill>
              <a:effectLst/>
              <a:uLnTx/>
              <a:uFillTx/>
              <a:latin typeface="+mn-lt"/>
              <a:ea typeface="+mn-ea"/>
              <a:cs typeface="+mn-cs"/>
            </a:endParaRPr>
          </a:p>
        </p:txBody>
      </p:sp>
      <p:sp>
        <p:nvSpPr>
          <p:cNvPr id="39" name="正方形/長方形 38">
            <a:extLst>
              <a:ext uri="{FF2B5EF4-FFF2-40B4-BE49-F238E27FC236}">
                <a16:creationId xmlns:a16="http://schemas.microsoft.com/office/drawing/2014/main" id="{AFC13987-9745-D283-D099-117633204FCA}"/>
              </a:ext>
            </a:extLst>
          </p:cNvPr>
          <p:cNvSpPr/>
          <p:nvPr/>
        </p:nvSpPr>
        <p:spPr bwMode="gray">
          <a:xfrm>
            <a:off x="10982964" y="2260946"/>
            <a:ext cx="117695" cy="118328"/>
          </a:xfrm>
          <a:prstGeom prst="rect">
            <a:avLst/>
          </a:prstGeom>
          <a:solidFill>
            <a:schemeClr val="tx1"/>
          </a:solidFill>
          <a:ln w="12700" algn="ctr">
            <a:noFill/>
            <a:miter lim="800000"/>
            <a:headEnd/>
            <a:tailEnd/>
          </a:ln>
        </p:spPr>
        <p:txBody>
          <a:bodyPr rot="0" spcFirstLastPara="0" vertOverflow="overflow" horzOverflow="overflow" vert="horz" wrap="none" lIns="72000" tIns="36000" rIns="72000" bIns="36000" numCol="1" spcCol="0" rtlCol="0" fromWordArt="0" anchor="ctr" anchorCtr="0" forceAA="0" compatLnSpc="1">
            <a:prstTxWarp prst="textNoShape">
              <a:avLst/>
            </a:prstTxWarp>
            <a:noAutofit/>
          </a:bodyPr>
          <a:lstStyle/>
          <a:p>
            <a:pPr marL="0" marR="0" indent="0"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r>
              <a:rPr kumimoji="1" lang="ja-JP" altLang="en-US" sz="800" b="0" i="0" u="none" strike="noStrike" kern="1200" cap="none" spc="0" normalizeH="0" baseline="0" noProof="0">
                <a:ln>
                  <a:noFill/>
                </a:ln>
                <a:solidFill>
                  <a:prstClr val="black"/>
                </a:solidFill>
                <a:effectLst/>
                <a:uLnTx/>
                <a:uFillTx/>
                <a:latin typeface="Calibri"/>
                <a:ea typeface="Yu Gothic UI"/>
                <a:cs typeface="Arial" charset="0"/>
              </a:rPr>
              <a:t>　社長</a:t>
            </a:r>
            <a:r>
              <a:rPr kumimoji="1" lang="ja-JP" altLang="en-US" sz="800" b="0" i="0" u="none" strike="noStrike" kern="1200" cap="none" spc="0" normalizeH="0" baseline="0" noProof="0">
                <a:ln>
                  <a:noFill/>
                </a:ln>
                <a:solidFill>
                  <a:prstClr val="black"/>
                </a:solidFill>
                <a:effectLst/>
                <a:uLnTx/>
                <a:uFillTx/>
                <a:latin typeface="+mn-lt"/>
                <a:ea typeface="+mn-ea"/>
                <a:cs typeface="+mn-cs"/>
              </a:rPr>
              <a:t>報告</a:t>
            </a:r>
            <a:endParaRPr kumimoji="1" lang="ja-JP" altLang="en-US" sz="1600" b="0" i="0" u="none" strike="noStrike" kern="1200" cap="none" spc="0" normalizeH="0" baseline="0" noProof="0">
              <a:ln>
                <a:noFill/>
              </a:ln>
              <a:solidFill>
                <a:prstClr val="black"/>
              </a:solidFill>
              <a:effectLst/>
              <a:uLnTx/>
              <a:uFillTx/>
              <a:latin typeface="+mn-lt"/>
              <a:ea typeface="+mn-ea"/>
              <a:cs typeface="+mn-cs"/>
            </a:endParaRPr>
          </a:p>
        </p:txBody>
      </p:sp>
      <p:sp>
        <p:nvSpPr>
          <p:cNvPr id="40" name="正方形/長方形 39">
            <a:extLst>
              <a:ext uri="{FF2B5EF4-FFF2-40B4-BE49-F238E27FC236}">
                <a16:creationId xmlns:a16="http://schemas.microsoft.com/office/drawing/2014/main" id="{B0E10269-86E4-9B78-777A-EB1CE8C49150}"/>
              </a:ext>
            </a:extLst>
          </p:cNvPr>
          <p:cNvSpPr/>
          <p:nvPr/>
        </p:nvSpPr>
        <p:spPr bwMode="gray">
          <a:xfrm>
            <a:off x="3854940" y="3841489"/>
            <a:ext cx="1282451" cy="400913"/>
          </a:xfrm>
          <a:prstGeom prst="rect">
            <a:avLst/>
          </a:prstGeom>
          <a:noFill/>
          <a:ln w="19050" algn="ctr">
            <a:solidFill>
              <a:schemeClr val="accent3"/>
            </a:solidFill>
            <a:miter lim="800000"/>
            <a:headEnd/>
            <a:tailEnd/>
          </a:ln>
        </p:spPr>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0" marR="0" lvl="0" indent="0" algn="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lang="ja-JP" altLang="en-US"/>
            </a:pPr>
            <a:endPar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endParaRPr>
          </a:p>
        </p:txBody>
      </p:sp>
      <p:sp>
        <p:nvSpPr>
          <p:cNvPr id="55" name="正方形/長方形 54">
            <a:extLst>
              <a:ext uri="{FF2B5EF4-FFF2-40B4-BE49-F238E27FC236}">
                <a16:creationId xmlns:a16="http://schemas.microsoft.com/office/drawing/2014/main" id="{4234FBBC-96CE-CBD0-7271-AA146157DA5D}"/>
              </a:ext>
            </a:extLst>
          </p:cNvPr>
          <p:cNvSpPr/>
          <p:nvPr/>
        </p:nvSpPr>
        <p:spPr bwMode="gray">
          <a:xfrm>
            <a:off x="4506002" y="4280610"/>
            <a:ext cx="3933147" cy="391974"/>
          </a:xfrm>
          <a:prstGeom prst="rect">
            <a:avLst/>
          </a:prstGeom>
          <a:noFill/>
          <a:ln w="19050" algn="ctr">
            <a:solidFill>
              <a:schemeClr val="accent3"/>
            </a:solidFill>
            <a:miter lim="800000"/>
            <a:headEnd/>
            <a:tailEnd/>
          </a:ln>
        </p:spPr>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0" marR="0" lvl="0" indent="0" algn="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lang="ja-JP" altLang="en-US"/>
            </a:pPr>
            <a:endPar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endParaRPr>
          </a:p>
        </p:txBody>
      </p:sp>
      <p:sp>
        <p:nvSpPr>
          <p:cNvPr id="73" name="正方形/長方形 72">
            <a:extLst>
              <a:ext uri="{FF2B5EF4-FFF2-40B4-BE49-F238E27FC236}">
                <a16:creationId xmlns:a16="http://schemas.microsoft.com/office/drawing/2014/main" id="{E6FAADC4-9637-8FA4-FC58-3CE7503CB8A8}"/>
              </a:ext>
            </a:extLst>
          </p:cNvPr>
          <p:cNvSpPr/>
          <p:nvPr/>
        </p:nvSpPr>
        <p:spPr bwMode="gray">
          <a:xfrm>
            <a:off x="5154352" y="4705992"/>
            <a:ext cx="5809739" cy="381773"/>
          </a:xfrm>
          <a:prstGeom prst="rect">
            <a:avLst/>
          </a:prstGeom>
          <a:noFill/>
          <a:ln w="19050" algn="ctr">
            <a:solidFill>
              <a:schemeClr val="accent3"/>
            </a:solidFill>
            <a:miter lim="800000"/>
            <a:headEnd/>
            <a:tailEnd/>
          </a:ln>
        </p:spPr>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marL="0" marR="0" lvl="0" indent="0" algn="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lang="ja-JP" altLang="en-US"/>
            </a:pPr>
            <a:endParaRPr kumimoji="1" lang="ja-JP" altLang="en-US" sz="1200" b="1" i="0" u="none" strike="noStrike" kern="1200" cap="none" spc="0" normalizeH="0" baseline="0" noProof="0">
              <a:ln>
                <a:noFill/>
              </a:ln>
              <a:solidFill>
                <a:prstClr val="black"/>
              </a:solidFill>
              <a:effectLst/>
              <a:uLnTx/>
              <a:uFillTx/>
              <a:latin typeface="Calibri"/>
              <a:ea typeface="Yu Gothic UI"/>
              <a:cs typeface="Arial" charset="0"/>
            </a:endParaRPr>
          </a:p>
        </p:txBody>
      </p:sp>
      <p:sp>
        <p:nvSpPr>
          <p:cNvPr id="58" name="矢印: 五方向 57">
            <a:extLst>
              <a:ext uri="{FF2B5EF4-FFF2-40B4-BE49-F238E27FC236}">
                <a16:creationId xmlns:a16="http://schemas.microsoft.com/office/drawing/2014/main" id="{3D185BC3-7241-EE6D-27B9-6B294B62E126}"/>
              </a:ext>
            </a:extLst>
          </p:cNvPr>
          <p:cNvSpPr/>
          <p:nvPr/>
        </p:nvSpPr>
        <p:spPr bwMode="gray">
          <a:xfrm>
            <a:off x="7150167" y="5585121"/>
            <a:ext cx="3147816" cy="290914"/>
          </a:xfrm>
          <a:prstGeom prst="homePlate">
            <a:avLst>
              <a:gd name="adj" fmla="val 26957"/>
            </a:avLst>
          </a:prstGeom>
          <a:solidFill>
            <a:schemeClr val="accent1"/>
          </a:solidFill>
          <a:ln w="12700" algn="ctr">
            <a:noFill/>
            <a:miter lim="800000"/>
            <a:headEnd/>
            <a:tailEnd/>
          </a:ln>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r>
              <a:rPr lang="ja-JP" altLang="en-US" sz="1050" b="1">
                <a:latin typeface="+mn-ea"/>
              </a:rPr>
              <a:t>提出要求に対する</a:t>
            </a:r>
            <a:r>
              <a:rPr lang="ja-JP" altLang="en-US" sz="1050" b="1">
                <a:latin typeface="+mn-ea"/>
              </a:rPr>
              <a:t>ITEC</a:t>
            </a:r>
            <a:r>
              <a:rPr lang="ja-JP" altLang="en-US" sz="1050" b="1">
                <a:latin typeface="+mn-ea"/>
              </a:rPr>
              <a:t>様との討議</a:t>
            </a:r>
            <a:endParaRPr lang="ja-JP" altLang="en-US" sz="1050" b="1">
              <a:latin typeface="+mn-ea"/>
            </a:endParaRPr>
          </a:p>
        </p:txBody>
      </p:sp>
      <p:sp>
        <p:nvSpPr>
          <p:cNvPr id="77" name="矢印: 五方向 76">
            <a:extLst>
              <a:ext uri="{FF2B5EF4-FFF2-40B4-BE49-F238E27FC236}">
                <a16:creationId xmlns:a16="http://schemas.microsoft.com/office/drawing/2014/main" id="{D6C2FD5F-5A4B-EF3D-6CE7-A421FDB341BB}"/>
              </a:ext>
            </a:extLst>
          </p:cNvPr>
          <p:cNvSpPr/>
          <p:nvPr/>
        </p:nvSpPr>
        <p:spPr bwMode="gray">
          <a:xfrm>
            <a:off x="7150166" y="6145969"/>
            <a:ext cx="4516315" cy="290914"/>
          </a:xfrm>
          <a:prstGeom prst="homePlate">
            <a:avLst>
              <a:gd name="adj" fmla="val 26957"/>
            </a:avLst>
          </a:prstGeom>
          <a:solidFill>
            <a:schemeClr val="bg1">
              <a:lumMod val="65000"/>
            </a:schemeClr>
          </a:solidFill>
          <a:ln w="12700" algn="ctr">
            <a:noFill/>
            <a:miter lim="800000"/>
            <a:headEnd/>
            <a:tailEnd/>
          </a:ln>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r>
              <a:rPr kumimoji="1" lang="ja-JP" altLang="en-US" sz="1050">
                <a:solidFill>
                  <a:prstClr val="black"/>
                </a:solidFill>
              </a:rPr>
              <a:t>「機密性</a:t>
            </a:r>
            <a:r>
              <a:rPr kumimoji="1" lang="ja-JP" altLang="en-US" sz="1050">
                <a:solidFill>
                  <a:prstClr val="black"/>
                </a:solidFill>
              </a:rPr>
              <a:t>A</a:t>
            </a:r>
            <a:r>
              <a:rPr kumimoji="1" lang="ja-JP" altLang="en-US" sz="1050">
                <a:solidFill>
                  <a:prstClr val="black"/>
                </a:solidFill>
              </a:rPr>
              <a:t>投入可」環境の要件定義及び構築</a:t>
            </a:r>
            <a:endParaRPr lang="ja-JP" altLang="en-US" sz="1050" b="1">
              <a:latin typeface="+mn-ea"/>
            </a:endParaRPr>
          </a:p>
        </p:txBody>
      </p:sp>
      <p:cxnSp>
        <p:nvCxnSpPr>
          <p:cNvPr id="81" name="直線矢印コネクタ 80">
            <a:extLst>
              <a:ext uri="{FF2B5EF4-FFF2-40B4-BE49-F238E27FC236}">
                <a16:creationId xmlns:a16="http://schemas.microsoft.com/office/drawing/2014/main" id="{76ECEA5A-AAE3-F6D3-E465-C03F3D2A8945}"/>
              </a:ext>
            </a:extLst>
          </p:cNvPr>
          <p:cNvCxnSpPr>
            <a:cxnSpLocks/>
          </p:cNvCxnSpPr>
          <p:nvPr/>
        </p:nvCxnSpPr>
        <p:spPr bwMode="gray">
          <a:xfrm>
            <a:off x="7564487" y="5900561"/>
            <a:ext cx="0" cy="245408"/>
          </a:xfrm>
          <a:prstGeom prst="straightConnector1">
            <a:avLst/>
          </a:prstGeom>
          <a:ln w="15875">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2" name="直線矢印コネクタ 81">
            <a:extLst>
              <a:ext uri="{FF2B5EF4-FFF2-40B4-BE49-F238E27FC236}">
                <a16:creationId xmlns:a16="http://schemas.microsoft.com/office/drawing/2014/main" id="{DD5D6F0A-7E82-6A26-3A1E-0893B1AD16A0}"/>
              </a:ext>
            </a:extLst>
          </p:cNvPr>
          <p:cNvCxnSpPr>
            <a:cxnSpLocks/>
          </p:cNvCxnSpPr>
          <p:nvPr/>
        </p:nvCxnSpPr>
        <p:spPr bwMode="gray">
          <a:xfrm>
            <a:off x="8457744" y="5900561"/>
            <a:ext cx="0" cy="245408"/>
          </a:xfrm>
          <a:prstGeom prst="straightConnector1">
            <a:avLst/>
          </a:prstGeom>
          <a:ln w="15875">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3" name="直線矢印コネクタ 82">
            <a:extLst>
              <a:ext uri="{FF2B5EF4-FFF2-40B4-BE49-F238E27FC236}">
                <a16:creationId xmlns:a16="http://schemas.microsoft.com/office/drawing/2014/main" id="{EC3D8CAC-2702-F74E-679C-D7F76A53D57E}"/>
              </a:ext>
            </a:extLst>
          </p:cNvPr>
          <p:cNvCxnSpPr>
            <a:cxnSpLocks/>
          </p:cNvCxnSpPr>
          <p:nvPr/>
        </p:nvCxnSpPr>
        <p:spPr bwMode="gray">
          <a:xfrm>
            <a:off x="9403675" y="5900561"/>
            <a:ext cx="0" cy="245408"/>
          </a:xfrm>
          <a:prstGeom prst="straightConnector1">
            <a:avLst/>
          </a:prstGeom>
          <a:ln w="15875">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 name="四角形: 角を丸くする 1">
            <a:extLst>
              <a:ext uri="{FF2B5EF4-FFF2-40B4-BE49-F238E27FC236}">
                <a16:creationId xmlns:a16="http://schemas.microsoft.com/office/drawing/2014/main" id="{FBBF9F5E-DB4A-0701-C922-CC82B328DD6D}"/>
              </a:ext>
            </a:extLst>
          </p:cNvPr>
          <p:cNvSpPr/>
          <p:nvPr/>
        </p:nvSpPr>
        <p:spPr bwMode="gray">
          <a:xfrm>
            <a:off x="4620106" y="3730625"/>
            <a:ext cx="720000" cy="180000"/>
          </a:xfrm>
          <a:prstGeom prst="roundRect">
            <a:avLst>
              <a:gd name="adj" fmla="val 0"/>
            </a:avLst>
          </a:prstGeom>
          <a:solidFill>
            <a:schemeClr val="accent1">
              <a:lumMod val="75000"/>
            </a:schemeClr>
          </a:solidFill>
          <a:ln w="12700" algn="ctr">
            <a:solidFill>
              <a:schemeClr val="bg1">
                <a:lumMod val="50000"/>
              </a:schemeClr>
            </a:solidFill>
            <a:miter lim="800000"/>
            <a:headEnd/>
            <a:tailEnd/>
          </a:ln>
        </p:spPr>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pPr>
            <a:r>
              <a:rPr kumimoji="1" lang="ja-JP" altLang="en-US" sz="900" b="1">
                <a:solidFill>
                  <a:schemeClr val="bg1"/>
                </a:solidFill>
                <a:latin typeface="+mn-lt"/>
                <a:cs typeface="+mn-cs"/>
              </a:rPr>
              <a:t>【</a:t>
            </a:r>
            <a:r>
              <a:rPr kumimoji="1" lang="ja-JP" altLang="en-US" sz="900" b="1">
                <a:solidFill>
                  <a:schemeClr val="bg1"/>
                </a:solidFill>
                <a:latin typeface="+mn-lt"/>
                <a:cs typeface="+mn-cs"/>
              </a:rPr>
              <a:t>スコープ１</a:t>
            </a:r>
            <a:r>
              <a:rPr kumimoji="1" lang="ja-JP" altLang="en-US" sz="900" b="1">
                <a:solidFill>
                  <a:schemeClr val="bg1"/>
                </a:solidFill>
                <a:latin typeface="+mn-lt"/>
                <a:cs typeface="+mn-cs"/>
              </a:rPr>
              <a:t>】</a:t>
            </a:r>
          </a:p>
        </p:txBody>
      </p:sp>
      <p:sp>
        <p:nvSpPr>
          <p:cNvPr id="53" name="四角形: 角を丸くする 52">
            <a:extLst>
              <a:ext uri="{FF2B5EF4-FFF2-40B4-BE49-F238E27FC236}">
                <a16:creationId xmlns:a16="http://schemas.microsoft.com/office/drawing/2014/main" id="{2646C32B-BE5A-C7ED-7B87-A7E11DD4725B}"/>
              </a:ext>
            </a:extLst>
          </p:cNvPr>
          <p:cNvSpPr/>
          <p:nvPr/>
        </p:nvSpPr>
        <p:spPr bwMode="gray">
          <a:xfrm>
            <a:off x="10295862" y="4563797"/>
            <a:ext cx="720000" cy="180000"/>
          </a:xfrm>
          <a:prstGeom prst="roundRect">
            <a:avLst>
              <a:gd name="adj" fmla="val 0"/>
            </a:avLst>
          </a:prstGeom>
          <a:solidFill>
            <a:srgbClr val="E8F6CF"/>
          </a:solidFill>
          <a:ln w="12700" algn="ctr">
            <a:solidFill>
              <a:schemeClr val="bg1">
                <a:lumMod val="50000"/>
              </a:schemeClr>
            </a:solidFill>
            <a:miter lim="800000"/>
            <a:headEnd/>
            <a:tailEnd/>
          </a:ln>
        </p:spPr>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pPr>
            <a:r>
              <a:rPr kumimoji="1" lang="ja-JP" altLang="en-US" sz="900" b="1">
                <a:latin typeface="+mn-lt"/>
                <a:cs typeface="+mn-cs"/>
              </a:rPr>
              <a:t>【</a:t>
            </a:r>
            <a:r>
              <a:rPr kumimoji="1" lang="ja-JP" altLang="en-US" sz="900" b="1">
                <a:latin typeface="+mn-lt"/>
                <a:cs typeface="+mn-cs"/>
              </a:rPr>
              <a:t>スコープ３</a:t>
            </a:r>
            <a:r>
              <a:rPr kumimoji="1" lang="ja-JP" altLang="en-US" sz="900" b="1">
                <a:latin typeface="+mn-lt"/>
                <a:cs typeface="+mn-cs"/>
              </a:rPr>
              <a:t>】</a:t>
            </a:r>
          </a:p>
        </p:txBody>
      </p:sp>
      <p:sp>
        <p:nvSpPr>
          <p:cNvPr id="61" name="矢印: 五方向 60">
            <a:extLst>
              <a:ext uri="{FF2B5EF4-FFF2-40B4-BE49-F238E27FC236}">
                <a16:creationId xmlns:a16="http://schemas.microsoft.com/office/drawing/2014/main" id="{7BD2C491-C5EE-8874-81ED-4A208921DE4A}"/>
              </a:ext>
            </a:extLst>
          </p:cNvPr>
          <p:cNvSpPr/>
          <p:nvPr/>
        </p:nvSpPr>
        <p:spPr bwMode="gray">
          <a:xfrm>
            <a:off x="5848225" y="4312487"/>
            <a:ext cx="1886075" cy="157274"/>
          </a:xfrm>
          <a:prstGeom prst="homePlate">
            <a:avLst>
              <a:gd name="adj" fmla="val 26957"/>
            </a:avLst>
          </a:prstGeom>
          <a:solidFill>
            <a:schemeClr val="accent1"/>
          </a:solid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r>
              <a:rPr lang="ja-JP" altLang="en-US" sz="1000" b="1">
                <a:latin typeface="+mn-ea"/>
              </a:rPr>
              <a:t>Quick-Win</a:t>
            </a:r>
            <a:r>
              <a:rPr lang="ja-JP" altLang="en-US" sz="1000" b="1">
                <a:latin typeface="+mn-ea"/>
              </a:rPr>
              <a:t>アプリ間の差分整理</a:t>
            </a:r>
            <a:endParaRPr lang="ja-JP" altLang="en-US" sz="1000" b="1">
              <a:latin typeface="+mn-ea"/>
            </a:endParaRPr>
          </a:p>
        </p:txBody>
      </p:sp>
      <p:sp>
        <p:nvSpPr>
          <p:cNvPr id="62" name="矢印: 五方向 61">
            <a:extLst>
              <a:ext uri="{FF2B5EF4-FFF2-40B4-BE49-F238E27FC236}">
                <a16:creationId xmlns:a16="http://schemas.microsoft.com/office/drawing/2014/main" id="{0A60876D-15B9-731E-17FD-5B28B411E7EF}"/>
              </a:ext>
            </a:extLst>
          </p:cNvPr>
          <p:cNvSpPr/>
          <p:nvPr/>
        </p:nvSpPr>
        <p:spPr bwMode="gray">
          <a:xfrm>
            <a:off x="7191375" y="4486275"/>
            <a:ext cx="1286594" cy="141830"/>
          </a:xfrm>
          <a:prstGeom prst="homePlate">
            <a:avLst>
              <a:gd name="adj" fmla="val 26957"/>
            </a:avLst>
          </a:prstGeom>
          <a:solidFill>
            <a:schemeClr val="accent1"/>
          </a:solidFill>
          <a:ln w="12700" algn="ctr">
            <a:noFill/>
            <a:miter lim="800000"/>
            <a:headEnd/>
            <a:tailEnd/>
          </a:ln>
        </p:spPr>
        <p:txBody>
          <a:bodyPr rot="0" spcFirstLastPara="0" vertOverflow="overflow" horzOverflow="overflow" vert="horz" wrap="none" lIns="72000" tIns="0" rIns="72000" bIns="0" numCol="1" spcCol="0" rtlCol="0" fromWordArt="0" anchor="ctr" anchorCtr="0" forceAA="0" compatLnSpc="1">
            <a:prstTxWarp prst="textNoShape">
              <a:avLst/>
            </a:prstTxWarp>
            <a:noAutofit/>
          </a:bodyPr>
          <a:lstStyle/>
          <a:p>
            <a:r>
              <a:rPr lang="ja-JP" altLang="en-US" sz="1000" b="1">
                <a:latin typeface="+mn-ea"/>
              </a:rPr>
              <a:t>株主</a:t>
            </a:r>
            <a:r>
              <a:rPr lang="ja-JP" altLang="en-US" sz="1000" b="1">
                <a:latin typeface="+mn-ea"/>
              </a:rPr>
              <a:t>Q</a:t>
            </a:r>
            <a:r>
              <a:rPr lang="ja-JP" altLang="en-US" sz="1000" b="1">
                <a:latin typeface="+mn-ea"/>
              </a:rPr>
              <a:t>＆</a:t>
            </a:r>
            <a:r>
              <a:rPr lang="ja-JP" altLang="en-US" sz="1000" b="1">
                <a:latin typeface="+mn-ea"/>
              </a:rPr>
              <a:t>A</a:t>
            </a:r>
            <a:r>
              <a:rPr lang="ja-JP" altLang="en-US" sz="1000" b="1">
                <a:latin typeface="+mn-ea"/>
              </a:rPr>
              <a:t>リスク対策整理</a:t>
            </a:r>
            <a:endParaRPr lang="ja-JP" altLang="en-US" sz="1000" b="1">
              <a:latin typeface="+mn-ea"/>
            </a:endParaRPr>
          </a:p>
        </p:txBody>
      </p:sp>
      <p:sp>
        <p:nvSpPr>
          <p:cNvPr id="52" name="四角形: 角を丸くする 51">
            <a:extLst>
              <a:ext uri="{FF2B5EF4-FFF2-40B4-BE49-F238E27FC236}">
                <a16:creationId xmlns:a16="http://schemas.microsoft.com/office/drawing/2014/main" id="{2F5F4D6E-891C-C0E5-F7CE-2250BC261318}"/>
              </a:ext>
            </a:extLst>
          </p:cNvPr>
          <p:cNvSpPr/>
          <p:nvPr/>
        </p:nvSpPr>
        <p:spPr bwMode="gray">
          <a:xfrm>
            <a:off x="7713662" y="4121150"/>
            <a:ext cx="720000" cy="180000"/>
          </a:xfrm>
          <a:prstGeom prst="roundRect">
            <a:avLst>
              <a:gd name="adj" fmla="val 0"/>
            </a:avLst>
          </a:prstGeom>
          <a:solidFill>
            <a:srgbClr val="D1ECA0"/>
          </a:solidFill>
          <a:ln w="12700" algn="ctr">
            <a:solidFill>
              <a:schemeClr val="bg1">
                <a:lumMod val="50000"/>
              </a:schemeClr>
            </a:solidFill>
            <a:miter lim="800000"/>
            <a:headEnd/>
            <a:tailEnd/>
          </a:ln>
        </p:spPr>
        <p:txBody>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p>
            <a:pPr algn="ctr" defTabSz="990564" fontAlgn="auto">
              <a:spcBef>
                <a:spcPts val="0"/>
              </a:spcBef>
              <a:spcAft>
                <a:spcPts val="0"/>
              </a:spcAft>
              <a:buSzPct val="100000"/>
            </a:pPr>
            <a:r>
              <a:rPr kumimoji="1" lang="ja-JP" altLang="en-US" sz="900" b="1">
                <a:latin typeface="+mn-lt"/>
                <a:cs typeface="+mn-cs"/>
              </a:rPr>
              <a:t>【</a:t>
            </a:r>
            <a:r>
              <a:rPr kumimoji="1" lang="ja-JP" altLang="en-US" sz="900" b="1">
                <a:latin typeface="+mn-lt"/>
                <a:cs typeface="+mn-cs"/>
              </a:rPr>
              <a:t>スコープ２</a:t>
            </a:r>
            <a:r>
              <a:rPr kumimoji="1" lang="ja-JP" altLang="en-US" sz="900" b="1">
                <a:latin typeface="+mn-lt"/>
                <a:cs typeface="+mn-cs"/>
              </a:rPr>
              <a:t>】</a:t>
            </a:r>
          </a:p>
        </p:txBody>
      </p:sp>
      <p:sp>
        <p:nvSpPr>
          <p:cNvPr id="36" name="正方形/長方形 35">
            <a:extLst>
              <a:ext uri="{FF2B5EF4-FFF2-40B4-BE49-F238E27FC236}">
                <a16:creationId xmlns:a16="http://schemas.microsoft.com/office/drawing/2014/main" id="{ED3F1027-242E-AEA6-8D21-B3634A5EF5FC}"/>
              </a:ext>
            </a:extLst>
          </p:cNvPr>
          <p:cNvSpPr/>
          <p:nvPr/>
        </p:nvSpPr>
        <p:spPr bwMode="gray">
          <a:xfrm>
            <a:off x="876300" y="3560270"/>
            <a:ext cx="10788885" cy="3033035"/>
          </a:xfrm>
          <a:prstGeom prst="rect">
            <a:avLst/>
          </a:prstGeom>
          <a:solidFill>
            <a:srgbClr val="BBBCBC">
              <a:alpha val="50000"/>
            </a:srgb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lang="ja-JP" altLang="en-US"/>
            </a:pPr>
            <a:endParaRPr kumimoji="1" lang="ja-JP" altLang="en-US" sz="1600" b="0" i="0" u="none" strike="noStrike" kern="1200" cap="none" spc="0" normalizeH="0" baseline="0" noProof="0">
              <a:ln>
                <a:noFill/>
              </a:ln>
              <a:solidFill>
                <a:prstClr val="black"/>
              </a:solidFill>
              <a:effectLst/>
              <a:uLnTx/>
              <a:uFillTx/>
              <a:latin typeface="Calibri"/>
              <a:ea typeface="Yu Gothic UI"/>
              <a:cs typeface="Arial" charset="0"/>
            </a:endParaRPr>
          </a:p>
        </p:txBody>
      </p:sp>
      <p:sp>
        <p:nvSpPr>
          <p:cNvPr id="31" name="正方形/長方形 30">
            <a:extLst>
              <a:ext uri="{FF2B5EF4-FFF2-40B4-BE49-F238E27FC236}">
                <a16:creationId xmlns:a16="http://schemas.microsoft.com/office/drawing/2014/main" id="{84AB9C7D-4B8A-065F-23D9-B1F3C12DC419}"/>
              </a:ext>
            </a:extLst>
          </p:cNvPr>
          <p:cNvSpPr/>
          <p:nvPr/>
        </p:nvSpPr>
        <p:spPr bwMode="gray">
          <a:xfrm>
            <a:off x="11028422" y="2706816"/>
            <a:ext cx="576000" cy="3193746"/>
          </a:xfrm>
          <a:prstGeom prst="rect">
            <a:avLst/>
          </a:prstGeom>
          <a:solidFill>
            <a:schemeClr val="bg1">
              <a:lumMod val="95000"/>
            </a:schemeClr>
          </a:solidFill>
          <a:ln w="28575"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ja-JP" altLang="en-US" sz="1100" b="1">
                <a:latin typeface="+mn-ea"/>
              </a:rPr>
              <a:t>経営会議の</a:t>
            </a:r>
            <a:r>
              <a:rPr lang="ja-JP" altLang="en-US" sz="1100" b="1">
                <a:latin typeface="+mn-ea"/>
              </a:rPr>
              <a:t>FB</a:t>
            </a:r>
            <a:r>
              <a:rPr lang="ja-JP" altLang="en-US" sz="1100" b="1">
                <a:latin typeface="+mn-ea"/>
              </a:rPr>
              <a:t>対応</a:t>
            </a:r>
          </a:p>
        </p:txBody>
      </p:sp>
      <p:grpSp>
        <p:nvGrpSpPr>
          <p:cNvPr id="60" name="グループ化 59">
            <a:extLst>
              <a:ext uri="{FF2B5EF4-FFF2-40B4-BE49-F238E27FC236}">
                <a16:creationId xmlns:a16="http://schemas.microsoft.com/office/drawing/2014/main" id="{16E6E3C9-0EB3-9D40-3626-97F65B5B82C2}"/>
              </a:ext>
            </a:extLst>
          </p:cNvPr>
          <p:cNvGrpSpPr/>
          <p:nvPr/>
        </p:nvGrpSpPr>
        <p:grpSpPr>
          <a:xfrm>
            <a:off x="10622862" y="1479939"/>
            <a:ext cx="233581" cy="5117711"/>
            <a:chOff x="2754426" y="1557321"/>
            <a:chExt cx="233581" cy="5117711"/>
          </a:xfrm>
        </p:grpSpPr>
        <p:cxnSp>
          <p:nvCxnSpPr>
            <p:cNvPr id="63" name="直線コネクタ 62">
              <a:extLst>
                <a:ext uri="{FF2B5EF4-FFF2-40B4-BE49-F238E27FC236}">
                  <a16:creationId xmlns:a16="http://schemas.microsoft.com/office/drawing/2014/main" id="{54FB551C-FB3F-52FE-7E4F-BA648F8CB38A}"/>
                </a:ext>
              </a:extLst>
            </p:cNvPr>
            <p:cNvCxnSpPr>
              <a:cxnSpLocks/>
            </p:cNvCxnSpPr>
            <p:nvPr/>
          </p:nvCxnSpPr>
          <p:spPr bwMode="gray">
            <a:xfrm>
              <a:off x="2871216" y="1680757"/>
              <a:ext cx="0" cy="4994275"/>
            </a:xfrm>
            <a:prstGeom prst="line">
              <a:avLst/>
            </a:prstGeom>
            <a:ln w="38100">
              <a:solidFill>
                <a:srgbClr val="DA291C"/>
              </a:solidFill>
            </a:ln>
          </p:spPr>
          <p:style>
            <a:lnRef idx="1">
              <a:schemeClr val="accent1"/>
            </a:lnRef>
            <a:fillRef idx="0">
              <a:schemeClr val="accent1"/>
            </a:fillRef>
            <a:effectRef idx="0">
              <a:schemeClr val="accent1"/>
            </a:effectRef>
            <a:fontRef idx="minor">
              <a:schemeClr val="tx1"/>
            </a:fontRef>
          </p:style>
        </p:cxnSp>
        <p:sp>
          <p:nvSpPr>
            <p:cNvPr id="71" name="二等辺三角形 70">
              <a:extLst>
                <a:ext uri="{FF2B5EF4-FFF2-40B4-BE49-F238E27FC236}">
                  <a16:creationId xmlns:a16="http://schemas.microsoft.com/office/drawing/2014/main" id="{513E47A2-F3BB-E7F3-FBD7-F1054A2BFBC7}"/>
                </a:ext>
              </a:extLst>
            </p:cNvPr>
            <p:cNvSpPr/>
            <p:nvPr/>
          </p:nvSpPr>
          <p:spPr bwMode="gray">
            <a:xfrm flipV="1">
              <a:off x="2754426" y="1557321"/>
              <a:ext cx="233581" cy="164880"/>
            </a:xfrm>
            <a:prstGeom prst="triangle">
              <a:avLst/>
            </a:prstGeom>
            <a:solidFill>
              <a:srgbClr val="C00000"/>
            </a:solidFill>
            <a:ln w="12700" algn="ctr">
              <a:solidFill>
                <a:schemeClr val="bg1"/>
              </a:solidFill>
              <a:miter lim="800000"/>
              <a:headEnd/>
              <a:tailEnd/>
            </a:ln>
          </p:spPr>
          <p:txBody>
            <a:bodyPr rot="0" spcFirstLastPara="0" vert="horz" wrap="square" lIns="0" tIns="0" rIns="0" bIns="0" numCol="1" spcCol="0" rtlCol="0" fromWordArt="0" anchor="ctr" anchorCtr="0" forceAA="0" compatLnSpc="1">
              <a:prstTxWarp prst="textNoShape">
                <a:avLst/>
              </a:prstTxWarp>
              <a:noAutofit/>
            </a:bodyPr>
            <a:lstStyle>
              <a:defPPr>
                <a:defRPr lang="ja-JP" altLang="en-US"/>
              </a:defPPr>
              <a:lvl1pPr algn="l" rtl="0" fontAlgn="base">
                <a:spcBef>
                  <a:spcPct val="0"/>
                </a:spcBef>
                <a:spcAft>
                  <a:spcPct val="0"/>
                </a:spcAft>
                <a:defRPr sz="1900" kern="1200" lang="ja-JP" altLang="en-US">
                  <a:solidFill>
                    <a:schemeClr val="tx1"/>
                  </a:solidFill>
                  <a:latin typeface="Arial" charset="0"/>
                  <a:ea typeface="+mn-ea"/>
                  <a:cs typeface="Arial" charset="0"/>
                </a:defRPr>
              </a:lvl1pPr>
              <a:lvl2pPr marL="429768" algn="l" rtl="0" fontAlgn="base">
                <a:spcBef>
                  <a:spcPct val="0"/>
                </a:spcBef>
                <a:spcAft>
                  <a:spcPct val="0"/>
                </a:spcAft>
                <a:defRPr sz="1900" kern="1200" lang="ja-JP" altLang="en-US">
                  <a:solidFill>
                    <a:schemeClr val="tx1"/>
                  </a:solidFill>
                  <a:latin typeface="Arial" charset="0"/>
                  <a:ea typeface="+mn-ea"/>
                  <a:cs typeface="Arial" charset="0"/>
                </a:defRPr>
              </a:lvl2pPr>
              <a:lvl3pPr marL="859536" algn="l" rtl="0" fontAlgn="base">
                <a:spcBef>
                  <a:spcPct val="0"/>
                </a:spcBef>
                <a:spcAft>
                  <a:spcPct val="0"/>
                </a:spcAft>
                <a:defRPr sz="1900" kern="1200" lang="ja-JP" altLang="en-US">
                  <a:solidFill>
                    <a:schemeClr val="tx1"/>
                  </a:solidFill>
                  <a:latin typeface="Arial" charset="0"/>
                  <a:ea typeface="+mn-ea"/>
                  <a:cs typeface="Arial" charset="0"/>
                </a:defRPr>
              </a:lvl3pPr>
              <a:lvl4pPr marL="1289304" algn="l" rtl="0" fontAlgn="base">
                <a:spcBef>
                  <a:spcPct val="0"/>
                </a:spcBef>
                <a:spcAft>
                  <a:spcPct val="0"/>
                </a:spcAft>
                <a:defRPr sz="1900" kern="1200" lang="ja-JP" altLang="en-US">
                  <a:solidFill>
                    <a:schemeClr val="tx1"/>
                  </a:solidFill>
                  <a:latin typeface="Arial" charset="0"/>
                  <a:ea typeface="+mn-ea"/>
                  <a:cs typeface="Arial" charset="0"/>
                </a:defRPr>
              </a:lvl4pPr>
              <a:lvl5pPr marL="1719072" algn="l" rtl="0" fontAlgn="base">
                <a:spcBef>
                  <a:spcPct val="0"/>
                </a:spcBef>
                <a:spcAft>
                  <a:spcPct val="0"/>
                </a:spcAft>
                <a:defRPr sz="1900" kern="1200" lang="ja-JP" altLang="en-US">
                  <a:solidFill>
                    <a:schemeClr val="tx1"/>
                  </a:solidFill>
                  <a:latin typeface="Arial" charset="0"/>
                  <a:ea typeface="+mn-ea"/>
                  <a:cs typeface="Arial" charset="0"/>
                </a:defRPr>
              </a:lvl5pPr>
              <a:lvl6pPr marL="2148840" algn="l" defTabSz="859536" rtl="0" eaLnBrk="1" latinLnBrk="0" hangingPunct="1">
                <a:defRPr sz="1900" kern="1200" lang="ja-JP" altLang="en-US">
                  <a:solidFill>
                    <a:schemeClr val="tx1"/>
                  </a:solidFill>
                  <a:latin typeface="Arial" charset="0"/>
                  <a:ea typeface="+mn-ea"/>
                  <a:cs typeface="Arial" charset="0"/>
                </a:defRPr>
              </a:lvl6pPr>
              <a:lvl7pPr marL="2578608" algn="l" defTabSz="859536" rtl="0" eaLnBrk="1" latinLnBrk="0" hangingPunct="1">
                <a:defRPr sz="1900" kern="1200" lang="ja-JP" altLang="en-US">
                  <a:solidFill>
                    <a:schemeClr val="tx1"/>
                  </a:solidFill>
                  <a:latin typeface="Arial" charset="0"/>
                  <a:ea typeface="+mn-ea"/>
                  <a:cs typeface="Arial" charset="0"/>
                </a:defRPr>
              </a:lvl7pPr>
              <a:lvl8pPr marL="3008376" algn="l" defTabSz="859536" rtl="0" eaLnBrk="1" latinLnBrk="0" hangingPunct="1">
                <a:defRPr sz="1900" kern="1200" lang="ja-JP" altLang="en-US">
                  <a:solidFill>
                    <a:schemeClr val="tx1"/>
                  </a:solidFill>
                  <a:latin typeface="Arial" charset="0"/>
                  <a:ea typeface="+mn-ea"/>
                  <a:cs typeface="Arial" charset="0"/>
                </a:defRPr>
              </a:lvl8pPr>
              <a:lvl9pPr marL="3438144" algn="l" defTabSz="859536" rtl="0" eaLnBrk="1" latinLnBrk="0" hangingPunct="1">
                <a:defRPr sz="1900" kern="1200" lang="ja-JP" altLang="en-US">
                  <a:solidFill>
                    <a:schemeClr val="tx1"/>
                  </a:solidFill>
                  <a:latin typeface="Arial" charset="0"/>
                  <a:ea typeface="+mn-ea"/>
                  <a:cs typeface="Arial" charset="0"/>
                </a:defRPr>
              </a:lvl9p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600" b="0" i="0" u="none" strike="noStrike" kern="1200" cap="none" spc="0" normalizeH="0" baseline="0" noProof="0">
                <a:ln>
                  <a:noFill/>
                </a:ln>
                <a:solidFill>
                  <a:prstClr val="black"/>
                </a:solidFill>
                <a:effectLst/>
                <a:uLnTx/>
                <a:uFillTx/>
                <a:latin typeface="+mn-lt"/>
                <a:ea typeface="+mn-ea"/>
                <a:cs typeface="+mn-cs"/>
              </a:endParaRPr>
            </a:p>
          </p:txBody>
        </p:sp>
      </p:grpSp>
      <p:sp>
        <p:nvSpPr>
          <p:cNvPr id="74" name="正方形/長方形 73">
            <a:extLst>
              <a:ext uri="{FF2B5EF4-FFF2-40B4-BE49-F238E27FC236}">
                <a16:creationId xmlns:a16="http://schemas.microsoft.com/office/drawing/2014/main" id="{0711A0D4-7B43-14CF-FABE-EAC756E270B1}"/>
              </a:ext>
            </a:extLst>
          </p:cNvPr>
          <p:cNvSpPr/>
          <p:nvPr/>
        </p:nvSpPr>
        <p:spPr bwMode="gray">
          <a:xfrm>
            <a:off x="876300" y="2498474"/>
            <a:ext cx="10152122" cy="977545"/>
          </a:xfrm>
          <a:prstGeom prst="rect">
            <a:avLst/>
          </a:prstGeom>
          <a:noFill/>
          <a:ln w="28575" algn="ctr">
            <a:solidFill>
              <a:srgbClr val="C00000"/>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600" b="0" i="0" u="none" strike="noStrike" kern="1200" cap="none" spc="0" normalizeH="0" baseline="0" noProof="0">
              <a:ln>
                <a:noFill/>
              </a:ln>
              <a:solidFill>
                <a:prstClr val="black"/>
              </a:solidFill>
              <a:effectLst/>
              <a:uLnTx/>
              <a:uFillTx/>
              <a:latin typeface="+mn-lt"/>
              <a:ea typeface="+mn-ea"/>
              <a:cs typeface="+mn-cs"/>
            </a:endParaRPr>
          </a:p>
        </p:txBody>
      </p:sp>
    </p:spTree>
    <p:extLst>
      <p:ext uri="{BB962C8B-B14F-4D97-AF65-F5344CB8AC3E}">
        <p14:creationId xmlns:p14="http://schemas.microsoft.com/office/powerpoint/2010/main" val="4265454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A136D-8354-7DD4-6D11-D5AA0253D207}"/>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4C565A5-CF80-772B-A547-A541B4625F3F}"/>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8" name="think-cell data - do not delete" hidden="1">
                        <a:extLst>
                          <a:ext uri="{FF2B5EF4-FFF2-40B4-BE49-F238E27FC236}">
                            <a16:creationId xmlns:a16="http://schemas.microsoft.com/office/drawing/2014/main" id="{94C565A5-CF80-772B-A547-A541B4625F3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正方形/長方形 1">
            <a:extLst>
              <a:ext uri="{FF2B5EF4-FFF2-40B4-BE49-F238E27FC236}">
                <a16:creationId xmlns:a16="http://schemas.microsoft.com/office/drawing/2014/main" id="{C755AED0-1247-90EA-76A2-BAFECD04AB5C}"/>
              </a:ext>
            </a:extLst>
          </p:cNvPr>
          <p:cNvSpPr/>
          <p:nvPr/>
        </p:nvSpPr>
        <p:spPr bwMode="gray">
          <a:xfrm>
            <a:off x="398151" y="1962302"/>
            <a:ext cx="5877237" cy="331927"/>
          </a:xfrm>
          <a:prstGeom prst="rect">
            <a:avLst/>
          </a:prstGeom>
          <a:solidFill>
            <a:schemeClr val="bg1">
              <a:lumMod val="50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600" b="0" i="0" u="none" strike="noStrike" kern="1200" cap="none" spc="0" normalizeH="0" baseline="0" noProof="0">
              <a:ln>
                <a:noFill/>
              </a:ln>
              <a:solidFill>
                <a:prstClr val="black"/>
              </a:solidFill>
              <a:effectLst/>
              <a:uLnTx/>
              <a:uFillTx/>
              <a:latin typeface="+mn-lt"/>
              <a:ea typeface="+mn-ea"/>
              <a:cs typeface="+mn-cs"/>
            </a:endParaRPr>
          </a:p>
        </p:txBody>
      </p:sp>
      <p:sp>
        <p:nvSpPr>
          <p:cNvPr id="3" name="スライド番号プレースホルダー 2">
            <a:extLst>
              <a:ext uri="{FF2B5EF4-FFF2-40B4-BE49-F238E27FC236}">
                <a16:creationId xmlns:a16="http://schemas.microsoft.com/office/drawing/2014/main" id="{7E62A374-6EA5-D4F5-C3FA-AABB9AB0518A}"/>
              </a:ext>
            </a:extLst>
          </p:cNvPr>
          <p:cNvSpPr>
            <a:spLocks noGrp="1"/>
          </p:cNvSpPr>
          <p:nvPr>
            <p:ph type="sldNum" sz="quarter" idx="11"/>
          </p:nvPr>
        </p:nvSpPr>
        <p:spPr/>
        <p:txBody>
          <a:bodyPr/>
          <a:lstStyle/>
          <a:p>
            <a:fld id="{AA5FCFE5-FE56-4EF1-80A8-07776887C2A1}" type="slidenum">
              <a:rPr lang="ja-JP" altLang="en-US" smtClean="0"/>
              <a:pPr/>
              <a:t>4</a:t>
            </a:fld>
            <a:endParaRPr lang="ja-JP" altLang="en-US"/>
          </a:p>
        </p:txBody>
      </p:sp>
      <p:sp>
        <p:nvSpPr>
          <p:cNvPr id="4" name="タイトル 3">
            <a:extLst>
              <a:ext uri="{FF2B5EF4-FFF2-40B4-BE49-F238E27FC236}">
                <a16:creationId xmlns:a16="http://schemas.microsoft.com/office/drawing/2014/main" id="{C376C4A6-2F1E-CC1C-7D8A-BF981EA53E1E}"/>
              </a:ext>
            </a:extLst>
          </p:cNvPr>
          <p:cNvSpPr>
            <a:spLocks noGrp="1"/>
          </p:cNvSpPr>
          <p:nvPr>
            <p:ph type="title"/>
          </p:nvPr>
        </p:nvSpPr>
        <p:spPr/>
        <p:txBody>
          <a:bodyPr vert="horz" rIns="0"/>
          <a:lstStyle/>
          <a:p>
            <a:r>
              <a:rPr lang="ja-JP" altLang="en-US"/>
              <a:t>本日のアジェンダ</a:t>
            </a:r>
          </a:p>
        </p:txBody>
      </p:sp>
      <p:pic>
        <p:nvPicPr>
          <p:cNvPr id="7" name="図 6" descr="建物, 座る, コンピュータ, 男 が含まれている画像&#10;&#10;AI によって生成されたコンテンツは間違っている可能性があります。">
            <a:extLst>
              <a:ext uri="{FF2B5EF4-FFF2-40B4-BE49-F238E27FC236}">
                <a16:creationId xmlns:a16="http://schemas.microsoft.com/office/drawing/2014/main" id="{5FB20292-E9B2-2889-6DE2-C0DD9B272A35}"/>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8084313" y="1"/>
            <a:ext cx="4107686" cy="6858000"/>
          </a:xfrm>
          <a:prstGeom prst="rect">
            <a:avLst/>
          </a:prstGeom>
        </p:spPr>
      </p:pic>
      <p:sp>
        <p:nvSpPr>
          <p:cNvPr id="6" name="テキスト ボックス 5">
            <a:extLst>
              <a:ext uri="{FF2B5EF4-FFF2-40B4-BE49-F238E27FC236}">
                <a16:creationId xmlns:a16="http://schemas.microsoft.com/office/drawing/2014/main" id="{0D7F8D56-E7E5-E6C2-E05A-32CC825E462F}"/>
              </a:ext>
            </a:extLst>
          </p:cNvPr>
          <p:cNvSpPr txBox="1"/>
          <p:nvPr/>
        </p:nvSpPr>
        <p:spPr bwMode="gray">
          <a:xfrm>
            <a:off x="479425" y="1280248"/>
            <a:ext cx="5615999" cy="3308598"/>
          </a:xfrm>
          <a:prstGeom prst="rect">
            <a:avLst/>
          </a:prstGeom>
          <a:noFill/>
        </p:spPr>
        <p:txBody>
          <a:bodyPr wrap="square" lIns="0" tIns="0" rIns="0" bIns="0" rtlCol="0" anchor="t">
            <a:spAutoFit/>
          </a:bodyPr>
          <a:lstStyle/>
          <a:p>
            <a:pPr defTabSz="990564" fontAlgn="auto">
              <a:spcBef>
                <a:spcPts val="0"/>
              </a:spcBef>
              <a:spcAft>
                <a:spcPts val="600"/>
              </a:spcAft>
              <a:buSzPct val="100000"/>
            </a:pPr>
            <a:endParaRPr lang="ja-JP" altLang="en-US" sz="1800" b="1">
              <a:solidFill>
                <a:srgbClr val="000000"/>
              </a:solidFill>
              <a:latin typeface="+mn-ea"/>
              <a:cs typeface="Arial"/>
            </a:endParaRP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Quick-Win構築の全体進捗　‐　5分</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solidFill>
                  <a:schemeClr val="bg1"/>
                </a:solidFill>
                <a:latin typeface="+mn-ea"/>
                <a:cs typeface="Arial"/>
                <a:sym typeface="+mn-lt"/>
              </a:rPr>
              <a:t>前週振り返りおよび現状報告　‐　5分</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FIX後の改修内容　‐　15分</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改修一覧（AI経営ナビ／総会QA・共通）</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最新アプリのご説明　‐　35分</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AI壁打ちの処理フロー</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計画策定・確認サポート（3機能）</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機密データ受け渡し箱</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アプリ画面でのご説明</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最新ドキュメントのご案内</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アプリに関するディスカッション　‐　40分</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ラップアップ　‐　10分</a:t>
            </a:r>
          </a:p>
        </p:txBody>
      </p:sp>
    </p:spTree>
    <p:extLst>
      <p:ext uri="{BB962C8B-B14F-4D97-AF65-F5344CB8AC3E}">
        <p14:creationId xmlns:p14="http://schemas.microsoft.com/office/powerpoint/2010/main" val="1807792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オブジェクト 32" hidden="1">
            <a:extLst>
              <a:ext uri="{FF2B5EF4-FFF2-40B4-BE49-F238E27FC236}">
                <a16:creationId xmlns:a16="http://schemas.microsoft.com/office/drawing/2014/main" id="{CA1045E1-02D5-4419-A896-60601E3D46A7}"/>
              </a:ext>
            </a:extLst>
          </p:cNvPr>
          <p:cNvGraphicFramePr>
            <a:graphicFrameLocks/>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3" imgH="353" progId="TCLayout.ActiveDocument.1">
                  <p:embed/>
                </p:oleObj>
              </mc:Choice>
              <mc:Fallback>
                <p:oleObj name="thinkcellスライド" r:id="rId3" imgW="353" imgH="353" progId="TCLayout.ActiveDocument.1">
                  <p:embed/>
                  <p:pic>
                    <p:nvPicPr>
                      <p:cNvPr id="33" name="オブジェクト 32" hidden="1">
                        <a:extLst>
                          <a:ext uri="{FF2B5EF4-FFF2-40B4-BE49-F238E27FC236}">
                            <a16:creationId xmlns:a16="http://schemas.microsoft.com/office/drawing/2014/main" id="{CA1045E1-02D5-4419-A896-60601E3D46A7}"/>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4" name="テキスト プレースホルダー 3">
            <a:extLst>
              <a:ext uri="{FF2B5EF4-FFF2-40B4-BE49-F238E27FC236}">
                <a16:creationId xmlns:a16="http://schemas.microsoft.com/office/drawing/2014/main" id="{8CA31FE1-1128-4A19-B707-D354CF727FF0}"/>
              </a:ext>
            </a:extLst>
          </p:cNvPr>
          <p:cNvSpPr>
            <a:spLocks noGrp="1"/>
          </p:cNvSpPr>
          <p:nvPr>
            <p:ph type="body" sz="quarter" idx="15"/>
          </p:nvPr>
        </p:nvSpPr>
        <p:spPr/>
        <p:txBody>
          <a:bodyPr/>
          <a:lstStyle/>
          <a:p>
            <a:r>
              <a:rPr lang="ja-JP" altLang="en-US"/>
              <a:t>プロジェクトステータス概要</a:t>
            </a:r>
          </a:p>
        </p:txBody>
      </p:sp>
      <p:sp>
        <p:nvSpPr>
          <p:cNvPr id="7" name="タイトル 6">
            <a:extLst>
              <a:ext uri="{FF2B5EF4-FFF2-40B4-BE49-F238E27FC236}">
                <a16:creationId xmlns:a16="http://schemas.microsoft.com/office/drawing/2014/main" id="{3B8A63B1-B5A6-47C8-8BD0-28DE6AFBFEDC}"/>
              </a:ext>
            </a:extLst>
          </p:cNvPr>
          <p:cNvSpPr>
            <a:spLocks noGrp="1"/>
          </p:cNvSpPr>
          <p:nvPr>
            <p:ph type="title"/>
          </p:nvPr>
        </p:nvSpPr>
        <p:spPr/>
        <p:txBody>
          <a:bodyPr vert="horz" rIns="0"/>
          <a:lstStyle/>
          <a:p>
            <a:r>
              <a:rPr lang="ja-JP" altLang="en-US"/>
              <a:t>本取り組みはスケジュール通り推進されています。FIX後のご依頼への改修を検証環境に反映し、9/25の移行判定に臨みます</a:t>
            </a:r>
          </a:p>
        </p:txBody>
      </p:sp>
      <p:graphicFrame>
        <p:nvGraphicFramePr>
          <p:cNvPr id="18" name="Group 764">
            <a:extLst>
              <a:ext uri="{FF2B5EF4-FFF2-40B4-BE49-F238E27FC236}">
                <a16:creationId xmlns:a16="http://schemas.microsoft.com/office/drawing/2014/main" id="{8A8342F3-11CA-450C-BAF8-A73AB2577181}"/>
              </a:ext>
            </a:extLst>
          </p:cNvPr>
          <p:cNvGraphicFramePr>
            <a:graphicFrameLocks noGrp="1"/>
          </p:cNvGraphicFramePr>
          <p:nvPr/>
        </p:nvGraphicFramePr>
        <p:xfrm>
          <a:off x="480636" y="4887671"/>
          <a:ext cx="11233150" cy="1421054"/>
        </p:xfrm>
        <a:graphic>
          <a:graphicData uri="http://schemas.openxmlformats.org/drawingml/2006/table">
            <a:tbl>
              <a:tblPr/>
              <a:tblGrid>
                <a:gridCol w="802370">
                  <a:extLst>
                    <a:ext uri="{9D8B030D-6E8A-4147-A177-3AD203B41FA5}">
                      <a16:colId xmlns:a16="http://schemas.microsoft.com/office/drawing/2014/main" val="20000"/>
                    </a:ext>
                  </a:extLst>
                </a:gridCol>
                <a:gridCol w="623518">
                  <a:extLst>
                    <a:ext uri="{9D8B030D-6E8A-4147-A177-3AD203B41FA5}">
                      <a16:colId xmlns:a16="http://schemas.microsoft.com/office/drawing/2014/main" val="4178895852"/>
                    </a:ext>
                  </a:extLst>
                </a:gridCol>
                <a:gridCol w="2226846">
                  <a:extLst>
                    <a:ext uri="{9D8B030D-6E8A-4147-A177-3AD203B41FA5}">
                      <a16:colId xmlns:a16="http://schemas.microsoft.com/office/drawing/2014/main" val="20001"/>
                    </a:ext>
                  </a:extLst>
                </a:gridCol>
                <a:gridCol w="6146096">
                  <a:extLst>
                    <a:ext uri="{9D8B030D-6E8A-4147-A177-3AD203B41FA5}">
                      <a16:colId xmlns:a16="http://schemas.microsoft.com/office/drawing/2014/main" val="566296910"/>
                    </a:ext>
                  </a:extLst>
                </a:gridCol>
                <a:gridCol w="1434320">
                  <a:extLst>
                    <a:ext uri="{9D8B030D-6E8A-4147-A177-3AD203B41FA5}">
                      <a16:colId xmlns:a16="http://schemas.microsoft.com/office/drawing/2014/main" val="20002"/>
                    </a:ext>
                  </a:extLst>
                </a:gridCol>
              </a:tblGrid>
              <a:tr h="360000">
                <a:tc gridSpan="5">
                  <a:txBody>
                    <a:bodyPr/>
                    <a:lstStyle/>
                    <a:p>
                      <a:pPr marL="0" marR="0" lvl="0" indent="0" algn="ctr" defTabSz="914400" rtl="0" eaLnBrk="1" fontAlgn="base" latinLnBrk="0" hangingPunct="1">
                        <a:lnSpc>
                          <a:spcPct val="100000"/>
                        </a:lnSpc>
                        <a:spcBef>
                          <a:spcPct val="10000"/>
                        </a:spcBef>
                        <a:spcAft>
                          <a:spcPct val="0"/>
                        </a:spcAft>
                        <a:buClr>
                          <a:srgbClr val="006699"/>
                        </a:buClr>
                        <a:buSzPct val="80000"/>
                        <a:buFont typeface="Wingdings" pitchFamily="2" charset="2"/>
                        <a:buNone/>
                        <a:tabLst/>
                        <a:defRPr lang="ja-JP" altLang="en-US"/>
                      </a:pPr>
                      <a:r>
                        <a:rPr kumimoji="1" lang="ja-JP" altLang="en-US" sz="1200" b="1">
                          <a:solidFill>
                            <a:schemeClr val="bg1"/>
                          </a:solidFill>
                          <a:latin typeface="+mn-ea"/>
                        </a:rPr>
                        <a:t>主なリスクと課題</a:t>
                      </a:r>
                      <a:r>
                        <a:rPr kumimoji="1" lang="ja-JP" altLang="en-US" sz="1200" b="1" baseline="30000">
                          <a:solidFill>
                            <a:schemeClr val="bg1"/>
                          </a:solidFill>
                          <a:latin typeface="+mn-ea"/>
                        </a:rPr>
                        <a:t>*1</a:t>
                      </a:r>
                    </a:p>
                  </a:txBody>
                  <a:tcPr marL="87120" marR="87120" marT="36000" marB="36000" anchor="ctr" horzOverflow="overflow">
                    <a:lnL w="12700" cap="flat" cmpd="sng" algn="ctr">
                      <a:solidFill>
                        <a:srgbClr val="75787B"/>
                      </a:solidFill>
                      <a:prstDash val="solid"/>
                      <a:round/>
                      <a:headEnd type="none" w="med" len="med"/>
                      <a:tailEnd type="none" w="med" len="med"/>
                    </a:lnL>
                    <a:lnR w="12700" cap="flat" cmpd="sng" algn="ctr">
                      <a:solidFill>
                        <a:srgbClr val="75787B"/>
                      </a:solidFill>
                      <a:prstDash val="solid"/>
                      <a:round/>
                      <a:headEnd type="none" w="med" len="med"/>
                      <a:tailEnd type="none" w="med" len="med"/>
                    </a:lnR>
                    <a:lnT w="12700" cap="flat" cmpd="sng" algn="ctr">
                      <a:solidFill>
                        <a:srgbClr val="75787B"/>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rgbClr val="53565A"/>
                    </a:solidFill>
                  </a:tcPr>
                </a:tc>
                <a:tc hMerge="1">
                  <a:txBody>
                    <a:bodyPr/>
                    <a:lstStyle/>
                    <a:p>
                      <a:pPr marL="0" marR="0" lvl="0" indent="0" algn="ctr" defTabSz="914400" rtl="0" eaLnBrk="1" fontAlgn="base" latinLnBrk="0" hangingPunct="1">
                        <a:lnSpc>
                          <a:spcPct val="100000"/>
                        </a:lnSpc>
                        <a:spcBef>
                          <a:spcPct val="10000"/>
                        </a:spcBef>
                        <a:spcAft>
                          <a:spcPct val="0"/>
                        </a:spcAft>
                        <a:buClr>
                          <a:srgbClr val="006699"/>
                        </a:buClr>
                        <a:buSzPct val="80000"/>
                        <a:buFont typeface="Wingdings" pitchFamily="2" charset="2"/>
                        <a:buNone/>
                        <a:tabLst/>
                      </a:pPr>
                      <a:endParaRPr kumimoji="0" lang="ja-JP" altLang="en-US" sz="1200" b="1"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12700" cap="flat" cmpd="sng" algn="ctr">
                      <a:solidFill>
                        <a:srgbClr val="75787B"/>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914400" rtl="0" eaLnBrk="1" fontAlgn="base" latinLnBrk="0" hangingPunct="1">
                        <a:lnSpc>
                          <a:spcPct val="100000"/>
                        </a:lnSpc>
                        <a:spcBef>
                          <a:spcPct val="10000"/>
                        </a:spcBef>
                        <a:spcAft>
                          <a:spcPct val="0"/>
                        </a:spcAft>
                        <a:buClr>
                          <a:srgbClr val="006699"/>
                        </a:buClr>
                        <a:buSzPct val="80000"/>
                        <a:buFont typeface="Wingdings" pitchFamily="2" charset="2"/>
                        <a:buNone/>
                        <a:tabLst/>
                      </a:pPr>
                      <a:endParaRPr kumimoji="0" lang="ja-JP" altLang="en-US" sz="1200" b="1"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12700" cap="flat" cmpd="sng" algn="ctr">
                      <a:solidFill>
                        <a:srgbClr val="75787B"/>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914400" rtl="0" eaLnBrk="1" fontAlgn="base" latinLnBrk="0" hangingPunct="1">
                        <a:lnSpc>
                          <a:spcPct val="100000"/>
                        </a:lnSpc>
                        <a:spcBef>
                          <a:spcPct val="10000"/>
                        </a:spcBef>
                        <a:spcAft>
                          <a:spcPct val="0"/>
                        </a:spcAft>
                        <a:buClr>
                          <a:srgbClr val="006699"/>
                        </a:buClr>
                        <a:buSzPct val="80000"/>
                        <a:buFont typeface="Wingdings" pitchFamily="2" charset="2"/>
                        <a:buNone/>
                        <a:tabLst/>
                      </a:pPr>
                      <a:endParaRPr kumimoji="0" lang="ja-JP" altLang="en-US" sz="1200" b="1"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12700" cap="flat" cmpd="sng" algn="ctr">
                      <a:solidFill>
                        <a:srgbClr val="75787B"/>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914400" rtl="0" eaLnBrk="1" fontAlgn="base" latinLnBrk="0" hangingPunct="1">
                        <a:lnSpc>
                          <a:spcPct val="100000"/>
                        </a:lnSpc>
                        <a:spcBef>
                          <a:spcPct val="10000"/>
                        </a:spcBef>
                        <a:spcAft>
                          <a:spcPct val="0"/>
                        </a:spcAft>
                        <a:buClr>
                          <a:srgbClr val="006699"/>
                        </a:buClr>
                        <a:buSzPct val="80000"/>
                        <a:buFont typeface="Wingdings" pitchFamily="2" charset="2"/>
                        <a:buNone/>
                        <a:tabLst/>
                      </a:pPr>
                      <a:endParaRPr kumimoji="0" lang="ja-JP" altLang="en-US" sz="1200" b="1" i="0" u="none" strike="noStrike" cap="none" normalizeH="0" baseline="0">
                        <a:ln>
                          <a:noFill/>
                        </a:ln>
                        <a:solidFill>
                          <a:schemeClr val="tx1"/>
                        </a:solidFill>
                        <a:effectLst/>
                        <a:latin typeface="+mn-lt"/>
                        <a:ea typeface="+mn-ea"/>
                        <a:cs typeface="+mn-cs"/>
                        <a:sym typeface="+mn-lt"/>
                      </a:endParaRP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12700" cap="flat" cmpd="sng" algn="ctr">
                      <a:solidFill>
                        <a:srgbClr val="75787B"/>
                      </a:solidFill>
                      <a:prstDash val="solid"/>
                      <a:round/>
                      <a:headEnd type="none" w="med" len="med"/>
                      <a:tailEnd type="none" w="med" len="med"/>
                    </a:lnR>
                    <a:lnT w="12700" cap="flat" cmpd="sng" algn="ctr">
                      <a:solidFill>
                        <a:srgbClr val="75787B"/>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631319659"/>
                  </a:ext>
                </a:extLst>
              </a:tr>
              <a:tr h="288032">
                <a:tc>
                  <a:txBody>
                    <a:bodyPr/>
                    <a:lstStyle>
                      <a:lvl1pPr marL="0" algn="l" defTabSz="990564" rtl="0" eaLnBrk="1" latinLnBrk="0" hangingPunct="1">
                        <a:defRPr kumimoji="1" sz="1950" kern="1200" lang="ja-JP" altLang="en-US">
                          <a:solidFill>
                            <a:schemeClr val="tx1"/>
                          </a:solidFill>
                          <a:latin typeface="Arial"/>
                          <a:ea typeface="ＭＳ Ｐゴシック"/>
                        </a:defRPr>
                      </a:lvl1pPr>
                      <a:lvl2pPr marL="495283" algn="l" defTabSz="990564" rtl="0" eaLnBrk="1" latinLnBrk="0" hangingPunct="1">
                        <a:defRPr kumimoji="1" sz="1950" kern="1200" lang="ja-JP" altLang="en-US">
                          <a:solidFill>
                            <a:schemeClr val="tx1"/>
                          </a:solidFill>
                          <a:latin typeface="Arial"/>
                          <a:ea typeface="ＭＳ Ｐゴシック"/>
                        </a:defRPr>
                      </a:lvl2pPr>
                      <a:lvl3pPr marL="990564" algn="l" defTabSz="990564" rtl="0" eaLnBrk="1" latinLnBrk="0" hangingPunct="1">
                        <a:defRPr kumimoji="1" sz="1950" kern="1200" lang="ja-JP" altLang="en-US">
                          <a:solidFill>
                            <a:schemeClr val="tx1"/>
                          </a:solidFill>
                          <a:latin typeface="Arial"/>
                          <a:ea typeface="ＭＳ Ｐゴシック"/>
                        </a:defRPr>
                      </a:lvl3pPr>
                      <a:lvl4pPr marL="1485846" algn="l" defTabSz="990564" rtl="0" eaLnBrk="1" latinLnBrk="0" hangingPunct="1">
                        <a:defRPr kumimoji="1" sz="1950" kern="1200" lang="ja-JP" altLang="en-US">
                          <a:solidFill>
                            <a:schemeClr val="tx1"/>
                          </a:solidFill>
                          <a:latin typeface="Arial"/>
                          <a:ea typeface="ＭＳ Ｐゴシック"/>
                        </a:defRPr>
                      </a:lvl4pPr>
                      <a:lvl5pPr marL="1981127" algn="l" defTabSz="990564" rtl="0" eaLnBrk="1" latinLnBrk="0" hangingPunct="1">
                        <a:defRPr kumimoji="1" sz="1950" kern="1200" lang="ja-JP" altLang="en-US">
                          <a:solidFill>
                            <a:schemeClr val="tx1"/>
                          </a:solidFill>
                          <a:latin typeface="Arial"/>
                          <a:ea typeface="ＭＳ Ｐゴシック"/>
                        </a:defRPr>
                      </a:lvl5pPr>
                      <a:lvl6pPr marL="2476410" algn="l" defTabSz="990564" rtl="0" eaLnBrk="1" latinLnBrk="0" hangingPunct="1">
                        <a:defRPr kumimoji="1" sz="1950" kern="1200" lang="ja-JP" altLang="en-US">
                          <a:solidFill>
                            <a:schemeClr val="tx1"/>
                          </a:solidFill>
                          <a:latin typeface="Arial"/>
                          <a:ea typeface="ＭＳ Ｐゴシック"/>
                        </a:defRPr>
                      </a:lvl6pPr>
                      <a:lvl7pPr marL="2971692" algn="l" defTabSz="990564" rtl="0" eaLnBrk="1" latinLnBrk="0" hangingPunct="1">
                        <a:defRPr kumimoji="1" sz="1950" kern="1200" lang="ja-JP" altLang="en-US">
                          <a:solidFill>
                            <a:schemeClr val="tx1"/>
                          </a:solidFill>
                          <a:latin typeface="Arial"/>
                          <a:ea typeface="ＭＳ Ｐゴシック"/>
                        </a:defRPr>
                      </a:lvl7pPr>
                      <a:lvl8pPr marL="3466973" algn="l" defTabSz="990564" rtl="0" eaLnBrk="1" latinLnBrk="0" hangingPunct="1">
                        <a:defRPr kumimoji="1" sz="1950" kern="1200" lang="ja-JP" altLang="en-US">
                          <a:solidFill>
                            <a:schemeClr val="tx1"/>
                          </a:solidFill>
                          <a:latin typeface="Arial"/>
                          <a:ea typeface="ＭＳ Ｐゴシック"/>
                        </a:defRPr>
                      </a:lvl8pPr>
                      <a:lvl9pPr marL="3962255" algn="l" defTabSz="990564" rtl="0" eaLnBrk="1" latinLnBrk="0" hangingPunct="1">
                        <a:defRPr kumimoji="1" sz="1950" kern="1200" lang="ja-JP" altLang="en-US">
                          <a:solidFill>
                            <a:schemeClr val="tx1"/>
                          </a:solidFill>
                          <a:latin typeface="Arial"/>
                          <a:ea typeface="ＭＳ Ｐゴシック"/>
                        </a:defRPr>
                      </a:lvl9pPr>
                    </a:lstStyle>
                    <a:p>
                      <a:pPr marL="0" marR="0" lvl="0" indent="0" algn="ctr" defTabSz="914400" rtl="0" eaLnBrk="1" fontAlgn="base" latinLnBrk="0" hangingPunct="1">
                        <a:lnSpc>
                          <a:spcPct val="100000"/>
                        </a:lnSpc>
                        <a:spcBef>
                          <a:spcPct val="10000"/>
                        </a:spcBef>
                        <a:spcAft>
                          <a:spcPct val="0"/>
                        </a:spcAft>
                        <a:buClr>
                          <a:srgbClr val="006699"/>
                        </a:buClr>
                        <a:buSzPct val="80000"/>
                        <a:buFont typeface="Wingdings" pitchFamily="2" charset="2"/>
                        <a:buNone/>
                        <a:tabLst/>
                      </a:pPr>
                      <a:r>
                        <a:rPr kumimoji="0" lang="ja-JP" altLang="en-US" sz="1200" b="1" i="0" u="none" strike="noStrike" cap="none" normalizeH="0" baseline="0">
                          <a:ln>
                            <a:noFill/>
                          </a:ln>
                          <a:solidFill>
                            <a:schemeClr val="tx1"/>
                          </a:solidFill>
                          <a:effectLst/>
                          <a:latin typeface="+mn-lt"/>
                          <a:ea typeface="+mn-ea"/>
                          <a:cs typeface="+mn-cs"/>
                          <a:sym typeface="+mn-lt"/>
                        </a:rPr>
                        <a:t>区分</a:t>
                      </a:r>
                    </a:p>
                  </a:txBody>
                  <a:tcPr marL="87120" marR="87120" marT="36000" marB="36000" anchor="ctr" horzOverflow="overflow">
                    <a:lnL w="12700" cap="flat" cmpd="sng" algn="ctr">
                      <a:solidFill>
                        <a:srgbClr val="75787B"/>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10000"/>
                        </a:spcBef>
                        <a:spcAft>
                          <a:spcPct val="0"/>
                        </a:spcAft>
                        <a:buClr>
                          <a:srgbClr val="006699"/>
                        </a:buClr>
                        <a:buSzPct val="80000"/>
                        <a:buFont typeface="Wingdings" pitchFamily="2" charset="2"/>
                        <a:buNone/>
                        <a:tabLst/>
                      </a:pPr>
                      <a:r>
                        <a:rPr kumimoji="0" lang="ja-JP" altLang="en-US" sz="1200" b="1" i="0" u="none" strike="noStrike" cap="none" normalizeH="0" baseline="0">
                          <a:ln>
                            <a:noFill/>
                          </a:ln>
                          <a:solidFill>
                            <a:schemeClr val="tx1"/>
                          </a:solidFill>
                          <a:effectLst/>
                          <a:latin typeface="+mn-lt"/>
                          <a:ea typeface="+mn-ea"/>
                          <a:cs typeface="+mn-cs"/>
                          <a:sym typeface="+mn-lt"/>
                        </a:rPr>
                        <a:t>No</a:t>
                      </a: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lvl1pPr marL="0" algn="l" defTabSz="990564" rtl="0" eaLnBrk="1" latinLnBrk="0" hangingPunct="1">
                        <a:defRPr kumimoji="1" sz="1950" kern="1200" lang="ja-JP" altLang="en-US">
                          <a:solidFill>
                            <a:schemeClr val="tx1"/>
                          </a:solidFill>
                          <a:latin typeface="Arial"/>
                          <a:ea typeface="ＭＳ Ｐゴシック"/>
                        </a:defRPr>
                      </a:lvl1pPr>
                      <a:lvl2pPr marL="495283" algn="l" defTabSz="990564" rtl="0" eaLnBrk="1" latinLnBrk="0" hangingPunct="1">
                        <a:defRPr kumimoji="1" sz="1950" kern="1200" lang="ja-JP" altLang="en-US">
                          <a:solidFill>
                            <a:schemeClr val="tx1"/>
                          </a:solidFill>
                          <a:latin typeface="Arial"/>
                          <a:ea typeface="ＭＳ Ｐゴシック"/>
                        </a:defRPr>
                      </a:lvl2pPr>
                      <a:lvl3pPr marL="990564" algn="l" defTabSz="990564" rtl="0" eaLnBrk="1" latinLnBrk="0" hangingPunct="1">
                        <a:defRPr kumimoji="1" sz="1950" kern="1200" lang="ja-JP" altLang="en-US">
                          <a:solidFill>
                            <a:schemeClr val="tx1"/>
                          </a:solidFill>
                          <a:latin typeface="Arial"/>
                          <a:ea typeface="ＭＳ Ｐゴシック"/>
                        </a:defRPr>
                      </a:lvl3pPr>
                      <a:lvl4pPr marL="1485846" algn="l" defTabSz="990564" rtl="0" eaLnBrk="1" latinLnBrk="0" hangingPunct="1">
                        <a:defRPr kumimoji="1" sz="1950" kern="1200" lang="ja-JP" altLang="en-US">
                          <a:solidFill>
                            <a:schemeClr val="tx1"/>
                          </a:solidFill>
                          <a:latin typeface="Arial"/>
                          <a:ea typeface="ＭＳ Ｐゴシック"/>
                        </a:defRPr>
                      </a:lvl4pPr>
                      <a:lvl5pPr marL="1981127" algn="l" defTabSz="990564" rtl="0" eaLnBrk="1" latinLnBrk="0" hangingPunct="1">
                        <a:defRPr kumimoji="1" sz="1950" kern="1200" lang="ja-JP" altLang="en-US">
                          <a:solidFill>
                            <a:schemeClr val="tx1"/>
                          </a:solidFill>
                          <a:latin typeface="Arial"/>
                          <a:ea typeface="ＭＳ Ｐゴシック"/>
                        </a:defRPr>
                      </a:lvl5pPr>
                      <a:lvl6pPr marL="2476410" algn="l" defTabSz="990564" rtl="0" eaLnBrk="1" latinLnBrk="0" hangingPunct="1">
                        <a:defRPr kumimoji="1" sz="1950" kern="1200" lang="ja-JP" altLang="en-US">
                          <a:solidFill>
                            <a:schemeClr val="tx1"/>
                          </a:solidFill>
                          <a:latin typeface="Arial"/>
                          <a:ea typeface="ＭＳ Ｐゴシック"/>
                        </a:defRPr>
                      </a:lvl6pPr>
                      <a:lvl7pPr marL="2971692" algn="l" defTabSz="990564" rtl="0" eaLnBrk="1" latinLnBrk="0" hangingPunct="1">
                        <a:defRPr kumimoji="1" sz="1950" kern="1200" lang="ja-JP" altLang="en-US">
                          <a:solidFill>
                            <a:schemeClr val="tx1"/>
                          </a:solidFill>
                          <a:latin typeface="Arial"/>
                          <a:ea typeface="ＭＳ Ｐゴシック"/>
                        </a:defRPr>
                      </a:lvl7pPr>
                      <a:lvl8pPr marL="3466973" algn="l" defTabSz="990564" rtl="0" eaLnBrk="1" latinLnBrk="0" hangingPunct="1">
                        <a:defRPr kumimoji="1" sz="1950" kern="1200" lang="ja-JP" altLang="en-US">
                          <a:solidFill>
                            <a:schemeClr val="tx1"/>
                          </a:solidFill>
                          <a:latin typeface="Arial"/>
                          <a:ea typeface="ＭＳ Ｐゴシック"/>
                        </a:defRPr>
                      </a:lvl8pPr>
                      <a:lvl9pPr marL="3962255" algn="l" defTabSz="990564" rtl="0" eaLnBrk="1" latinLnBrk="0" hangingPunct="1">
                        <a:defRPr kumimoji="1" sz="1950" kern="1200" lang="ja-JP" altLang="en-US">
                          <a:solidFill>
                            <a:schemeClr val="tx1"/>
                          </a:solidFill>
                          <a:latin typeface="Arial"/>
                          <a:ea typeface="ＭＳ Ｐゴシック"/>
                        </a:defRPr>
                      </a:lvl9pPr>
                    </a:lstStyle>
                    <a:p>
                      <a:pPr marL="0" marR="0" lvl="0" indent="0" algn="ctr" defTabSz="914400" rtl="0" eaLnBrk="1" fontAlgn="base" latinLnBrk="0" hangingPunct="1">
                        <a:lnSpc>
                          <a:spcPct val="100000"/>
                        </a:lnSpc>
                        <a:spcBef>
                          <a:spcPct val="10000"/>
                        </a:spcBef>
                        <a:spcAft>
                          <a:spcPct val="0"/>
                        </a:spcAft>
                        <a:buClr>
                          <a:srgbClr val="006699"/>
                        </a:buClr>
                        <a:buSzPct val="80000"/>
                        <a:buFont typeface="Wingdings" pitchFamily="2" charset="2"/>
                        <a:buNone/>
                        <a:tabLst/>
                      </a:pPr>
                      <a:r>
                        <a:rPr kumimoji="0" lang="ja-JP" altLang="en-US" sz="1200" b="1" i="0" u="none" strike="noStrike" cap="none" normalizeH="0" baseline="0">
                          <a:ln>
                            <a:noFill/>
                          </a:ln>
                          <a:solidFill>
                            <a:schemeClr val="tx1"/>
                          </a:solidFill>
                          <a:effectLst/>
                          <a:latin typeface="+mn-lt"/>
                          <a:ea typeface="+mn-ea"/>
                          <a:cs typeface="+mn-cs"/>
                          <a:sym typeface="+mn-lt"/>
                        </a:rPr>
                        <a:t>リスク/課題</a:t>
                      </a: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10000"/>
                        </a:spcBef>
                        <a:spcAft>
                          <a:spcPct val="0"/>
                        </a:spcAft>
                        <a:buClr>
                          <a:srgbClr val="006699"/>
                        </a:buClr>
                        <a:buSzPct val="80000"/>
                        <a:buFont typeface="Wingdings" pitchFamily="2" charset="2"/>
                        <a:buNone/>
                        <a:tabLst/>
                      </a:pPr>
                      <a:r>
                        <a:rPr kumimoji="0" lang="ja-JP" altLang="en-US" sz="1200" b="1" i="0" u="none" strike="noStrike" cap="none" normalizeH="0" baseline="0">
                          <a:ln>
                            <a:noFill/>
                          </a:ln>
                          <a:solidFill>
                            <a:schemeClr val="tx1"/>
                          </a:solidFill>
                          <a:effectLst/>
                          <a:latin typeface="+mn-lt"/>
                          <a:ea typeface="+mn-ea"/>
                          <a:cs typeface="+mn-cs"/>
                          <a:sym typeface="+mn-lt"/>
                        </a:rPr>
                        <a:t>概要</a:t>
                      </a: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lvl1pPr marL="0" algn="l" defTabSz="990564" rtl="0" eaLnBrk="1" latinLnBrk="0" hangingPunct="1">
                        <a:defRPr kumimoji="1" sz="1950" kern="1200" lang="ja-JP" altLang="en-US">
                          <a:solidFill>
                            <a:schemeClr val="tx1"/>
                          </a:solidFill>
                          <a:latin typeface="Arial"/>
                          <a:ea typeface="ＭＳ Ｐゴシック"/>
                        </a:defRPr>
                      </a:lvl1pPr>
                      <a:lvl2pPr marL="495283" algn="l" defTabSz="990564" rtl="0" eaLnBrk="1" latinLnBrk="0" hangingPunct="1">
                        <a:defRPr kumimoji="1" sz="1950" kern="1200" lang="ja-JP" altLang="en-US">
                          <a:solidFill>
                            <a:schemeClr val="tx1"/>
                          </a:solidFill>
                          <a:latin typeface="Arial"/>
                          <a:ea typeface="ＭＳ Ｐゴシック"/>
                        </a:defRPr>
                      </a:lvl2pPr>
                      <a:lvl3pPr marL="990564" algn="l" defTabSz="990564" rtl="0" eaLnBrk="1" latinLnBrk="0" hangingPunct="1">
                        <a:defRPr kumimoji="1" sz="1950" kern="1200" lang="ja-JP" altLang="en-US">
                          <a:solidFill>
                            <a:schemeClr val="tx1"/>
                          </a:solidFill>
                          <a:latin typeface="Arial"/>
                          <a:ea typeface="ＭＳ Ｐゴシック"/>
                        </a:defRPr>
                      </a:lvl3pPr>
                      <a:lvl4pPr marL="1485846" algn="l" defTabSz="990564" rtl="0" eaLnBrk="1" latinLnBrk="0" hangingPunct="1">
                        <a:defRPr kumimoji="1" sz="1950" kern="1200" lang="ja-JP" altLang="en-US">
                          <a:solidFill>
                            <a:schemeClr val="tx1"/>
                          </a:solidFill>
                          <a:latin typeface="Arial"/>
                          <a:ea typeface="ＭＳ Ｐゴシック"/>
                        </a:defRPr>
                      </a:lvl4pPr>
                      <a:lvl5pPr marL="1981127" algn="l" defTabSz="990564" rtl="0" eaLnBrk="1" latinLnBrk="0" hangingPunct="1">
                        <a:defRPr kumimoji="1" sz="1950" kern="1200" lang="ja-JP" altLang="en-US">
                          <a:solidFill>
                            <a:schemeClr val="tx1"/>
                          </a:solidFill>
                          <a:latin typeface="Arial"/>
                          <a:ea typeface="ＭＳ Ｐゴシック"/>
                        </a:defRPr>
                      </a:lvl5pPr>
                      <a:lvl6pPr marL="2476410" algn="l" defTabSz="990564" rtl="0" eaLnBrk="1" latinLnBrk="0" hangingPunct="1">
                        <a:defRPr kumimoji="1" sz="1950" kern="1200" lang="ja-JP" altLang="en-US">
                          <a:solidFill>
                            <a:schemeClr val="tx1"/>
                          </a:solidFill>
                          <a:latin typeface="Arial"/>
                          <a:ea typeface="ＭＳ Ｐゴシック"/>
                        </a:defRPr>
                      </a:lvl6pPr>
                      <a:lvl7pPr marL="2971692" algn="l" defTabSz="990564" rtl="0" eaLnBrk="1" latinLnBrk="0" hangingPunct="1">
                        <a:defRPr kumimoji="1" sz="1950" kern="1200" lang="ja-JP" altLang="en-US">
                          <a:solidFill>
                            <a:schemeClr val="tx1"/>
                          </a:solidFill>
                          <a:latin typeface="Arial"/>
                          <a:ea typeface="ＭＳ Ｐゴシック"/>
                        </a:defRPr>
                      </a:lvl7pPr>
                      <a:lvl8pPr marL="3466973" algn="l" defTabSz="990564" rtl="0" eaLnBrk="1" latinLnBrk="0" hangingPunct="1">
                        <a:defRPr kumimoji="1" sz="1950" kern="1200" lang="ja-JP" altLang="en-US">
                          <a:solidFill>
                            <a:schemeClr val="tx1"/>
                          </a:solidFill>
                          <a:latin typeface="Arial"/>
                          <a:ea typeface="ＭＳ Ｐゴシック"/>
                        </a:defRPr>
                      </a:lvl8pPr>
                      <a:lvl9pPr marL="3962255" algn="l" defTabSz="990564" rtl="0" eaLnBrk="1" latinLnBrk="0" hangingPunct="1">
                        <a:defRPr kumimoji="1" sz="1950" kern="1200" lang="ja-JP" altLang="en-US">
                          <a:solidFill>
                            <a:schemeClr val="tx1"/>
                          </a:solidFill>
                          <a:latin typeface="Arial"/>
                          <a:ea typeface="ＭＳ Ｐゴシック"/>
                        </a:defRPr>
                      </a:lvl9pPr>
                    </a:lstStyle>
                    <a:p>
                      <a:pPr marL="0" marR="0" lvl="0" indent="0" algn="ctr" defTabSz="914400" rtl="0" eaLnBrk="1" fontAlgn="base" latinLnBrk="0" hangingPunct="1">
                        <a:lnSpc>
                          <a:spcPct val="100000"/>
                        </a:lnSpc>
                        <a:spcBef>
                          <a:spcPct val="10000"/>
                        </a:spcBef>
                        <a:spcAft>
                          <a:spcPct val="0"/>
                        </a:spcAft>
                        <a:buClr>
                          <a:srgbClr val="006699"/>
                        </a:buClr>
                        <a:buSzPct val="80000"/>
                        <a:buFont typeface="Wingdings" pitchFamily="2" charset="2"/>
                        <a:buNone/>
                        <a:tabLst/>
                      </a:pPr>
                      <a:r>
                        <a:rPr kumimoji="0" lang="ja-JP" altLang="en-US" sz="1200" b="1" i="0" u="none" strike="noStrike" cap="none" normalizeH="0" baseline="0">
                          <a:ln>
                            <a:noFill/>
                          </a:ln>
                          <a:solidFill>
                            <a:schemeClr val="tx1"/>
                          </a:solidFill>
                          <a:effectLst/>
                          <a:latin typeface="+mn-lt"/>
                          <a:ea typeface="+mn-ea"/>
                          <a:cs typeface="+mn-cs"/>
                          <a:sym typeface="+mn-lt"/>
                        </a:rPr>
                        <a:t>対応期限</a:t>
                      </a:r>
                    </a:p>
                  </a:txBody>
                  <a:tcPr marL="87120" marR="87120" marT="36000" marB="36000" anchor="ctr" horzOverflow="overflow">
                    <a:lnL w="9525" cap="flat" cmpd="sng" algn="ctr">
                      <a:solidFill>
                        <a:schemeClr val="tx1">
                          <a:lumMod val="50000"/>
                          <a:lumOff val="50000"/>
                        </a:schemeClr>
                      </a:solidFill>
                      <a:prstDash val="solid"/>
                      <a:round/>
                      <a:headEnd type="none" w="med" len="med"/>
                      <a:tailEnd type="none" w="med" len="med"/>
                    </a:lnL>
                    <a:lnR w="12700" cap="flat" cmpd="sng" algn="ctr">
                      <a:solidFill>
                        <a:srgbClr val="75787B"/>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33979">
                <a:tc>
                  <a:txBody>
                    <a:bodyPr/>
                    <a:lstStyle>
                      <a:lvl1pPr marL="0" algn="l" defTabSz="990564" rtl="0" eaLnBrk="1" latinLnBrk="0" hangingPunct="1">
                        <a:defRPr kumimoji="1" sz="1950" kern="1200" lang="ja-JP" altLang="en-US">
                          <a:solidFill>
                            <a:schemeClr val="tx1"/>
                          </a:solidFill>
                          <a:latin typeface="Arial"/>
                          <a:ea typeface="ＭＳ Ｐゴシック"/>
                        </a:defRPr>
                      </a:lvl1pPr>
                      <a:lvl2pPr marL="495283" algn="l" defTabSz="990564" rtl="0" eaLnBrk="1" latinLnBrk="0" hangingPunct="1">
                        <a:defRPr kumimoji="1" sz="1950" kern="1200" lang="ja-JP" altLang="en-US">
                          <a:solidFill>
                            <a:schemeClr val="tx1"/>
                          </a:solidFill>
                          <a:latin typeface="Arial"/>
                          <a:ea typeface="ＭＳ Ｐゴシック"/>
                        </a:defRPr>
                      </a:lvl2pPr>
                      <a:lvl3pPr marL="990564" algn="l" defTabSz="990564" rtl="0" eaLnBrk="1" latinLnBrk="0" hangingPunct="1">
                        <a:defRPr kumimoji="1" sz="1950" kern="1200" lang="ja-JP" altLang="en-US">
                          <a:solidFill>
                            <a:schemeClr val="tx1"/>
                          </a:solidFill>
                          <a:latin typeface="Arial"/>
                          <a:ea typeface="ＭＳ Ｐゴシック"/>
                        </a:defRPr>
                      </a:lvl3pPr>
                      <a:lvl4pPr marL="1485846" algn="l" defTabSz="990564" rtl="0" eaLnBrk="1" latinLnBrk="0" hangingPunct="1">
                        <a:defRPr kumimoji="1" sz="1950" kern="1200" lang="ja-JP" altLang="en-US">
                          <a:solidFill>
                            <a:schemeClr val="tx1"/>
                          </a:solidFill>
                          <a:latin typeface="Arial"/>
                          <a:ea typeface="ＭＳ Ｐゴシック"/>
                        </a:defRPr>
                      </a:lvl4pPr>
                      <a:lvl5pPr marL="1981127" algn="l" defTabSz="990564" rtl="0" eaLnBrk="1" latinLnBrk="0" hangingPunct="1">
                        <a:defRPr kumimoji="1" sz="1950" kern="1200" lang="ja-JP" altLang="en-US">
                          <a:solidFill>
                            <a:schemeClr val="tx1"/>
                          </a:solidFill>
                          <a:latin typeface="Arial"/>
                          <a:ea typeface="ＭＳ Ｐゴシック"/>
                        </a:defRPr>
                      </a:lvl5pPr>
                      <a:lvl6pPr marL="2476410" algn="l" defTabSz="990564" rtl="0" eaLnBrk="1" latinLnBrk="0" hangingPunct="1">
                        <a:defRPr kumimoji="1" sz="1950" kern="1200" lang="ja-JP" altLang="en-US">
                          <a:solidFill>
                            <a:schemeClr val="tx1"/>
                          </a:solidFill>
                          <a:latin typeface="Arial"/>
                          <a:ea typeface="ＭＳ Ｐゴシック"/>
                        </a:defRPr>
                      </a:lvl6pPr>
                      <a:lvl7pPr marL="2971692" algn="l" defTabSz="990564" rtl="0" eaLnBrk="1" latinLnBrk="0" hangingPunct="1">
                        <a:defRPr kumimoji="1" sz="1950" kern="1200" lang="ja-JP" altLang="en-US">
                          <a:solidFill>
                            <a:schemeClr val="tx1"/>
                          </a:solidFill>
                          <a:latin typeface="Arial"/>
                          <a:ea typeface="ＭＳ Ｐゴシック"/>
                        </a:defRPr>
                      </a:lvl7pPr>
                      <a:lvl8pPr marL="3466973" algn="l" defTabSz="990564" rtl="0" eaLnBrk="1" latinLnBrk="0" hangingPunct="1">
                        <a:defRPr kumimoji="1" sz="1950" kern="1200" lang="ja-JP" altLang="en-US">
                          <a:solidFill>
                            <a:schemeClr val="tx1"/>
                          </a:solidFill>
                          <a:latin typeface="Arial"/>
                          <a:ea typeface="ＭＳ Ｐゴシック"/>
                        </a:defRPr>
                      </a:lvl8pPr>
                      <a:lvl9pPr marL="3962255" algn="l" defTabSz="990564" rtl="0" eaLnBrk="1" latinLnBrk="0" hangingPunct="1">
                        <a:defRPr kumimoji="1" sz="1950" kern="1200" lang="ja-JP" altLang="en-US">
                          <a:solidFill>
                            <a:schemeClr val="tx1"/>
                          </a:solidFill>
                          <a:latin typeface="Arial"/>
                          <a:ea typeface="ＭＳ Ｐゴシック"/>
                        </a:defRPr>
                      </a:lvl9pPr>
                    </a:lstStyle>
                    <a:p>
                      <a:pPr marL="0" marR="0" lvl="0" indent="0" algn="ctr" defTabSz="914400" rtl="0" eaLnBrk="1" fontAlgn="base" latinLnBrk="0" hangingPunct="1">
                        <a:lnSpc>
                          <a:spcPct val="106000"/>
                        </a:lnSpc>
                        <a:spcBef>
                          <a:spcPct val="20000"/>
                        </a:spcBef>
                        <a:spcAft>
                          <a:spcPct val="0"/>
                        </a:spcAft>
                        <a:tabLst/>
                        <a:buNone/>
                      </a:pPr>
                      <a:r>
                        <a:rPr sz="900" lang="ja-JP" altLang="en-US">
                          <a:solidFill>
                            <a:srgbClr val="1C1C1E"/>
                          </a:solidFill>
                        </a:rPr>
                        <a:t>課題</a:t>
                      </a: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54864" marR="54864" marT="18288" marB="18288" anchor="ctr" horzOverflow="overflow">
                    <a:lnL w="12700" cap="flat" cmpd="sng" algn="ctr">
                      <a:solidFill>
                        <a:srgbClr val="75787B"/>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20000"/>
                        </a:spcBef>
                        <a:spcAft>
                          <a:spcPct val="0"/>
                        </a:spcAft>
                        <a:tabLst/>
                        <a:buNone/>
                      </a:pPr>
                      <a:r>
                        <a:rPr sz="900" lang="ja-JP" altLang="en-US">
                          <a:solidFill>
                            <a:srgbClr val="1C1C1E"/>
                          </a:solidFill>
                        </a:rPr>
                        <a:t>1</a:t>
                      </a: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54864" marR="54864" marT="18288" marB="18288"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lvl1pPr marL="0" algn="l" defTabSz="990564" rtl="0" eaLnBrk="1" latinLnBrk="0" hangingPunct="1">
                        <a:defRPr kumimoji="1" sz="1950" kern="1200" lang="ja-JP" altLang="en-US">
                          <a:solidFill>
                            <a:schemeClr val="tx1"/>
                          </a:solidFill>
                          <a:latin typeface="Arial"/>
                          <a:ea typeface="ＭＳ Ｐゴシック"/>
                        </a:defRPr>
                      </a:lvl1pPr>
                      <a:lvl2pPr marL="495283" algn="l" defTabSz="990564" rtl="0" eaLnBrk="1" latinLnBrk="0" hangingPunct="1">
                        <a:defRPr kumimoji="1" sz="1950" kern="1200" lang="ja-JP" altLang="en-US">
                          <a:solidFill>
                            <a:schemeClr val="tx1"/>
                          </a:solidFill>
                          <a:latin typeface="Arial"/>
                          <a:ea typeface="ＭＳ Ｐゴシック"/>
                        </a:defRPr>
                      </a:lvl2pPr>
                      <a:lvl3pPr marL="990564" algn="l" defTabSz="990564" rtl="0" eaLnBrk="1" latinLnBrk="0" hangingPunct="1">
                        <a:defRPr kumimoji="1" sz="1950" kern="1200" lang="ja-JP" altLang="en-US">
                          <a:solidFill>
                            <a:schemeClr val="tx1"/>
                          </a:solidFill>
                          <a:latin typeface="Arial"/>
                          <a:ea typeface="ＭＳ Ｐゴシック"/>
                        </a:defRPr>
                      </a:lvl3pPr>
                      <a:lvl4pPr marL="1485846" algn="l" defTabSz="990564" rtl="0" eaLnBrk="1" latinLnBrk="0" hangingPunct="1">
                        <a:defRPr kumimoji="1" sz="1950" kern="1200" lang="ja-JP" altLang="en-US">
                          <a:solidFill>
                            <a:schemeClr val="tx1"/>
                          </a:solidFill>
                          <a:latin typeface="Arial"/>
                          <a:ea typeface="ＭＳ Ｐゴシック"/>
                        </a:defRPr>
                      </a:lvl4pPr>
                      <a:lvl5pPr marL="1981127" algn="l" defTabSz="990564" rtl="0" eaLnBrk="1" latinLnBrk="0" hangingPunct="1">
                        <a:defRPr kumimoji="1" sz="1950" kern="1200" lang="ja-JP" altLang="en-US">
                          <a:solidFill>
                            <a:schemeClr val="tx1"/>
                          </a:solidFill>
                          <a:latin typeface="Arial"/>
                          <a:ea typeface="ＭＳ Ｐゴシック"/>
                        </a:defRPr>
                      </a:lvl5pPr>
                      <a:lvl6pPr marL="2476410" algn="l" defTabSz="990564" rtl="0" eaLnBrk="1" latinLnBrk="0" hangingPunct="1">
                        <a:defRPr kumimoji="1" sz="1950" kern="1200" lang="ja-JP" altLang="en-US">
                          <a:solidFill>
                            <a:schemeClr val="tx1"/>
                          </a:solidFill>
                          <a:latin typeface="Arial"/>
                          <a:ea typeface="ＭＳ Ｐゴシック"/>
                        </a:defRPr>
                      </a:lvl6pPr>
                      <a:lvl7pPr marL="2971692" algn="l" defTabSz="990564" rtl="0" eaLnBrk="1" latinLnBrk="0" hangingPunct="1">
                        <a:defRPr kumimoji="1" sz="1950" kern="1200" lang="ja-JP" altLang="en-US">
                          <a:solidFill>
                            <a:schemeClr val="tx1"/>
                          </a:solidFill>
                          <a:latin typeface="Arial"/>
                          <a:ea typeface="ＭＳ Ｐゴシック"/>
                        </a:defRPr>
                      </a:lvl7pPr>
                      <a:lvl8pPr marL="3466973" algn="l" defTabSz="990564" rtl="0" eaLnBrk="1" latinLnBrk="0" hangingPunct="1">
                        <a:defRPr kumimoji="1" sz="1950" kern="1200" lang="ja-JP" altLang="en-US">
                          <a:solidFill>
                            <a:schemeClr val="tx1"/>
                          </a:solidFill>
                          <a:latin typeface="Arial"/>
                          <a:ea typeface="ＭＳ Ｐゴシック"/>
                        </a:defRPr>
                      </a:lvl8pPr>
                      <a:lvl9pPr marL="3962255" algn="l" defTabSz="990564" rtl="0" eaLnBrk="1" latinLnBrk="0" hangingPunct="1">
                        <a:defRPr kumimoji="1" sz="1950" kern="1200" lang="ja-JP" altLang="en-US">
                          <a:solidFill>
                            <a:schemeClr val="tx1"/>
                          </a:solidFill>
                          <a:latin typeface="Arial"/>
                          <a:ea typeface="ＭＳ Ｐゴシック"/>
                        </a:defRPr>
                      </a:lvl9pPr>
                    </a:lstStyle>
                    <a:p>
                      <a:pPr marL="0" marR="0" lvl="0" indent="0" algn="l" defTabSz="914400" rtl="0" eaLnBrk="1" fontAlgn="base" latinLnBrk="0" hangingPunct="1">
                        <a:lnSpc>
                          <a:spcPct val="106000"/>
                        </a:lnSpc>
                        <a:spcBef>
                          <a:spcPct val="20000"/>
                        </a:spcBef>
                        <a:spcAft>
                          <a:spcPct val="0"/>
                        </a:spcAft>
                        <a:tabLst/>
                        <a:buNone/>
                      </a:pPr>
                      <a:r>
                        <a:rPr sz="900" lang="ja-JP" altLang="en-US">
                          <a:solidFill>
                            <a:srgbClr val="1C1C1E"/>
                          </a:solidFill>
                        </a:rPr>
                        <a:t>初版への取り込み範囲</a:t>
                      </a: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54864" marR="54864" marT="18288" marB="18288"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6000"/>
                        </a:lnSpc>
                        <a:spcBef>
                          <a:spcPct val="20000"/>
                        </a:spcBef>
                        <a:spcAft>
                          <a:spcPct val="0"/>
                        </a:spcAft>
                        <a:tabLst/>
                        <a:buNone/>
                      </a:pPr>
                      <a:r>
                        <a:rPr sz="900" lang="ja-JP" altLang="en-US">
                          <a:solidFill>
                            <a:srgbClr val="1C1C1E"/>
                          </a:solidFill>
                        </a:rPr>
                        <a:t>FIX後に検証環境へ反映した改修を、10/5の初版にどこまで含めるか。ITEC様の工数と合わせて決定が必要</a:t>
                      </a: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54864" marR="54864" marT="18288" marB="18288"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lvl1pPr marL="0" algn="l" defTabSz="990564" rtl="0" eaLnBrk="1" latinLnBrk="0" hangingPunct="1">
                        <a:defRPr kumimoji="1" sz="1950" kern="1200" lang="ja-JP" altLang="en-US">
                          <a:solidFill>
                            <a:schemeClr val="tx1"/>
                          </a:solidFill>
                          <a:latin typeface="Arial"/>
                          <a:ea typeface="ＭＳ Ｐゴシック"/>
                        </a:defRPr>
                      </a:lvl1pPr>
                      <a:lvl2pPr marL="495283" algn="l" defTabSz="990564" rtl="0" eaLnBrk="1" latinLnBrk="0" hangingPunct="1">
                        <a:defRPr kumimoji="1" sz="1950" kern="1200" lang="ja-JP" altLang="en-US">
                          <a:solidFill>
                            <a:schemeClr val="tx1"/>
                          </a:solidFill>
                          <a:latin typeface="Arial"/>
                          <a:ea typeface="ＭＳ Ｐゴシック"/>
                        </a:defRPr>
                      </a:lvl2pPr>
                      <a:lvl3pPr marL="990564" algn="l" defTabSz="990564" rtl="0" eaLnBrk="1" latinLnBrk="0" hangingPunct="1">
                        <a:defRPr kumimoji="1" sz="1950" kern="1200" lang="ja-JP" altLang="en-US">
                          <a:solidFill>
                            <a:schemeClr val="tx1"/>
                          </a:solidFill>
                          <a:latin typeface="Arial"/>
                          <a:ea typeface="ＭＳ Ｐゴシック"/>
                        </a:defRPr>
                      </a:lvl3pPr>
                      <a:lvl4pPr marL="1485846" algn="l" defTabSz="990564" rtl="0" eaLnBrk="1" latinLnBrk="0" hangingPunct="1">
                        <a:defRPr kumimoji="1" sz="1950" kern="1200" lang="ja-JP" altLang="en-US">
                          <a:solidFill>
                            <a:schemeClr val="tx1"/>
                          </a:solidFill>
                          <a:latin typeface="Arial"/>
                          <a:ea typeface="ＭＳ Ｐゴシック"/>
                        </a:defRPr>
                      </a:lvl4pPr>
                      <a:lvl5pPr marL="1981127" algn="l" defTabSz="990564" rtl="0" eaLnBrk="1" latinLnBrk="0" hangingPunct="1">
                        <a:defRPr kumimoji="1" sz="1950" kern="1200" lang="ja-JP" altLang="en-US">
                          <a:solidFill>
                            <a:schemeClr val="tx1"/>
                          </a:solidFill>
                          <a:latin typeface="Arial"/>
                          <a:ea typeface="ＭＳ Ｐゴシック"/>
                        </a:defRPr>
                      </a:lvl5pPr>
                      <a:lvl6pPr marL="2476410" algn="l" defTabSz="990564" rtl="0" eaLnBrk="1" latinLnBrk="0" hangingPunct="1">
                        <a:defRPr kumimoji="1" sz="1950" kern="1200" lang="ja-JP" altLang="en-US">
                          <a:solidFill>
                            <a:schemeClr val="tx1"/>
                          </a:solidFill>
                          <a:latin typeface="Arial"/>
                          <a:ea typeface="ＭＳ Ｐゴシック"/>
                        </a:defRPr>
                      </a:lvl6pPr>
                      <a:lvl7pPr marL="2971692" algn="l" defTabSz="990564" rtl="0" eaLnBrk="1" latinLnBrk="0" hangingPunct="1">
                        <a:defRPr kumimoji="1" sz="1950" kern="1200" lang="ja-JP" altLang="en-US">
                          <a:solidFill>
                            <a:schemeClr val="tx1"/>
                          </a:solidFill>
                          <a:latin typeface="Arial"/>
                          <a:ea typeface="ＭＳ Ｐゴシック"/>
                        </a:defRPr>
                      </a:lvl7pPr>
                      <a:lvl8pPr marL="3466973" algn="l" defTabSz="990564" rtl="0" eaLnBrk="1" latinLnBrk="0" hangingPunct="1">
                        <a:defRPr kumimoji="1" sz="1950" kern="1200" lang="ja-JP" altLang="en-US">
                          <a:solidFill>
                            <a:schemeClr val="tx1"/>
                          </a:solidFill>
                          <a:latin typeface="Arial"/>
                          <a:ea typeface="ＭＳ Ｐゴシック"/>
                        </a:defRPr>
                      </a:lvl8pPr>
                      <a:lvl9pPr marL="3962255" algn="l" defTabSz="990564" rtl="0" eaLnBrk="1" latinLnBrk="0" hangingPunct="1">
                        <a:defRPr kumimoji="1" sz="1950" kern="1200" lang="ja-JP" altLang="en-US">
                          <a:solidFill>
                            <a:schemeClr val="tx1"/>
                          </a:solidFill>
                          <a:latin typeface="Arial"/>
                          <a:ea typeface="ＭＳ Ｐゴシック"/>
                        </a:defRPr>
                      </a:lvl9pPr>
                    </a:lstStyle>
                    <a:p>
                      <a:pPr marL="0" marR="0" lvl="0" indent="0" algn="ctr" defTabSz="914400" rtl="0" eaLnBrk="1" fontAlgn="base" latinLnBrk="0" hangingPunct="1">
                        <a:lnSpc>
                          <a:spcPct val="106000"/>
                        </a:lnSpc>
                        <a:spcBef>
                          <a:spcPct val="20000"/>
                        </a:spcBef>
                        <a:spcAft>
                          <a:spcPct val="0"/>
                        </a:spcAft>
                        <a:tabLst/>
                        <a:buNone/>
                      </a:pPr>
                      <a:r>
                        <a:rPr sz="900" lang="ja-JP" altLang="en-US">
                          <a:solidFill>
                            <a:srgbClr val="1C1C1E"/>
                          </a:solidFill>
                        </a:rPr>
                        <a:t>9/25（移行判定）</a:t>
                      </a: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54864" marR="54864" marT="18288" marB="18288" anchor="ctr" horzOverflow="overflow">
                    <a:lnL w="9525" cap="flat" cmpd="sng" algn="ctr">
                      <a:solidFill>
                        <a:schemeClr val="tx1">
                          <a:lumMod val="50000"/>
                          <a:lumOff val="50000"/>
                        </a:schemeClr>
                      </a:solidFill>
                      <a:prstDash val="solid"/>
                      <a:round/>
                      <a:headEnd type="none" w="med" len="med"/>
                      <a:tailEnd type="none" w="med" len="med"/>
                    </a:lnL>
                    <a:lnR w="12700" cap="flat" cmpd="sng" algn="ctr">
                      <a:solidFill>
                        <a:srgbClr val="75787B"/>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33979">
                <a:tc>
                  <a:txBody>
                    <a:bodyPr/>
                    <a:lstStyle/>
                    <a:p>
                      <a:pPr marL="0" marR="0" lvl="0" indent="0" algn="ctr" defTabSz="914400" rtl="0" eaLnBrk="1" fontAlgn="base" latinLnBrk="0" hangingPunct="1">
                        <a:lnSpc>
                          <a:spcPct val="106000"/>
                        </a:lnSpc>
                        <a:spcBef>
                          <a:spcPct val="20000"/>
                        </a:spcBef>
                        <a:spcAft>
                          <a:spcPct val="0"/>
                        </a:spcAft>
                        <a:tabLst/>
                        <a:buNone/>
                      </a:pPr>
                      <a:r>
                        <a:rPr sz="900" lang="ja-JP" altLang="en-US">
                          <a:solidFill>
                            <a:srgbClr val="1C1C1E"/>
                          </a:solidFill>
                        </a:rPr>
                        <a:t>課題</a:t>
                      </a: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54864" marR="54864" marT="18288" marB="18288" anchor="ctr" horzOverflow="overflow">
                    <a:lnL w="12700" cap="flat" cmpd="sng" algn="ctr">
                      <a:solidFill>
                        <a:srgbClr val="75787B"/>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20000"/>
                        </a:spcBef>
                        <a:spcAft>
                          <a:spcPct val="0"/>
                        </a:spcAft>
                        <a:tabLst/>
                        <a:buNone/>
                      </a:pPr>
                      <a:r>
                        <a:rPr sz="900" lang="ja-JP" altLang="en-US">
                          <a:solidFill>
                            <a:srgbClr val="1C1C1E"/>
                          </a:solidFill>
                        </a:rPr>
                        <a:t>2</a:t>
                      </a: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54864" marR="54864" marT="18288" marB="18288"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6000"/>
                        </a:lnSpc>
                        <a:spcBef>
                          <a:spcPct val="20000"/>
                        </a:spcBef>
                        <a:spcAft>
                          <a:spcPct val="0"/>
                        </a:spcAft>
                        <a:tabLst/>
                        <a:buNone/>
                      </a:pPr>
                      <a:r>
                        <a:rPr sz="900" lang="ja-JP" altLang="en-US">
                          <a:solidFill>
                            <a:srgbClr val="1C1C1E"/>
                          </a:solidFill>
                        </a:rPr>
                        <a:t>計画書等の実データ配置</a:t>
                      </a: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54864" marR="54864" marT="18288" marB="18288"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6000"/>
                        </a:lnSpc>
                        <a:spcBef>
                          <a:spcPct val="20000"/>
                        </a:spcBef>
                        <a:spcAft>
                          <a:spcPct val="0"/>
                        </a:spcAft>
                        <a:tabLst/>
                        <a:buNone/>
                      </a:pPr>
                      <a:r>
                        <a:rPr sz="900" lang="ja-JP" altLang="en-US">
                          <a:solidFill>
                            <a:srgbClr val="1C1C1E"/>
                          </a:solidFill>
                        </a:rPr>
                        <a:t>参照資料の自動提示は現在サンプル（1〜2年度分）で動作。都市交通以外の事業は過去計画書が未配置</a:t>
                      </a: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54864" marR="54864" marT="18288" marB="18288"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20000"/>
                        </a:spcBef>
                        <a:spcAft>
                          <a:spcPct val="0"/>
                        </a:spcAft>
                        <a:tabLst/>
                        <a:buNone/>
                      </a:pPr>
                      <a:r>
                        <a:rPr sz="900" lang="ja-JP" altLang="en-US">
                          <a:solidFill>
                            <a:srgbClr val="1C1C1E"/>
                          </a:solidFill>
                        </a:rPr>
                        <a:t>10月上旬</a:t>
                      </a: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54864" marR="54864" marT="18288" marB="18288" anchor="ctr" horzOverflow="overflow">
                    <a:lnL w="9525" cap="flat" cmpd="sng" algn="ctr">
                      <a:solidFill>
                        <a:schemeClr val="tx1">
                          <a:lumMod val="50000"/>
                          <a:lumOff val="50000"/>
                        </a:schemeClr>
                      </a:solidFill>
                      <a:prstDash val="solid"/>
                      <a:round/>
                      <a:headEnd type="none" w="med" len="med"/>
                      <a:tailEnd type="none" w="med" len="med"/>
                    </a:lnL>
                    <a:lnR w="12700" cap="flat" cmpd="sng" algn="ctr">
                      <a:solidFill>
                        <a:srgbClr val="75787B"/>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89578761"/>
                  </a:ext>
                </a:extLst>
              </a:tr>
              <a:tr h="233979">
                <a:tc>
                  <a:txBody>
                    <a:bodyPr/>
                    <a:lstStyle/>
                    <a:p>
                      <a:pPr marL="0" marR="0" lvl="0" indent="0" algn="ctr" defTabSz="914400" rtl="0" eaLnBrk="1" fontAlgn="base" latinLnBrk="0" hangingPunct="1">
                        <a:lnSpc>
                          <a:spcPct val="106000"/>
                        </a:lnSpc>
                        <a:spcBef>
                          <a:spcPct val="20000"/>
                        </a:spcBef>
                        <a:spcAft>
                          <a:spcPct val="0"/>
                        </a:spcAft>
                        <a:tabLst/>
                        <a:buNone/>
                      </a:pPr>
                      <a:r>
                        <a:rPr sz="900" lang="ja-JP" altLang="en-US">
                          <a:solidFill>
                            <a:srgbClr val="1C1C1E"/>
                          </a:solidFill>
                        </a:rPr>
                        <a:t>リスク</a:t>
                      </a: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54864" marR="54864" marT="18288" marB="18288" anchor="ctr" horzOverflow="overflow">
                    <a:lnL w="12700" cap="flat" cmpd="sng" algn="ctr">
                      <a:solidFill>
                        <a:srgbClr val="75787B"/>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20000"/>
                        </a:spcBef>
                        <a:spcAft>
                          <a:spcPct val="0"/>
                        </a:spcAft>
                        <a:tabLst/>
                        <a:buNone/>
                      </a:pPr>
                      <a:r>
                        <a:rPr sz="900" lang="ja-JP" altLang="en-US">
                          <a:solidFill>
                            <a:srgbClr val="1C1C1E"/>
                          </a:solidFill>
                        </a:rPr>
                        <a:t>3</a:t>
                      </a: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54864" marR="54864" marT="18288" marB="18288"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6000"/>
                        </a:lnSpc>
                        <a:spcBef>
                          <a:spcPct val="20000"/>
                        </a:spcBef>
                        <a:spcAft>
                          <a:spcPct val="0"/>
                        </a:spcAft>
                        <a:tabLst/>
                        <a:buNone/>
                      </a:pPr>
                      <a:r>
                        <a:rPr sz="900" lang="ja-JP" altLang="en-US">
                          <a:solidFill>
                            <a:srgbClr val="1C1C1E"/>
                          </a:solidFill>
                        </a:rPr>
                        <a:t>総会QAの権限制御</a:t>
                      </a: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54864" marR="54864" marT="18288" marB="18288"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6000"/>
                        </a:lnSpc>
                        <a:spcBef>
                          <a:spcPct val="20000"/>
                        </a:spcBef>
                        <a:spcAft>
                          <a:spcPct val="0"/>
                        </a:spcAft>
                        <a:tabLst/>
                        <a:buNone/>
                      </a:pPr>
                      <a:r>
                        <a:rPr sz="900" lang="ja-JP" altLang="en-US">
                          <a:solidFill>
                            <a:srgbClr val="1C1C1E"/>
                          </a:solidFill>
                        </a:rPr>
                        <a:t>事業部単位の権限をユーザー公開前に確定・検証する必要あり（前回からの継続論点）</a:t>
                      </a: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54864" marR="54864" marT="18288" marB="18288" anchor="ctr"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6000"/>
                        </a:lnSpc>
                        <a:spcBef>
                          <a:spcPct val="20000"/>
                        </a:spcBef>
                        <a:spcAft>
                          <a:spcPct val="0"/>
                        </a:spcAft>
                        <a:tabLst/>
                        <a:buNone/>
                      </a:pPr>
                      <a:r>
                        <a:rPr sz="900" lang="ja-JP" altLang="en-US">
                          <a:solidFill>
                            <a:srgbClr val="1C1C1E"/>
                          </a:solidFill>
                        </a:rPr>
                        <a:t>9月末</a:t>
                      </a:r>
                      <a:endParaRPr kumimoji="0" lang="ja-JP" altLang="en-US" sz="1200" b="0" i="0" u="none" strike="noStrike" cap="none" normalizeH="0" baseline="0">
                        <a:ln>
                          <a:noFill/>
                        </a:ln>
                        <a:solidFill>
                          <a:schemeClr val="tx1"/>
                        </a:solidFill>
                        <a:effectLst/>
                        <a:latin typeface="+mn-lt"/>
                        <a:ea typeface="+mn-ea"/>
                        <a:cs typeface="+mn-cs"/>
                        <a:sym typeface="+mn-lt"/>
                      </a:endParaRPr>
                    </a:p>
                  </a:txBody>
                  <a:tcPr marL="54864" marR="54864" marT="18288" marB="18288" anchor="ctr" horzOverflow="overflow">
                    <a:lnL w="9525" cap="flat" cmpd="sng" algn="ctr">
                      <a:solidFill>
                        <a:schemeClr val="tx1">
                          <a:lumMod val="50000"/>
                          <a:lumOff val="50000"/>
                        </a:schemeClr>
                      </a:solidFill>
                      <a:prstDash val="solid"/>
                      <a:round/>
                      <a:headEnd type="none" w="med" len="med"/>
                      <a:tailEnd type="none" w="med" len="med"/>
                    </a:lnL>
                    <a:lnR w="12700" cap="flat" cmpd="sng" algn="ctr">
                      <a:solidFill>
                        <a:srgbClr val="75787B"/>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12700" cap="flat" cmpd="sng" algn="ctr">
                      <a:solidFill>
                        <a:srgbClr val="75787B"/>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14648678"/>
                  </a:ext>
                </a:extLst>
              </a:tr>
            </a:tbl>
          </a:graphicData>
        </a:graphic>
      </p:graphicFrame>
      <p:sp>
        <p:nvSpPr>
          <p:cNvPr id="2" name="正方形/長方形 1">
            <a:extLst>
              <a:ext uri="{FF2B5EF4-FFF2-40B4-BE49-F238E27FC236}">
                <a16:creationId xmlns:a16="http://schemas.microsoft.com/office/drawing/2014/main" id="{A68A8C6D-52BD-4CA7-97B6-CD3C773BB83B}"/>
              </a:ext>
            </a:extLst>
          </p:cNvPr>
          <p:cNvSpPr/>
          <p:nvPr/>
        </p:nvSpPr>
        <p:spPr bwMode="gray">
          <a:xfrm>
            <a:off x="486569" y="1481701"/>
            <a:ext cx="5430043" cy="386940"/>
          </a:xfrm>
          <a:prstGeom prst="rect">
            <a:avLst/>
          </a:prstGeom>
          <a:solidFill>
            <a:schemeClr val="tx2"/>
          </a:solidFill>
          <a:ln w="12700" algn="ctr">
            <a:solidFill>
              <a:schemeClr val="tx2"/>
            </a:solidFill>
            <a:miter lim="800000"/>
            <a:headEnd/>
            <a:tailEnd/>
          </a:ln>
        </p:spPr>
        <p:txBody>
          <a:bodyPr wrap="square" lIns="36000" tIns="36000" rIns="36000" bIns="36000" rtlCol="0" anchor="ctr"/>
          <a:lstStyle/>
          <a:p>
            <a:pPr algn="ctr">
              <a:buFont typeface="Wingdings 2" pitchFamily="18" charset="2"/>
              <a:buNone/>
            </a:pPr>
            <a:r>
              <a:rPr kumimoji="1" lang="ja-JP" altLang="en-US" sz="1400" b="1">
                <a:solidFill>
                  <a:schemeClr val="bg1"/>
                </a:solidFill>
                <a:latin typeface="+mn-ea"/>
              </a:rPr>
              <a:t>今週までの実施事項 (実績)</a:t>
            </a:r>
          </a:p>
        </p:txBody>
      </p:sp>
      <p:sp>
        <p:nvSpPr>
          <p:cNvPr id="40" name="正方形/長方形 39">
            <a:extLst>
              <a:ext uri="{FF2B5EF4-FFF2-40B4-BE49-F238E27FC236}">
                <a16:creationId xmlns:a16="http://schemas.microsoft.com/office/drawing/2014/main" id="{2EC65511-81A3-44C0-8767-201B0F95BD61}"/>
              </a:ext>
            </a:extLst>
          </p:cNvPr>
          <p:cNvSpPr/>
          <p:nvPr/>
        </p:nvSpPr>
        <p:spPr bwMode="gray">
          <a:xfrm>
            <a:off x="486569" y="1837945"/>
            <a:ext cx="5430043" cy="2779775"/>
          </a:xfrm>
          <a:prstGeom prst="rect">
            <a:avLst/>
          </a:prstGeom>
          <a:noFill/>
          <a:ln w="12700" algn="ctr">
            <a:solidFill>
              <a:schemeClr val="tx2"/>
            </a:solidFill>
            <a:miter lim="800000"/>
            <a:headEnd/>
            <a:tailEnd/>
          </a:ln>
        </p:spPr>
        <p:txBody>
          <a:bodyPr wrap="square" lIns="72000" tIns="72000" rIns="72000" bIns="72000" rtlCol="0" anchor="t"/>
          <a:lstStyle/>
          <a:p>
            <a:pPr marL="171450" indent="-171450">
              <a:spcBef>
                <a:spcPts val="600"/>
              </a:spcBef>
              <a:buFont typeface="Arial" panose="020B0604020202020204" pitchFamily="34" charset="0"/>
              <a:buChar char="•"/>
              <a:tabLst>
                <a:tab pos="265113" algn="l"/>
              </a:tabLst>
            </a:pPr>
            <a:endParaRPr kumimoji="1" lang="ja-JP" altLang="en-US" sz="1200" b="1">
              <a:latin typeface="+mn-ea"/>
            </a:endParaRPr>
          </a:p>
          <a:p>
            <a:pPr marL="171450" indent="-171450">
              <a:spcBef>
                <a:spcPts val="600"/>
              </a:spcBef>
              <a:buFont typeface="Arial" panose="020B0604020202020204" pitchFamily="34" charset="0"/>
              <a:buChar char="•"/>
              <a:tabLst>
                <a:tab pos="265113" algn="l"/>
              </a:tabLst>
            </a:pPr>
            <a:r>
              <a:rPr kumimoji="1" lang="ja-JP" altLang="en-US" sz="1200" b="1">
                <a:latin typeface="+mn-ea"/>
              </a:rPr>
              <a:t>FIX後のご依頼（計画策定・確認サポート3機能、総会QA）への改修を検証環境に反映</a:t>
            </a:r>
            <a:endParaRPr kumimoji="1" lang="ja-JP" altLang="en-US" sz="1200" b="1">
              <a:latin typeface="+mn-ea"/>
            </a:endParaRPr>
          </a:p>
          <a:p>
            <a:pPr marL="171450" indent="-171450">
              <a:spcBef>
                <a:spcPts val="600"/>
              </a:spcBef>
              <a:buFont typeface="Arial" panose="020B0604020202020204" pitchFamily="34" charset="0"/>
              <a:buChar char="•"/>
              <a:tabLst>
                <a:tab pos="265113" algn="l"/>
              </a:tabLst>
            </a:pPr>
            <a:r>
              <a:rPr kumimoji="1" lang="ja-JP" altLang="en-US" sz="1200" b="1">
                <a:latin typeface="+mn-ea"/>
              </a:rPr>
              <a:t>センシング指標の拡張（ご指定の外部データの接続・蓄積）と、競合・グループ会社の日次巡回を開始</a:t>
            </a:r>
            <a:endParaRPr kumimoji="1" lang="ja-JP" altLang="en-US" sz="1200" b="1">
              <a:latin typeface="+mn-ea"/>
            </a:endParaRPr>
          </a:p>
          <a:p>
            <a:pPr marL="171450" indent="-171450">
              <a:spcBef>
                <a:spcPts val="600"/>
              </a:spcBef>
              <a:buFont typeface="Arial" panose="020B0604020202020204" pitchFamily="34" charset="0"/>
              <a:buChar char="•"/>
              <a:tabLst>
                <a:tab pos="265113" algn="l"/>
              </a:tabLst>
            </a:pPr>
            <a:r>
              <a:rPr kumimoji="1" lang="ja-JP" altLang="en-US" sz="1200" b="1">
                <a:latin typeface="+mn-ea"/>
              </a:rPr>
              <a:t>AI壁打ちの外部情報参照・資料出力を強化（自主改善）</a:t>
            </a:r>
            <a:endParaRPr kumimoji="1" lang="ja-JP" altLang="en-US" sz="1200" b="1">
              <a:latin typeface="+mn-ea"/>
            </a:endParaRPr>
          </a:p>
          <a:p>
            <a:pPr marL="171450" indent="-171450">
              <a:spcBef>
                <a:spcPts val="600"/>
              </a:spcBef>
              <a:buFont typeface="Arial" panose="020B0604020202020204" pitchFamily="34" charset="0"/>
              <a:buChar char="•"/>
              <a:tabLst>
                <a:tab pos="265113" algn="l"/>
              </a:tabLst>
            </a:pPr>
            <a:r>
              <a:rPr kumimoji="1" lang="ja-JP" altLang="en-US" sz="1200" b="1">
                <a:latin typeface="+mn-ea"/>
              </a:rPr>
              <a:t>機密データ受け渡し箱を新設（経営ナビ用／総会QA用）</a:t>
            </a:r>
            <a:endParaRPr kumimoji="1" lang="ja-JP" altLang="en-US" sz="1200" b="1">
              <a:latin typeface="+mn-ea"/>
            </a:endParaRPr>
          </a:p>
          <a:p>
            <a:pPr marL="171450" indent="-171450">
              <a:spcBef>
                <a:spcPts val="600"/>
              </a:spcBef>
              <a:buFont typeface="Arial" panose="020B0604020202020204" pitchFamily="34" charset="0"/>
              <a:buChar char="•"/>
              <a:tabLst>
                <a:tab pos="265113" algn="l"/>
              </a:tabLst>
            </a:pPr>
            <a:r>
              <a:rPr kumimoji="1" lang="ja-JP" altLang="en-US" sz="1200" b="1">
                <a:latin typeface="+mn-ea"/>
              </a:rPr>
              <a:t>ITEC様の統合テストに伴う情報提供・QA対応</a:t>
            </a:r>
            <a:endParaRPr kumimoji="1" lang="ja-JP" altLang="en-US" sz="1200" b="1">
              <a:latin typeface="+mn-ea"/>
            </a:endParaRPr>
          </a:p>
        </p:txBody>
      </p:sp>
      <p:sp>
        <p:nvSpPr>
          <p:cNvPr id="41" name="正方形/長方形 40">
            <a:extLst>
              <a:ext uri="{FF2B5EF4-FFF2-40B4-BE49-F238E27FC236}">
                <a16:creationId xmlns:a16="http://schemas.microsoft.com/office/drawing/2014/main" id="{D02B4CF4-2C2A-4EB0-94AA-F2864BD87FC7}"/>
              </a:ext>
            </a:extLst>
          </p:cNvPr>
          <p:cNvSpPr/>
          <p:nvPr/>
        </p:nvSpPr>
        <p:spPr bwMode="gray">
          <a:xfrm>
            <a:off x="6282532" y="1481701"/>
            <a:ext cx="5430043" cy="386940"/>
          </a:xfrm>
          <a:prstGeom prst="rect">
            <a:avLst/>
          </a:prstGeom>
          <a:solidFill>
            <a:schemeClr val="tx2"/>
          </a:solidFill>
          <a:ln w="12700" algn="ctr">
            <a:solidFill>
              <a:schemeClr val="tx2"/>
            </a:solidFill>
            <a:miter lim="800000"/>
            <a:headEnd/>
            <a:tailEnd/>
          </a:ln>
        </p:spPr>
        <p:txBody>
          <a:bodyPr wrap="square" lIns="36000" tIns="36000" rIns="36000" bIns="36000" rtlCol="0" anchor="ctr"/>
          <a:lstStyle/>
          <a:p>
            <a:pPr algn="ctr">
              <a:buFont typeface="Wingdings 2" pitchFamily="18" charset="2"/>
              <a:buNone/>
            </a:pPr>
            <a:r>
              <a:rPr kumimoji="1" lang="ja-JP" altLang="en-US" sz="1400" b="1">
                <a:solidFill>
                  <a:schemeClr val="bg1"/>
                </a:solidFill>
                <a:latin typeface="+mn-ea"/>
              </a:rPr>
              <a:t>次回週次ミーティングまでの実施事項 (予定)</a:t>
            </a:r>
          </a:p>
        </p:txBody>
      </p:sp>
      <p:sp>
        <p:nvSpPr>
          <p:cNvPr id="43" name="正方形/長方形 42">
            <a:extLst>
              <a:ext uri="{FF2B5EF4-FFF2-40B4-BE49-F238E27FC236}">
                <a16:creationId xmlns:a16="http://schemas.microsoft.com/office/drawing/2014/main" id="{C0BE5DC5-C0DF-4950-B840-4AE0FAAA150E}"/>
              </a:ext>
            </a:extLst>
          </p:cNvPr>
          <p:cNvSpPr/>
          <p:nvPr/>
        </p:nvSpPr>
        <p:spPr bwMode="gray">
          <a:xfrm>
            <a:off x="6282532" y="1837945"/>
            <a:ext cx="5430043" cy="2779775"/>
          </a:xfrm>
          <a:prstGeom prst="rect">
            <a:avLst/>
          </a:prstGeom>
          <a:noFill/>
          <a:ln w="12700" algn="ctr">
            <a:solidFill>
              <a:schemeClr val="tx2"/>
            </a:solidFill>
            <a:miter lim="800000"/>
            <a:headEnd/>
            <a:tailEnd/>
          </a:ln>
        </p:spPr>
        <p:txBody>
          <a:bodyPr wrap="square" lIns="72000" tIns="72000" rIns="72000" bIns="72000" rtlCol="0" anchor="t"/>
          <a:lstStyle/>
          <a:p>
            <a:pPr marL="171450" indent="-171450">
              <a:spcBef>
                <a:spcPts val="600"/>
              </a:spcBef>
              <a:buFont typeface="Arial" panose="020B0604020202020204" pitchFamily="34" charset="0"/>
              <a:buChar char="•"/>
              <a:tabLst>
                <a:tab pos="265113" algn="l"/>
              </a:tabLst>
            </a:pPr>
            <a:endParaRPr kumimoji="1" lang="ja-JP" altLang="en-US" sz="1200" b="1">
              <a:latin typeface="+mn-ea"/>
            </a:endParaRPr>
          </a:p>
          <a:p>
            <a:pPr marL="171450" indent="-171450">
              <a:spcBef>
                <a:spcPts val="600"/>
              </a:spcBef>
              <a:buFont typeface="Arial" panose="020B0604020202020204" pitchFamily="34" charset="0"/>
              <a:buChar char="•"/>
              <a:tabLst>
                <a:tab pos="265113" algn="l"/>
              </a:tabLst>
            </a:pPr>
            <a:r>
              <a:rPr kumimoji="1" lang="ja-JP" altLang="en-US" sz="1200" b="1">
                <a:latin typeface="+mn-ea"/>
              </a:rPr>
              <a:t>9/25 移行判定への参画、統合テストで判明した不具合の修正</a:t>
            </a:r>
            <a:endParaRPr kumimoji="1" lang="ja-JP" altLang="en-US" sz="1200" b="1">
              <a:latin typeface="+mn-ea"/>
            </a:endParaRPr>
          </a:p>
          <a:p>
            <a:pPr marL="171450" indent="-171450">
              <a:spcBef>
                <a:spcPts val="600"/>
              </a:spcBef>
              <a:buFont typeface="Arial" panose="020B0604020202020204" pitchFamily="34" charset="0"/>
              <a:buChar char="•"/>
              <a:tabLst>
                <a:tab pos="265113" algn="l"/>
              </a:tabLst>
            </a:pPr>
            <a:r>
              <a:rPr kumimoji="1" lang="ja-JP" altLang="en-US" sz="1200" b="1">
                <a:latin typeface="+mn-ea"/>
              </a:rPr>
              <a:t>本日のご意見を踏まえた改修の優先順位づけと、初版への取り込み範囲の整理</a:t>
            </a:r>
            <a:endParaRPr kumimoji="1" lang="ja-JP" altLang="en-US" sz="1200" b="1">
              <a:latin typeface="+mn-ea"/>
            </a:endParaRPr>
          </a:p>
          <a:p>
            <a:pPr marL="171450" indent="-171450">
              <a:spcBef>
                <a:spcPts val="600"/>
              </a:spcBef>
              <a:buFont typeface="Arial" panose="020B0604020202020204" pitchFamily="34" charset="0"/>
              <a:buChar char="•"/>
              <a:tabLst>
                <a:tab pos="265113" algn="l"/>
              </a:tabLst>
            </a:pPr>
            <a:r>
              <a:rPr kumimoji="1" lang="ja-JP" altLang="en-US" sz="1200" b="1">
                <a:latin typeface="+mn-ea"/>
              </a:rPr>
              <a:t>過去の計画書・予算編成方針の実データ配置と、参照資料の自動提示の確認</a:t>
            </a:r>
            <a:endParaRPr kumimoji="1" lang="ja-JP" altLang="en-US" sz="1200" b="1">
              <a:latin typeface="+mn-ea"/>
            </a:endParaRPr>
          </a:p>
          <a:p>
            <a:pPr marL="171450" indent="-171450">
              <a:spcBef>
                <a:spcPts val="600"/>
              </a:spcBef>
              <a:buFont typeface="Arial" panose="020B0604020202020204" pitchFamily="34" charset="0"/>
              <a:buChar char="•"/>
              <a:tabLst>
                <a:tab pos="265113" algn="l"/>
              </a:tabLst>
            </a:pPr>
            <a:r>
              <a:rPr kumimoji="1" lang="ja-JP" altLang="en-US" sz="1200" b="1">
                <a:latin typeface="+mn-ea"/>
              </a:rPr>
              <a:t>受け渡し箱の運用ルールの決定</a:t>
            </a:r>
            <a:endParaRPr kumimoji="1" lang="ja-JP" altLang="en-US" sz="1200" b="1">
              <a:latin typeface="+mn-ea"/>
            </a:endParaRPr>
          </a:p>
          <a:p>
            <a:pPr marL="171450" indent="-171450">
              <a:spcBef>
                <a:spcPts val="600"/>
              </a:spcBef>
              <a:buFont typeface="Arial" panose="020B0604020202020204" pitchFamily="34" charset="0"/>
              <a:buChar char="•"/>
              <a:tabLst>
                <a:tab pos="265113" algn="l"/>
              </a:tabLst>
            </a:pPr>
            <a:r>
              <a:rPr kumimoji="1" lang="ja-JP" altLang="en-US" sz="1200" b="1">
                <a:latin typeface="+mn-ea"/>
              </a:rPr>
              <a:t>10/5 セキュア公開に向けたリリース準備の支援</a:t>
            </a:r>
            <a:endParaRPr kumimoji="1" lang="ja-JP" altLang="en-US" sz="1200" b="1">
              <a:latin typeface="+mn-ea"/>
            </a:endParaRPr>
          </a:p>
        </p:txBody>
      </p:sp>
      <p:sp>
        <p:nvSpPr>
          <p:cNvPr id="3" name="正方形/長方形 2">
            <a:extLst>
              <a:ext uri="{FF2B5EF4-FFF2-40B4-BE49-F238E27FC236}">
                <a16:creationId xmlns:a16="http://schemas.microsoft.com/office/drawing/2014/main" id="{EE5DA5A7-6AA3-46EA-A353-4527ECDED2B0}"/>
              </a:ext>
            </a:extLst>
          </p:cNvPr>
          <p:cNvSpPr/>
          <p:nvPr/>
        </p:nvSpPr>
        <p:spPr bwMode="gray">
          <a:xfrm>
            <a:off x="9089371" y="1016000"/>
            <a:ext cx="2591784" cy="393411"/>
          </a:xfrm>
          <a:prstGeom prst="rect">
            <a:avLst/>
          </a:prstGeom>
          <a:solidFill>
            <a:schemeClr val="bg1">
              <a:lumMod val="95000"/>
            </a:schemeClr>
          </a:solidFill>
          <a:ln w="12700" algn="ctr">
            <a:noFill/>
            <a:miter lim="800000"/>
            <a:headEnd/>
            <a:tailEnd/>
          </a:ln>
        </p:spPr>
        <p:txBody>
          <a:bodyPr wrap="square" lIns="36000" tIns="36000" rIns="36000" bIns="36000" rtlCol="0" anchor="ctr"/>
          <a:lstStyle/>
          <a:p>
            <a:pPr algn="ctr">
              <a:buFont typeface="Wingdings 2" pitchFamily="18" charset="2"/>
              <a:buNone/>
            </a:pPr>
            <a:endParaRPr kumimoji="1" lang="ja-JP" altLang="en-US" sz="1200">
              <a:latin typeface="+mn-lt"/>
            </a:endParaRPr>
          </a:p>
        </p:txBody>
      </p:sp>
      <p:sp>
        <p:nvSpPr>
          <p:cNvPr id="49" name="楕円 48">
            <a:extLst>
              <a:ext uri="{FF2B5EF4-FFF2-40B4-BE49-F238E27FC236}">
                <a16:creationId xmlns:a16="http://schemas.microsoft.com/office/drawing/2014/main" id="{206FE4C4-BB71-47DC-9F85-815A3BFD68F7}"/>
              </a:ext>
            </a:extLst>
          </p:cNvPr>
          <p:cNvSpPr/>
          <p:nvPr/>
        </p:nvSpPr>
        <p:spPr bwMode="gray">
          <a:xfrm>
            <a:off x="9393315" y="1063093"/>
            <a:ext cx="330151" cy="127287"/>
          </a:xfrm>
          <a:prstGeom prst="ellipse">
            <a:avLst/>
          </a:prstGeom>
          <a:solidFill>
            <a:srgbClr val="62B5E5"/>
          </a:solidFill>
          <a:ln w="12700" algn="ctr">
            <a:solidFill>
              <a:schemeClr val="bg2"/>
            </a:solidFill>
            <a:miter lim="800000"/>
            <a:headEnd/>
            <a:tailEnd/>
          </a:ln>
        </p:spPr>
        <p:txBody>
          <a:bodyPr wrap="square" lIns="36000" tIns="36000" rIns="36000" bIns="36000" rtlCol="0" anchor="ctr"/>
          <a:lstStyle/>
          <a:p>
            <a:pPr algn="ctr">
              <a:buFont typeface="Wingdings 2" pitchFamily="18" charset="2"/>
              <a:buNone/>
            </a:pPr>
            <a:endParaRPr kumimoji="1" lang="ja-JP" altLang="en-US" sz="1200">
              <a:latin typeface="+mn-lt"/>
            </a:endParaRPr>
          </a:p>
        </p:txBody>
      </p:sp>
      <p:sp>
        <p:nvSpPr>
          <p:cNvPr id="52" name="テキスト プレースホルダー 1030">
            <a:extLst>
              <a:ext uri="{FF2B5EF4-FFF2-40B4-BE49-F238E27FC236}">
                <a16:creationId xmlns:a16="http://schemas.microsoft.com/office/drawing/2014/main" id="{DD0A8BAE-F714-47C4-9236-350EF85EC412}"/>
              </a:ext>
            </a:extLst>
          </p:cNvPr>
          <p:cNvSpPr txBox="1">
            <a:spLocks/>
          </p:cNvSpPr>
          <p:nvPr/>
        </p:nvSpPr>
        <p:spPr bwMode="gray">
          <a:xfrm>
            <a:off x="9329733" y="1225114"/>
            <a:ext cx="424796" cy="127016"/>
          </a:xfrm>
          <a:prstGeom prst="rect">
            <a:avLst/>
          </a:prstGeom>
        </p:spPr>
        <p:txBody>
          <a:bodyPr vert="horz" wrap="none" lIns="0" tIns="0" rIns="0" bIns="0" rtlCol="0" anchor="ctr">
            <a:spAutoFit/>
          </a:bodyPr>
          <a:lstStyle>
            <a:lvl1pPr marL="0" indent="0" eaLnBrk="1" hangingPunct="1">
              <a:lnSpc>
                <a:spcPct val="106000"/>
              </a:lnSpc>
              <a:spcBef>
                <a:spcPts val="1056"/>
              </a:spcBef>
              <a:defRPr kumimoji="1" sz="1400" b="1" lang="ja-JP" altLang="en-US">
                <a:solidFill>
                  <a:schemeClr val="accent2"/>
                </a:solidFill>
                <a:latin typeface="Arial" pitchFamily="34" charset="0"/>
                <a:ea typeface="+mn-ea"/>
                <a:cs typeface="Arial" pitchFamily="34" charset="0"/>
              </a:defRPr>
            </a:lvl1pPr>
            <a:lvl2pPr marL="169200" indent="-169200" algn="l" eaLnBrk="1" hangingPunct="1">
              <a:lnSpc>
                <a:spcPct val="106000"/>
              </a:lnSpc>
              <a:spcBef>
                <a:spcPts val="1056"/>
              </a:spcBef>
              <a:buFont typeface="Wingdings" pitchFamily="2" charset="2"/>
              <a:buChar char="n"/>
              <a:defRPr kumimoji="1" sz="1200" lang="ja-JP" altLang="en-US">
                <a:solidFill>
                  <a:schemeClr val="tx1"/>
                </a:solidFill>
                <a:latin typeface="Arial" pitchFamily="34" charset="0"/>
                <a:ea typeface="+mn-ea"/>
                <a:cs typeface="Arial" pitchFamily="34" charset="0"/>
              </a:defRPr>
            </a:lvl2pPr>
            <a:lvl3pPr marL="345600" indent="-172800" algn="l" eaLnBrk="1" hangingPunct="1">
              <a:lnSpc>
                <a:spcPct val="106000"/>
              </a:lnSpc>
              <a:spcBef>
                <a:spcPts val="480"/>
              </a:spcBef>
              <a:buFont typeface="Wingdings" pitchFamily="2" charset="2"/>
              <a:buChar char="Ø"/>
              <a:defRPr kumimoji="1" sz="1200" lang="ja-JP" altLang="en-US">
                <a:solidFill>
                  <a:schemeClr val="tx1"/>
                </a:solidFill>
                <a:latin typeface="Arial" pitchFamily="34" charset="0"/>
                <a:ea typeface="+mn-ea"/>
                <a:cs typeface="Arial" pitchFamily="34" charset="0"/>
              </a:defRPr>
            </a:lvl3pPr>
            <a:lvl4pPr marL="518400" indent="-172800" algn="l" eaLnBrk="1" hangingPunct="1">
              <a:lnSpc>
                <a:spcPct val="106000"/>
              </a:lnSpc>
              <a:spcBef>
                <a:spcPts val="240"/>
              </a:spcBef>
              <a:buFont typeface="Arial" pitchFamily="34" charset="0"/>
              <a:buChar char="•"/>
              <a:defRPr kumimoji="1" sz="1200" lang="ja-JP" altLang="en-US">
                <a:solidFill>
                  <a:schemeClr val="tx1"/>
                </a:solidFill>
                <a:latin typeface="Arial" pitchFamily="34" charset="0"/>
                <a:ea typeface="+mn-ea"/>
                <a:cs typeface="Arial" pitchFamily="34" charset="0"/>
              </a:defRPr>
            </a:lvl4pPr>
          </a:lstStyle>
          <a:p>
            <a:pPr fontAlgn="auto">
              <a:spcAft>
                <a:spcPts val="0"/>
              </a:spcAft>
            </a:pPr>
            <a:r>
              <a:rPr lang="ja-JP" altLang="en-US" sz="900" b="0" kern="0">
                <a:solidFill>
                  <a:prstClr val="black"/>
                </a:solidFill>
                <a:latin typeface="+mn-lt"/>
                <a:sym typeface="+mn-lt"/>
              </a:rPr>
              <a:t>予定通り</a:t>
            </a:r>
          </a:p>
        </p:txBody>
      </p:sp>
      <p:sp>
        <p:nvSpPr>
          <p:cNvPr id="50" name="楕円 49">
            <a:extLst>
              <a:ext uri="{FF2B5EF4-FFF2-40B4-BE49-F238E27FC236}">
                <a16:creationId xmlns:a16="http://schemas.microsoft.com/office/drawing/2014/main" id="{BD51DA62-E0CA-4FE9-B7D3-E7B4B4AD430F}"/>
              </a:ext>
            </a:extLst>
          </p:cNvPr>
          <p:cNvSpPr/>
          <p:nvPr/>
        </p:nvSpPr>
        <p:spPr bwMode="gray">
          <a:xfrm>
            <a:off x="10192812" y="1063093"/>
            <a:ext cx="330151" cy="127287"/>
          </a:xfrm>
          <a:prstGeom prst="ellipse">
            <a:avLst/>
          </a:prstGeom>
          <a:solidFill>
            <a:srgbClr val="FFFF00"/>
          </a:solidFill>
          <a:ln w="12700" algn="ctr">
            <a:solidFill>
              <a:schemeClr val="bg2"/>
            </a:solidFill>
            <a:miter lim="800000"/>
            <a:headEnd/>
            <a:tailEnd/>
          </a:ln>
        </p:spPr>
        <p:txBody>
          <a:bodyPr wrap="square" lIns="36000" tIns="36000" rIns="36000" bIns="36000" rtlCol="0" anchor="ctr"/>
          <a:lstStyle/>
          <a:p>
            <a:pPr algn="ctr">
              <a:buFont typeface="Wingdings 2" pitchFamily="18" charset="2"/>
              <a:buNone/>
            </a:pPr>
            <a:endParaRPr kumimoji="1" lang="ja-JP" altLang="en-US" sz="1200">
              <a:latin typeface="+mn-lt"/>
            </a:endParaRPr>
          </a:p>
        </p:txBody>
      </p:sp>
      <p:sp>
        <p:nvSpPr>
          <p:cNvPr id="53" name="テキスト プレースホルダー 1030">
            <a:extLst>
              <a:ext uri="{FF2B5EF4-FFF2-40B4-BE49-F238E27FC236}">
                <a16:creationId xmlns:a16="http://schemas.microsoft.com/office/drawing/2014/main" id="{B61AFA03-ED75-4121-BC87-8585241BCBD1}"/>
              </a:ext>
            </a:extLst>
          </p:cNvPr>
          <p:cNvSpPr txBox="1">
            <a:spLocks/>
          </p:cNvSpPr>
          <p:nvPr/>
        </p:nvSpPr>
        <p:spPr bwMode="gray">
          <a:xfrm>
            <a:off x="10026244" y="1225114"/>
            <a:ext cx="647613" cy="127016"/>
          </a:xfrm>
          <a:prstGeom prst="rect">
            <a:avLst/>
          </a:prstGeom>
        </p:spPr>
        <p:txBody>
          <a:bodyPr vert="horz" wrap="none" lIns="0" tIns="0" rIns="0" bIns="0" rtlCol="0" anchor="ctr">
            <a:spAutoFit/>
          </a:bodyPr>
          <a:lstStyle>
            <a:lvl1pPr marL="0" indent="0" eaLnBrk="1" hangingPunct="1">
              <a:lnSpc>
                <a:spcPct val="106000"/>
              </a:lnSpc>
              <a:spcBef>
                <a:spcPts val="1056"/>
              </a:spcBef>
              <a:defRPr kumimoji="1" sz="1400" b="1" lang="ja-JP" altLang="en-US">
                <a:solidFill>
                  <a:schemeClr val="accent2"/>
                </a:solidFill>
                <a:latin typeface="Arial" pitchFamily="34" charset="0"/>
                <a:ea typeface="+mn-ea"/>
                <a:cs typeface="Arial" pitchFamily="34" charset="0"/>
              </a:defRPr>
            </a:lvl1pPr>
            <a:lvl2pPr marL="169200" indent="-169200" algn="l" eaLnBrk="1" hangingPunct="1">
              <a:lnSpc>
                <a:spcPct val="106000"/>
              </a:lnSpc>
              <a:spcBef>
                <a:spcPts val="1056"/>
              </a:spcBef>
              <a:buFont typeface="Wingdings" pitchFamily="2" charset="2"/>
              <a:buChar char="n"/>
              <a:defRPr kumimoji="1" sz="1200" lang="ja-JP" altLang="en-US">
                <a:solidFill>
                  <a:schemeClr val="tx1"/>
                </a:solidFill>
                <a:latin typeface="Arial" pitchFamily="34" charset="0"/>
                <a:ea typeface="+mn-ea"/>
                <a:cs typeface="Arial" pitchFamily="34" charset="0"/>
              </a:defRPr>
            </a:lvl2pPr>
            <a:lvl3pPr marL="345600" indent="-172800" algn="l" eaLnBrk="1" hangingPunct="1">
              <a:lnSpc>
                <a:spcPct val="106000"/>
              </a:lnSpc>
              <a:spcBef>
                <a:spcPts val="480"/>
              </a:spcBef>
              <a:buFont typeface="Wingdings" pitchFamily="2" charset="2"/>
              <a:buChar char="Ø"/>
              <a:defRPr kumimoji="1" sz="1200" lang="ja-JP" altLang="en-US">
                <a:solidFill>
                  <a:schemeClr val="tx1"/>
                </a:solidFill>
                <a:latin typeface="Arial" pitchFamily="34" charset="0"/>
                <a:ea typeface="+mn-ea"/>
                <a:cs typeface="Arial" pitchFamily="34" charset="0"/>
              </a:defRPr>
            </a:lvl3pPr>
            <a:lvl4pPr marL="518400" indent="-172800" algn="l" eaLnBrk="1" hangingPunct="1">
              <a:lnSpc>
                <a:spcPct val="106000"/>
              </a:lnSpc>
              <a:spcBef>
                <a:spcPts val="240"/>
              </a:spcBef>
              <a:buFont typeface="Arial" pitchFamily="34" charset="0"/>
              <a:buChar char="•"/>
              <a:defRPr kumimoji="1" sz="1200" lang="ja-JP" altLang="en-US">
                <a:solidFill>
                  <a:schemeClr val="tx1"/>
                </a:solidFill>
                <a:latin typeface="Arial" pitchFamily="34" charset="0"/>
                <a:ea typeface="+mn-ea"/>
                <a:cs typeface="Arial" pitchFamily="34" charset="0"/>
              </a:defRPr>
            </a:lvl4pPr>
          </a:lstStyle>
          <a:p>
            <a:pPr fontAlgn="auto">
              <a:spcAft>
                <a:spcPts val="0"/>
              </a:spcAft>
            </a:pPr>
            <a:r>
              <a:rPr lang="ja-JP" altLang="en-US" sz="900" b="0" kern="0">
                <a:solidFill>
                  <a:prstClr val="black"/>
                </a:solidFill>
                <a:latin typeface="+mn-lt"/>
                <a:sym typeface="+mn-lt"/>
              </a:rPr>
              <a:t>遅延(挽回可)</a:t>
            </a:r>
          </a:p>
        </p:txBody>
      </p:sp>
      <p:sp>
        <p:nvSpPr>
          <p:cNvPr id="51" name="楕円 50">
            <a:extLst>
              <a:ext uri="{FF2B5EF4-FFF2-40B4-BE49-F238E27FC236}">
                <a16:creationId xmlns:a16="http://schemas.microsoft.com/office/drawing/2014/main" id="{9D5C40E1-62EA-4100-B3BA-405B98038F2C}"/>
              </a:ext>
            </a:extLst>
          </p:cNvPr>
          <p:cNvSpPr/>
          <p:nvPr/>
        </p:nvSpPr>
        <p:spPr bwMode="gray">
          <a:xfrm>
            <a:off x="10992308" y="1063093"/>
            <a:ext cx="330151" cy="127287"/>
          </a:xfrm>
          <a:prstGeom prst="ellipse">
            <a:avLst/>
          </a:prstGeom>
          <a:solidFill>
            <a:srgbClr val="DA291C"/>
          </a:solidFill>
          <a:ln w="12700" algn="ctr">
            <a:solidFill>
              <a:schemeClr val="bg2"/>
            </a:solidFill>
            <a:miter lim="800000"/>
            <a:headEnd/>
            <a:tailEnd/>
          </a:ln>
        </p:spPr>
        <p:txBody>
          <a:bodyPr wrap="square" lIns="36000" tIns="36000" rIns="36000" bIns="36000" rtlCol="0" anchor="ctr"/>
          <a:lstStyle/>
          <a:p>
            <a:pPr algn="ctr">
              <a:buFont typeface="Wingdings 2" pitchFamily="18" charset="2"/>
              <a:buNone/>
            </a:pPr>
            <a:endParaRPr kumimoji="1" lang="ja-JP" altLang="en-US" sz="1200">
              <a:latin typeface="+mn-lt"/>
            </a:endParaRPr>
          </a:p>
        </p:txBody>
      </p:sp>
      <p:sp>
        <p:nvSpPr>
          <p:cNvPr id="54" name="テキスト プレースホルダー 1030">
            <a:extLst>
              <a:ext uri="{FF2B5EF4-FFF2-40B4-BE49-F238E27FC236}">
                <a16:creationId xmlns:a16="http://schemas.microsoft.com/office/drawing/2014/main" id="{9364F945-9FA2-465D-B4FE-B2B928C3EAAC}"/>
              </a:ext>
            </a:extLst>
          </p:cNvPr>
          <p:cNvSpPr txBox="1">
            <a:spLocks/>
          </p:cNvSpPr>
          <p:nvPr/>
        </p:nvSpPr>
        <p:spPr bwMode="gray">
          <a:xfrm>
            <a:off x="10792294" y="1225114"/>
            <a:ext cx="679673" cy="232290"/>
          </a:xfrm>
          <a:prstGeom prst="rect">
            <a:avLst/>
          </a:prstGeom>
        </p:spPr>
        <p:txBody>
          <a:bodyPr vert="horz" wrap="none" lIns="0" tIns="0" rIns="0" bIns="0" rtlCol="0" anchor="ctr">
            <a:spAutoFit/>
          </a:bodyPr>
          <a:lstStyle>
            <a:lvl1pPr marL="0" indent="0" eaLnBrk="1" hangingPunct="1">
              <a:lnSpc>
                <a:spcPct val="106000"/>
              </a:lnSpc>
              <a:spcBef>
                <a:spcPts val="1056"/>
              </a:spcBef>
              <a:defRPr kumimoji="1" sz="1400" b="1" lang="ja-JP" altLang="en-US">
                <a:solidFill>
                  <a:schemeClr val="accent2"/>
                </a:solidFill>
                <a:latin typeface="Arial" pitchFamily="34" charset="0"/>
                <a:ea typeface="+mn-ea"/>
                <a:cs typeface="Arial" pitchFamily="34" charset="0"/>
              </a:defRPr>
            </a:lvl1pPr>
            <a:lvl2pPr marL="169200" indent="-169200" algn="l" eaLnBrk="1" hangingPunct="1">
              <a:lnSpc>
                <a:spcPct val="106000"/>
              </a:lnSpc>
              <a:spcBef>
                <a:spcPts val="1056"/>
              </a:spcBef>
              <a:buFont typeface="Wingdings" pitchFamily="2" charset="2"/>
              <a:buChar char="n"/>
              <a:defRPr kumimoji="1" sz="1200" lang="ja-JP" altLang="en-US">
                <a:solidFill>
                  <a:schemeClr val="tx1"/>
                </a:solidFill>
                <a:latin typeface="Arial" pitchFamily="34" charset="0"/>
                <a:ea typeface="+mn-ea"/>
                <a:cs typeface="Arial" pitchFamily="34" charset="0"/>
              </a:defRPr>
            </a:lvl2pPr>
            <a:lvl3pPr marL="345600" indent="-172800" algn="l" eaLnBrk="1" hangingPunct="1">
              <a:lnSpc>
                <a:spcPct val="106000"/>
              </a:lnSpc>
              <a:spcBef>
                <a:spcPts val="480"/>
              </a:spcBef>
              <a:buFont typeface="Wingdings" pitchFamily="2" charset="2"/>
              <a:buChar char="Ø"/>
              <a:defRPr kumimoji="1" sz="1200" lang="ja-JP" altLang="en-US">
                <a:solidFill>
                  <a:schemeClr val="tx1"/>
                </a:solidFill>
                <a:latin typeface="Arial" pitchFamily="34" charset="0"/>
                <a:ea typeface="+mn-ea"/>
                <a:cs typeface="Arial" pitchFamily="34" charset="0"/>
              </a:defRPr>
            </a:lvl3pPr>
            <a:lvl4pPr marL="518400" indent="-172800" algn="l" eaLnBrk="1" hangingPunct="1">
              <a:lnSpc>
                <a:spcPct val="106000"/>
              </a:lnSpc>
              <a:spcBef>
                <a:spcPts val="240"/>
              </a:spcBef>
              <a:buFont typeface="Arial" pitchFamily="34" charset="0"/>
              <a:buChar char="•"/>
              <a:defRPr kumimoji="1" sz="1200" lang="ja-JP" altLang="en-US">
                <a:solidFill>
                  <a:schemeClr val="tx1"/>
                </a:solidFill>
                <a:latin typeface="Arial" pitchFamily="34" charset="0"/>
                <a:ea typeface="+mn-ea"/>
                <a:cs typeface="Arial" pitchFamily="34" charset="0"/>
              </a:defRPr>
            </a:lvl4pPr>
          </a:lstStyle>
          <a:p>
            <a:pPr algn="ctr" fontAlgn="auto">
              <a:spcAft>
                <a:spcPts val="0"/>
              </a:spcAft>
            </a:pPr>
            <a:r>
              <a:rPr lang="ja-JP" altLang="en-US" sz="900" b="0" kern="0">
                <a:solidFill>
                  <a:prstClr val="black"/>
                </a:solidFill>
                <a:latin typeface="+mn-lt"/>
                <a:sym typeface="+mn-lt"/>
              </a:rPr>
              <a:t>遅延</a:t>
            </a:r>
            <a:br>
              <a:rPr lang="ja-JP" altLang="en-US" sz="900" b="0" kern="0">
                <a:solidFill>
                  <a:prstClr val="black"/>
                </a:solidFill>
                <a:latin typeface="+mn-lt"/>
                <a:sym typeface="+mn-lt"/>
              </a:rPr>
            </a:br>
            <a:r>
              <a:rPr lang="ja-JP" altLang="en-US" sz="700" b="0" kern="0">
                <a:solidFill>
                  <a:prstClr val="black"/>
                </a:solidFill>
                <a:latin typeface="+mn-lt"/>
                <a:sym typeface="+mn-lt"/>
              </a:rPr>
              <a:t>(タスク等見直し要)</a:t>
            </a:r>
          </a:p>
        </p:txBody>
      </p:sp>
      <p:sp>
        <p:nvSpPr>
          <p:cNvPr id="5" name="楕円 4">
            <a:extLst>
              <a:ext uri="{FF2B5EF4-FFF2-40B4-BE49-F238E27FC236}">
                <a16:creationId xmlns:a16="http://schemas.microsoft.com/office/drawing/2014/main" id="{3BF8AFC1-047A-4914-B839-9C3919CD3505}"/>
              </a:ext>
            </a:extLst>
          </p:cNvPr>
          <p:cNvSpPr/>
          <p:nvPr/>
        </p:nvSpPr>
        <p:spPr bwMode="gray">
          <a:xfrm>
            <a:off x="9231718" y="1001655"/>
            <a:ext cx="666406" cy="426294"/>
          </a:xfrm>
          <a:prstGeom prst="ellipse">
            <a:avLst/>
          </a:prstGeom>
          <a:noFill/>
          <a:ln w="19050" algn="ctr">
            <a:solidFill>
              <a:schemeClr val="tx2"/>
            </a:solidFill>
            <a:miter lim="800000"/>
            <a:headEnd/>
            <a:tailEnd/>
          </a:ln>
        </p:spPr>
        <p:txBody>
          <a:bodyPr wrap="square" lIns="36000" tIns="36000" rIns="36000" bIns="36000" rtlCol="0" anchor="ctr"/>
          <a:lstStyle/>
          <a:p>
            <a:pPr algn="ctr">
              <a:buFont typeface="Wingdings 2" pitchFamily="18" charset="2"/>
              <a:buNone/>
            </a:pPr>
            <a:endParaRPr kumimoji="1" lang="ja-JP" altLang="en-US" sz="1200">
              <a:latin typeface="+mn-lt"/>
            </a:endParaRPr>
          </a:p>
        </p:txBody>
      </p:sp>
      <p:sp>
        <p:nvSpPr>
          <p:cNvPr id="6" name="スライド番号プレースホルダー 1">
            <a:extLst>
              <a:ext uri="{FF2B5EF4-FFF2-40B4-BE49-F238E27FC236}">
                <a16:creationId xmlns:a16="http://schemas.microsoft.com/office/drawing/2014/main" id="{0BED03D4-18EC-E4B0-DF9A-83D2D27C9427}"/>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5</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spTree>
    <p:extLst>
      <p:ext uri="{BB962C8B-B14F-4D97-AF65-F5344CB8AC3E}">
        <p14:creationId xmlns:p14="http://schemas.microsoft.com/office/powerpoint/2010/main" val="1234031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0205D-9193-D905-6C84-019B7D342BF5}"/>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2B78A850-6249-BFEF-1308-7FE233B259C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8" name="think-cell data - do not delete" hidden="1">
                        <a:extLst>
                          <a:ext uri="{FF2B5EF4-FFF2-40B4-BE49-F238E27FC236}">
                            <a16:creationId xmlns:a16="http://schemas.microsoft.com/office/drawing/2014/main" id="{2B78A850-6249-BFEF-1308-7FE233B259C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正方形/長方形 1">
            <a:extLst>
              <a:ext uri="{FF2B5EF4-FFF2-40B4-BE49-F238E27FC236}">
                <a16:creationId xmlns:a16="http://schemas.microsoft.com/office/drawing/2014/main" id="{830C60EA-4435-37A1-0B34-CCDA326773D1}"/>
              </a:ext>
            </a:extLst>
          </p:cNvPr>
          <p:cNvSpPr/>
          <p:nvPr/>
        </p:nvSpPr>
        <p:spPr bwMode="gray">
          <a:xfrm>
            <a:off x="398151" y="2312517"/>
            <a:ext cx="5877237" cy="651967"/>
          </a:xfrm>
          <a:prstGeom prst="rect">
            <a:avLst/>
          </a:prstGeom>
          <a:solidFill>
            <a:schemeClr val="bg1">
              <a:lumMod val="50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600" b="0" i="0" u="none" strike="noStrike" kern="1200" cap="none" spc="0" normalizeH="0" baseline="0" noProof="0">
              <a:ln>
                <a:noFill/>
              </a:ln>
              <a:solidFill>
                <a:prstClr val="black"/>
              </a:solidFill>
              <a:effectLst/>
              <a:uLnTx/>
              <a:uFillTx/>
              <a:latin typeface="+mn-lt"/>
              <a:ea typeface="+mn-ea"/>
              <a:cs typeface="+mn-cs"/>
            </a:endParaRPr>
          </a:p>
        </p:txBody>
      </p:sp>
      <p:sp>
        <p:nvSpPr>
          <p:cNvPr id="3" name="スライド番号プレースホルダー 2">
            <a:extLst>
              <a:ext uri="{FF2B5EF4-FFF2-40B4-BE49-F238E27FC236}">
                <a16:creationId xmlns:a16="http://schemas.microsoft.com/office/drawing/2014/main" id="{8E4C5B94-870D-3666-BD81-D6B247EFDC0B}"/>
              </a:ext>
            </a:extLst>
          </p:cNvPr>
          <p:cNvSpPr>
            <a:spLocks noGrp="1"/>
          </p:cNvSpPr>
          <p:nvPr>
            <p:ph type="sldNum" sz="quarter" idx="11"/>
          </p:nvPr>
        </p:nvSpPr>
        <p:spPr/>
        <p:txBody>
          <a:bodyPr/>
          <a:lstStyle/>
          <a:p>
            <a:fld id="{AA5FCFE5-FE56-4EF1-80A8-07776887C2A1}" type="slidenum">
              <a:rPr lang="ja-JP" altLang="en-US" smtClean="0"/>
              <a:pPr/>
              <a:t>6</a:t>
            </a:fld>
            <a:endParaRPr lang="ja-JP" altLang="en-US"/>
          </a:p>
        </p:txBody>
      </p:sp>
      <p:sp>
        <p:nvSpPr>
          <p:cNvPr id="4" name="タイトル 3">
            <a:extLst>
              <a:ext uri="{FF2B5EF4-FFF2-40B4-BE49-F238E27FC236}">
                <a16:creationId xmlns:a16="http://schemas.microsoft.com/office/drawing/2014/main" id="{00BD9096-0288-D1AB-546C-371B1EE739A5}"/>
              </a:ext>
            </a:extLst>
          </p:cNvPr>
          <p:cNvSpPr>
            <a:spLocks noGrp="1"/>
          </p:cNvSpPr>
          <p:nvPr>
            <p:ph type="title"/>
          </p:nvPr>
        </p:nvSpPr>
        <p:spPr/>
        <p:txBody>
          <a:bodyPr vert="horz" rIns="0"/>
          <a:lstStyle/>
          <a:p>
            <a:r>
              <a:rPr lang="ja-JP" altLang="en-US"/>
              <a:t>本日のアジェンダ</a:t>
            </a:r>
          </a:p>
        </p:txBody>
      </p:sp>
      <p:pic>
        <p:nvPicPr>
          <p:cNvPr id="7" name="図 6" descr="建物, 座る, コンピュータ, 男 が含まれている画像&#10;&#10;AI によって生成されたコンテンツは間違っている可能性があります。">
            <a:extLst>
              <a:ext uri="{FF2B5EF4-FFF2-40B4-BE49-F238E27FC236}">
                <a16:creationId xmlns:a16="http://schemas.microsoft.com/office/drawing/2014/main" id="{E1F1E641-52D9-D5E5-9A12-7C6D808F447D}"/>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8084313" y="1"/>
            <a:ext cx="4107686" cy="6858000"/>
          </a:xfrm>
          <a:prstGeom prst="rect">
            <a:avLst/>
          </a:prstGeom>
        </p:spPr>
      </p:pic>
      <p:sp>
        <p:nvSpPr>
          <p:cNvPr id="6" name="テキスト ボックス 5">
            <a:extLst>
              <a:ext uri="{FF2B5EF4-FFF2-40B4-BE49-F238E27FC236}">
                <a16:creationId xmlns:a16="http://schemas.microsoft.com/office/drawing/2014/main" id="{D56C1334-A08A-D3BA-6DF7-2CA724FA12A9}"/>
              </a:ext>
            </a:extLst>
          </p:cNvPr>
          <p:cNvSpPr txBox="1"/>
          <p:nvPr/>
        </p:nvSpPr>
        <p:spPr bwMode="gray">
          <a:xfrm>
            <a:off x="479425" y="1280248"/>
            <a:ext cx="5615999" cy="3308598"/>
          </a:xfrm>
          <a:prstGeom prst="rect">
            <a:avLst/>
          </a:prstGeom>
          <a:noFill/>
        </p:spPr>
        <p:txBody>
          <a:bodyPr wrap="square" lIns="0" tIns="0" rIns="0" bIns="0" rtlCol="0" anchor="t">
            <a:spAutoFit/>
          </a:bodyPr>
          <a:lstStyle/>
          <a:p>
            <a:pPr defTabSz="990564" fontAlgn="auto">
              <a:spcBef>
                <a:spcPts val="0"/>
              </a:spcBef>
              <a:spcAft>
                <a:spcPts val="600"/>
              </a:spcAft>
              <a:buSzPct val="100000"/>
            </a:pPr>
            <a:endParaRPr lang="ja-JP" altLang="en-US" sz="1800" b="1">
              <a:solidFill>
                <a:srgbClr val="000000"/>
              </a:solidFill>
              <a:latin typeface="+mn-ea"/>
              <a:cs typeface="Arial"/>
            </a:endParaRP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Quick-Win構築の全体進捗　‐　5分</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前週振り返りおよび現状報告　‐　5分</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solidFill>
                  <a:schemeClr val="bg1"/>
                </a:solidFill>
                <a:latin typeface="+mn-ea"/>
                <a:cs typeface="Arial"/>
                <a:sym typeface="+mn-lt"/>
              </a:rPr>
              <a:t>FIX後の改修内容　‐　15分</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solidFill>
                  <a:schemeClr val="bg1"/>
                </a:solidFill>
                <a:latin typeface="+mn-ea"/>
              </a:rPr>
              <a:t>改修一覧（AI経営ナビ／総会QA・共通）</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最新アプリのご説明　‐　35分</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AI壁打ちの処理フロー</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計画策定・確認サポート（3機能）</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機密データ受け渡し箱</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アプリ画面でのご説明</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最新ドキュメントのご案内</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アプリに関するディスカッション　‐　40分</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ラップアップ　‐　10分</a:t>
            </a:r>
          </a:p>
        </p:txBody>
      </p:sp>
    </p:spTree>
    <p:extLst>
      <p:ext uri="{BB962C8B-B14F-4D97-AF65-F5344CB8AC3E}">
        <p14:creationId xmlns:p14="http://schemas.microsoft.com/office/powerpoint/2010/main" val="4172285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52E02-6136-F336-E97C-B10F91647699}"/>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B8569B64-2801-5CAF-2CA4-0C3656967302}"/>
              </a:ext>
            </a:extLst>
          </p:cNvPr>
          <p:cNvSpPr>
            <a:spLocks noGrp="1"/>
          </p:cNvSpPr>
          <p:nvPr>
            <p:ph type="body" sz="quarter" idx="15"/>
          </p:nvPr>
        </p:nvSpPr>
        <p:spPr/>
        <p:txBody>
          <a:bodyPr/>
          <a:lstStyle/>
          <a:p>
            <a:r>
              <a:rPr lang="ja-JP" altLang="en-US" dirty="0"/>
              <a:t>FIX後（9/11以降）の改修一覧（1/2）：AI経営ナビ</a:t>
            </a:r>
          </a:p>
        </p:txBody>
      </p:sp>
      <p:sp>
        <p:nvSpPr>
          <p:cNvPr id="7" name="タイトル 6">
            <a:extLst>
              <a:ext uri="{FF2B5EF4-FFF2-40B4-BE49-F238E27FC236}">
                <a16:creationId xmlns:a16="http://schemas.microsoft.com/office/drawing/2014/main" id="{29AC0418-4874-281A-CB95-967790A466DD}"/>
              </a:ext>
            </a:extLst>
          </p:cNvPr>
          <p:cNvSpPr>
            <a:spLocks noGrp="1"/>
          </p:cNvSpPr>
          <p:nvPr>
            <p:ph type="title"/>
          </p:nvPr>
        </p:nvSpPr>
        <p:spPr/>
        <p:txBody>
          <a:bodyPr vert="horz" rIns="0"/>
          <a:lstStyle/>
          <a:p>
            <a:r>
              <a:rPr lang="ja-JP" altLang="en-US" dirty="0"/>
              <a:t>AI経営ナビは、FIX後にいただいたご依頼5件をすべて検証環境に反映し、あわせてAI壁打ちを強化しました</a:t>
            </a:r>
          </a:p>
        </p:txBody>
      </p:sp>
      <p:sp>
        <p:nvSpPr>
          <p:cNvPr id="2" name="スライド番号プレースホルダー 1">
            <a:extLst>
              <a:ext uri="{FF2B5EF4-FFF2-40B4-BE49-F238E27FC236}">
                <a16:creationId xmlns:a16="http://schemas.microsoft.com/office/drawing/2014/main" id="{2F89B437-8F29-ECC1-7D5D-DD922EC4276A}"/>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12</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graphicFrame>
        <p:nvGraphicFramePr>
          <p:cNvPr id="8" name="Table 7"/>
          <p:cNvGraphicFramePr>
            <a:graphicFrameLocks noGrp="1"/>
          </p:cNvGraphicFramePr>
          <p:nvPr/>
        </p:nvGraphicFramePr>
        <p:xfrm>
          <a:off x="475488" y="1572768"/>
          <a:ext cx="11237976" cy="4453128"/>
        </p:xfrm>
        <a:graphic>
          <a:graphicData uri="http://schemas.openxmlformats.org/drawingml/2006/table">
            <a:tbl>
              <a:tblPr firstRow="0" bandRow="0" firstCol="0" lastRow="0" lastCol="0" bandCol="0">
                <a:tableStyleId>{5940675A-B579-460E-94D1-54222C63F5DA}</a:tableStyleId>
              </a:tblPr>
              <a:tblGrid>
                <a:gridCol w="749808"/>
                <a:gridCol w="1463040"/>
                <a:gridCol w="1024128"/>
                <a:gridCol w="2542032"/>
                <a:gridCol w="3611880"/>
                <a:gridCol w="658368"/>
                <a:gridCol w="676656"/>
                <a:gridCol w="512064"/>
              </a:tblGrid>
              <a:tr h="292608">
                <a:tc>
                  <a:txBody>
                    <a:bodyPr wrap="square"/>
                    <a:lstStyle/>
                    <a:p>
                      <a:pPr algn="ctr">
                        <a:buNone/>
                      </a:pPr>
                      <a:r>
                        <a:rPr sz="950" b="1" lang="ja-JP" altLang="en-US">
                          <a:solidFill>
                            <a:srgbClr val="FFFFFF"/>
                          </a:solidFill>
                        </a:rPr>
                        <a:t>アプリ</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c>
                  <a:txBody>
                    <a:bodyPr wrap="square"/>
                    <a:lstStyle/>
                    <a:p>
                      <a:pPr algn="ctr">
                        <a:buNone/>
                      </a:pPr>
                      <a:r>
                        <a:rPr sz="950" b="1" lang="ja-JP" altLang="en-US">
                          <a:solidFill>
                            <a:srgbClr val="FFFFFF"/>
                          </a:solidFill>
                        </a:rPr>
                        <a:t>機能</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c>
                  <a:txBody>
                    <a:bodyPr wrap="square"/>
                    <a:lstStyle/>
                    <a:p>
                      <a:pPr algn="ctr">
                        <a:buNone/>
                      </a:pPr>
                      <a:r>
                        <a:rPr sz="950" b="1" lang="ja-JP" altLang="en-US">
                          <a:solidFill>
                            <a:srgbClr val="FFFFFF"/>
                          </a:solidFill>
                        </a:rPr>
                        <a:t>ご依頼日</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c>
                  <a:txBody>
                    <a:bodyPr wrap="square"/>
                    <a:lstStyle/>
                    <a:p>
                      <a:pPr algn="ctr">
                        <a:buNone/>
                      </a:pPr>
                      <a:r>
                        <a:rPr sz="950" b="1" lang="ja-JP" altLang="en-US">
                          <a:solidFill>
                            <a:srgbClr val="FFFFFF"/>
                          </a:solidFill>
                        </a:rPr>
                        <a:t>ご依頼の要点</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c>
                  <a:txBody>
                    <a:bodyPr wrap="square"/>
                    <a:lstStyle/>
                    <a:p>
                      <a:pPr algn="ctr">
                        <a:buNone/>
                      </a:pPr>
                      <a:r>
                        <a:rPr sz="950" b="1" lang="ja-JP" altLang="en-US">
                          <a:solidFill>
                            <a:srgbClr val="FFFFFF"/>
                          </a:solidFill>
                        </a:rPr>
                        <a:t>対応内容</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c>
                  <a:txBody>
                    <a:bodyPr wrap="square"/>
                    <a:lstStyle/>
                    <a:p>
                      <a:pPr algn="ctr">
                        <a:buNone/>
                      </a:pPr>
                      <a:r>
                        <a:rPr sz="950" b="1" lang="ja-JP" altLang="en-US">
                          <a:solidFill>
                            <a:srgbClr val="FFFFFF"/>
                          </a:solidFill>
                        </a:rPr>
                        <a:t>区分</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c>
                  <a:txBody>
                    <a:bodyPr wrap="square"/>
                    <a:lstStyle/>
                    <a:p>
                      <a:pPr algn="ctr">
                        <a:buNone/>
                      </a:pPr>
                      <a:r>
                        <a:rPr sz="950" b="1" lang="ja-JP" altLang="en-US">
                          <a:solidFill>
                            <a:srgbClr val="FFFFFF"/>
                          </a:solidFill>
                        </a:rPr>
                        <a:t>状況</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c>
                  <a:txBody>
                    <a:bodyPr wrap="square"/>
                    <a:lstStyle/>
                    <a:p>
                      <a:pPr algn="ctr">
                        <a:buNone/>
                      </a:pPr>
                      <a:r>
                        <a:rPr sz="950" b="1" lang="ja-JP" altLang="en-US">
                          <a:solidFill>
                            <a:srgbClr val="FFFFFF"/>
                          </a:solidFill>
                        </a:rPr>
                        <a:t>詳細</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r>
              <a:tr h="868680">
                <a:tc rowSpan="6">
                  <a:txBody>
                    <a:bodyPr wrap="square"/>
                    <a:lstStyle/>
                    <a:p>
                      <a:pPr algn="ctr">
                        <a:buNone/>
                      </a:pPr>
                      <a:r>
                        <a:rPr sz="1100" b="1" lang="ja-JP" altLang="en-US">
                          <a:solidFill>
                            <a:srgbClr val="FFFFFF"/>
                          </a:solidFill>
                        </a:rPr>
                        <a:t>経営ナビ</a:t>
                      </a:r>
                    </a:p>
                  </a:txBody>
                  <a:tcPr marL="91440" marR="91440" marT="45720" marB="45720" anchor="ctr">
                    <a:lnL w="0">
                      <a:noFill/>
                    </a:lnL>
                    <a:lnR w="0">
                      <a:noFill/>
                    </a:lnR>
                    <a:lnT w="9525" cmpd="sng">
                      <a:solidFill>
                        <a:srgbClr val="C8CACC"/>
                      </a:solidFill>
                    </a:lnT>
                    <a:lnB w="9525" cmpd="sng">
                      <a:solidFill>
                        <a:srgbClr val="C8CACC"/>
                      </a:solidFill>
                    </a:lnB>
                    <a:solidFill>
                      <a:srgbClr val="046A38"/>
                    </a:solidFill>
                  </a:tcPr>
                </a:tc>
                <a:tc>
                  <a:txBody>
                    <a:bodyPr wrap="square"/>
                    <a:lstStyle/>
                    <a:p>
                      <a:pPr>
                        <a:buNone/>
                      </a:pPr>
                      <a:r>
                        <a:rPr sz="1000" b="1" lang="ja-JP" altLang="en-US">
                          <a:solidFill>
                            <a:srgbClr val="1C1C1E"/>
                          </a:solidFill>
                        </a:rPr>
                        <a:t>センシングボード</a:t>
                      </a:r>
                    </a:p>
                    <a:p>
                      <a:pPr>
                        <a:buNone/>
                      </a:pPr>
                      <a:r>
                        <a:rPr sz="800" b="0" lang="ja-JP" altLang="en-US">
                          <a:solidFill>
                            <a:srgbClr val="8C8F93"/>
                          </a:solidFill>
                        </a:rPr>
                        <a:t>外部指標・巡回・監視設定</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1" lang="ja-JP" altLang="en-US">
                          <a:solidFill>
                            <a:srgbClr val="1C1C1E"/>
                          </a:solidFill>
                        </a:rPr>
                        <a:t>9/17〜9/18</a:t>
                      </a:r>
                    </a:p>
                    <a:p>
                      <a:pPr>
                        <a:buNone/>
                      </a:pPr>
                      <a:r>
                        <a:rPr sz="850" b="0" lang="ja-JP" altLang="en-US">
                          <a:solidFill>
                            <a:srgbClr val="63666A"/>
                          </a:solidFill>
                        </a:rPr>
                        <a:t>高橋様・小山様</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ご指定の外部データ一覧（外部情報URL・競合・グループ会社）を、有償・新規契約なしで取り込めるだけ取り込み、蓄積する</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取得可能な外部指標を</a:t>
                      </a:r>
                      <a:r>
                        <a:rPr sz="950" b="1" lang="ja-JP" altLang="en-US">
                          <a:solidFill>
                            <a:srgbClr val="046A38"/>
                          </a:solidFill>
                        </a:rPr>
                        <a:t>すべて接続</a:t>
                      </a:r>
                      <a:r>
                        <a:rPr sz="950" b="0" lang="ja-JP" altLang="en-US">
                          <a:solidFill>
                            <a:srgbClr val="1C1C1E"/>
                          </a:solidFill>
                        </a:rPr>
                        <a:t>し履歴を</a:t>
                      </a:r>
                      <a:r>
                        <a:rPr sz="950" b="1" lang="ja-JP" altLang="en-US">
                          <a:solidFill>
                            <a:srgbClr val="046A38"/>
                          </a:solidFill>
                        </a:rPr>
                        <a:t>蓄積型</a:t>
                      </a:r>
                      <a:r>
                        <a:rPr sz="950" b="0" lang="ja-JP" altLang="en-US">
                          <a:solidFill>
                            <a:srgbClr val="1C1C1E"/>
                          </a:solidFill>
                        </a:rPr>
                        <a:t>に（最長12年分・約8,500点）。閾値を実績から引き直し。競合66・グループ127・官公庁17の発表を</a:t>
                      </a:r>
                      <a:r>
                        <a:rPr sz="950" b="1" lang="ja-JP" altLang="en-US">
                          <a:solidFill>
                            <a:srgbClr val="046A38"/>
                          </a:solidFill>
                        </a:rPr>
                        <a:t>毎日巡回・2年保存</a:t>
                      </a:r>
                      <a:r>
                        <a:rPr sz="950" b="0" lang="ja-JP" altLang="en-US">
                          <a:solidFill>
                            <a:srgbClr val="1C1C1E"/>
                          </a:solidFill>
                        </a:rPr>
                        <a:t>。監視設定の画面も作り直し</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1" lang="ja-JP" altLang="en-US">
                          <a:solidFill>
                            <a:srgbClr val="046A38"/>
                          </a:solidFill>
                        </a:rPr>
                        <a:t>ご依頼</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0" lang="ja-JP" altLang="en-US">
                          <a:solidFill>
                            <a:srgbClr val="1C1C1E"/>
                          </a:solidFill>
                        </a:rPr>
                        <a:t>反映済み</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900" b="0" lang="ja-JP" altLang="en-US">
                          <a:solidFill>
                            <a:srgbClr val="C8CACC"/>
                          </a:solidFill>
                        </a:rPr>
                        <a:t>—</a:t>
                      </a:r>
                    </a:p>
                  </a:txBody>
                  <a:tcPr marL="91440" marR="91440" marT="45720" marB="45720" anchor="ctr">
                    <a:lnL w="0">
                      <a:noFill/>
                    </a:lnL>
                    <a:lnR w="0">
                      <a:noFill/>
                    </a:lnR>
                    <a:lnT w="9525" cmpd="sng">
                      <a:solidFill>
                        <a:srgbClr val="C8CACC"/>
                      </a:solidFill>
                    </a:lnT>
                    <a:lnB w="9525" cmpd="sng">
                      <a:solidFill>
                        <a:srgbClr val="C8CACC"/>
                      </a:solidFill>
                    </a:lnB>
                    <a:noFill/>
                  </a:tcPr>
                </a:tc>
              </a:tr>
              <a:tr h="658368">
                <a:tc vMerge="1">
                  <a:txBody>
                    <a:bodyPr wrap="square"/>
                    <a:lstStyle/>
                    <a:p>
                      <a:pPr algn="ctr">
                        <a:buNone/>
                      </a:pP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1000" b="1" lang="ja-JP" altLang="en-US">
                          <a:solidFill>
                            <a:srgbClr val="1C1C1E"/>
                          </a:solidFill>
                        </a:rPr>
                        <a:t>計画の前提を洗い直す</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1" lang="ja-JP" altLang="en-US">
                          <a:solidFill>
                            <a:srgbClr val="1C1C1E"/>
                          </a:solidFill>
                        </a:rPr>
                        <a:t>9/17</a:t>
                      </a:r>
                    </a:p>
                    <a:p>
                      <a:pPr>
                        <a:buNone/>
                      </a:pPr>
                      <a:r>
                        <a:rPr sz="800" b="0" lang="ja-JP" altLang="en-US">
                          <a:solidFill>
                            <a:srgbClr val="B26B00"/>
                          </a:solidFill>
                        </a:rPr>
                        <a:t>ご依頼元：要記入</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HD・BUそれぞれの入力の型と、8項目の出力の型に合わせる（改修1〜6）</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対象事業を選ぶと基準計画・予算編成方針・業績予想の</a:t>
                      </a:r>
                      <a:r>
                        <a:rPr sz="950" b="1" lang="ja-JP" altLang="en-US">
                          <a:solidFill>
                            <a:srgbClr val="046A38"/>
                          </a:solidFill>
                        </a:rPr>
                        <a:t>最新版を自動で投入</a:t>
                      </a:r>
                      <a:r>
                        <a:rPr sz="950" b="0" lang="ja-JP" altLang="en-US">
                          <a:solidFill>
                            <a:srgbClr val="1C1C1E"/>
                          </a:solidFill>
                        </a:rPr>
                        <a:t>。期間を自動生成し、未指定の資料を明示。出力を</a:t>
                      </a:r>
                      <a:r>
                        <a:rPr sz="950" b="1" lang="ja-JP" altLang="en-US">
                          <a:solidFill>
                            <a:srgbClr val="046A38"/>
                          </a:solidFill>
                        </a:rPr>
                        <a:t>8項目の1画面</a:t>
                      </a:r>
                      <a:r>
                        <a:rPr sz="950" b="0" lang="ja-JP" altLang="en-US">
                          <a:solidFill>
                            <a:srgbClr val="1C1C1E"/>
                          </a:solidFill>
                        </a:rPr>
                        <a:t>に</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1" lang="ja-JP" altLang="en-US">
                          <a:solidFill>
                            <a:srgbClr val="046A38"/>
                          </a:solidFill>
                        </a:rPr>
                        <a:t>ご依頼</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0" lang="ja-JP" altLang="en-US">
                          <a:solidFill>
                            <a:srgbClr val="1C1C1E"/>
                          </a:solidFill>
                        </a:rPr>
                        <a:t>反映済み</a:t>
                      </a:r>
                    </a:p>
                    <a:p>
                      <a:pPr algn="ctr">
                        <a:buNone/>
                      </a:pPr>
                      <a:r>
                        <a:rPr sz="700" b="0" lang="ja-JP" altLang="en-US">
                          <a:solidFill>
                            <a:srgbClr val="8C8F93"/>
                          </a:solidFill>
                        </a:rPr>
                        <a:t>※実データ待ち</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900" b="1" lang="ja-JP" altLang="en-US">
                          <a:solidFill>
                            <a:srgbClr val="046A38"/>
                          </a:solidFill>
                        </a:rPr>
                        <a:t>★ P11</a:t>
                      </a:r>
                    </a:p>
                  </a:txBody>
                  <a:tcPr marL="91440" marR="91440" marT="45720" marB="45720" anchor="ctr">
                    <a:lnL w="0">
                      <a:noFill/>
                    </a:lnL>
                    <a:lnR w="0">
                      <a:noFill/>
                    </a:lnR>
                    <a:lnT w="9525" cmpd="sng">
                      <a:solidFill>
                        <a:srgbClr val="C8CACC"/>
                      </a:solidFill>
                    </a:lnT>
                    <a:lnB w="9525" cmpd="sng">
                      <a:solidFill>
                        <a:srgbClr val="C8CACC"/>
                      </a:solidFill>
                    </a:lnB>
                    <a:noFill/>
                  </a:tcPr>
                </a:tc>
              </a:tr>
              <a:tr h="658368">
                <a:tc vMerge="1">
                  <a:txBody>
                    <a:bodyPr wrap="square"/>
                    <a:lstStyle/>
                    <a:p>
                      <a:pPr algn="ctr">
                        <a:buNone/>
                      </a:pP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1000" b="1" lang="ja-JP" altLang="en-US">
                          <a:solidFill>
                            <a:srgbClr val="1C1C1E"/>
                          </a:solidFill>
                        </a:rPr>
                        <a:t>戦略・計画を点検する</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1" lang="ja-JP" altLang="en-US">
                          <a:solidFill>
                            <a:srgbClr val="1C1C1E"/>
                          </a:solidFill>
                        </a:rPr>
                        <a:t>9/21</a:t>
                      </a:r>
                    </a:p>
                    <a:p>
                      <a:pPr>
                        <a:buNone/>
                      </a:pPr>
                      <a:r>
                        <a:rPr sz="850" b="0" lang="ja-JP" altLang="en-US">
                          <a:solidFill>
                            <a:srgbClr val="63666A"/>
                          </a:solidFill>
                        </a:rPr>
                        <a:t>高橋様</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計画策定者のセルフチェックに位置づけ直し、改修依頼7件と出力の型に合わせる</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ドラフトを添付するだけで前年度計画・編成方針を</a:t>
                      </a:r>
                      <a:r>
                        <a:rPr sz="950" b="1" lang="ja-JP" altLang="en-US">
                          <a:solidFill>
                            <a:srgbClr val="046A38"/>
                          </a:solidFill>
                        </a:rPr>
                        <a:t>自動で提示</a:t>
                      </a:r>
                      <a:r>
                        <a:rPr sz="950" b="0" lang="ja-JP" altLang="en-US">
                          <a:solidFill>
                            <a:srgbClr val="1C1C1E"/>
                          </a:solidFill>
                        </a:rPr>
                        <a:t>。出力はヘッダ＋</a:t>
                      </a:r>
                      <a:r>
                        <a:rPr sz="950" b="1" lang="ja-JP" altLang="en-US">
                          <a:solidFill>
                            <a:srgbClr val="046A38"/>
                          </a:solidFill>
                        </a:rPr>
                        <a:t>6項目</a:t>
                      </a:r>
                      <a:r>
                        <a:rPr sz="950" b="0" lang="ja-JP" altLang="en-US">
                          <a:solidFill>
                            <a:srgbClr val="1C1C1E"/>
                          </a:solidFill>
                        </a:rPr>
                        <a:t>、「修正すべきポイント」</a:t>
                      </a:r>
                      <a:r>
                        <a:rPr sz="950" b="1" lang="ja-JP" altLang="en-US">
                          <a:solidFill>
                            <a:srgbClr val="046A38"/>
                          </a:solidFill>
                        </a:rPr>
                        <a:t>0件で完了</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1" lang="ja-JP" altLang="en-US">
                          <a:solidFill>
                            <a:srgbClr val="046A38"/>
                          </a:solidFill>
                        </a:rPr>
                        <a:t>ご依頼</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0" lang="ja-JP" altLang="en-US">
                          <a:solidFill>
                            <a:srgbClr val="1C1C1E"/>
                          </a:solidFill>
                        </a:rPr>
                        <a:t>反映済み</a:t>
                      </a:r>
                    </a:p>
                    <a:p>
                      <a:pPr algn="ctr">
                        <a:buNone/>
                      </a:pPr>
                      <a:r>
                        <a:rPr sz="700" b="0" lang="ja-JP" altLang="en-US">
                          <a:solidFill>
                            <a:srgbClr val="8C8F93"/>
                          </a:solidFill>
                        </a:rPr>
                        <a:t>※実データ待ち</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900" b="1" lang="ja-JP" altLang="en-US">
                          <a:solidFill>
                            <a:srgbClr val="046A38"/>
                          </a:solidFill>
                        </a:rPr>
                        <a:t>★ P11</a:t>
                      </a:r>
                    </a:p>
                  </a:txBody>
                  <a:tcPr marL="91440" marR="91440" marT="45720" marB="45720" anchor="ctr">
                    <a:lnL w="0">
                      <a:noFill/>
                    </a:lnL>
                    <a:lnR w="0">
                      <a:noFill/>
                    </a:lnR>
                    <a:lnT w="9525" cmpd="sng">
                      <a:solidFill>
                        <a:srgbClr val="C8CACC"/>
                      </a:solidFill>
                    </a:lnT>
                    <a:lnB w="9525" cmpd="sng">
                      <a:solidFill>
                        <a:srgbClr val="C8CACC"/>
                      </a:solidFill>
                    </a:lnB>
                    <a:noFill/>
                  </a:tcPr>
                </a:tc>
              </a:tr>
              <a:tr h="658368">
                <a:tc vMerge="1">
                  <a:txBody>
                    <a:bodyPr wrap="square"/>
                    <a:lstStyle/>
                    <a:p>
                      <a:pPr algn="ctr">
                        <a:buNone/>
                      </a:pP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1000" b="1" lang="ja-JP" altLang="en-US">
                          <a:solidFill>
                            <a:srgbClr val="1C1C1E"/>
                          </a:solidFill>
                        </a:rPr>
                        <a:t>グループ横断で計画を束ねる</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1" lang="ja-JP" altLang="en-US">
                          <a:solidFill>
                            <a:srgbClr val="1C1C1E"/>
                          </a:solidFill>
                        </a:rPr>
                        <a:t>9/22</a:t>
                      </a:r>
                    </a:p>
                    <a:p>
                      <a:pPr>
                        <a:buNone/>
                      </a:pPr>
                      <a:r>
                        <a:rPr sz="800" b="0" lang="ja-JP" altLang="en-US">
                          <a:solidFill>
                            <a:srgbClr val="B26B00"/>
                          </a:solidFill>
                        </a:rPr>
                        <a:t>ご依頼元：要記入</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BUごとの原案投入、参照資料の自動提示、実行制御、権限など改修依頼8件</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1" lang="ja-JP" altLang="en-US">
                          <a:solidFill>
                            <a:srgbClr val="046A38"/>
                          </a:solidFill>
                        </a:rPr>
                        <a:t>コア事業8つの箱</a:t>
                      </a:r>
                      <a:r>
                        <a:rPr sz="950" b="0" lang="ja-JP" altLang="en-US">
                          <a:solidFill>
                            <a:srgbClr val="1C1C1E"/>
                          </a:solidFill>
                        </a:rPr>
                        <a:t>に原案を投入し、事業間の食い違い・重なる取り組み・HDが引き取るテーマを抽出。</a:t>
                      </a:r>
                      <a:r>
                        <a:rPr sz="950" b="1" lang="ja-JP" altLang="en-US">
                          <a:solidFill>
                            <a:srgbClr val="046A38"/>
                          </a:solidFill>
                        </a:rPr>
                        <a:t>個人単位で機能を付与</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1" lang="ja-JP" altLang="en-US">
                          <a:solidFill>
                            <a:srgbClr val="046A38"/>
                          </a:solidFill>
                        </a:rPr>
                        <a:t>ご依頼</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0" lang="ja-JP" altLang="en-US">
                          <a:solidFill>
                            <a:srgbClr val="1C1C1E"/>
                          </a:solidFill>
                        </a:rPr>
                        <a:t>反映済み</a:t>
                      </a:r>
                    </a:p>
                    <a:p>
                      <a:pPr algn="ctr">
                        <a:buNone/>
                      </a:pPr>
                      <a:r>
                        <a:rPr sz="700" b="0" lang="ja-JP" altLang="en-US">
                          <a:solidFill>
                            <a:srgbClr val="8C8F93"/>
                          </a:solidFill>
                        </a:rPr>
                        <a:t>9/23</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900" b="1" lang="ja-JP" altLang="en-US">
                          <a:solidFill>
                            <a:srgbClr val="046A38"/>
                          </a:solidFill>
                        </a:rPr>
                        <a:t>★ P11</a:t>
                      </a:r>
                    </a:p>
                  </a:txBody>
                  <a:tcPr marL="91440" marR="91440" marT="45720" marB="45720" anchor="ctr">
                    <a:lnL w="0">
                      <a:noFill/>
                    </a:lnL>
                    <a:lnR w="0">
                      <a:noFill/>
                    </a:lnR>
                    <a:lnT w="9525" cmpd="sng">
                      <a:solidFill>
                        <a:srgbClr val="C8CACC"/>
                      </a:solidFill>
                    </a:lnT>
                    <a:lnB w="9525" cmpd="sng">
                      <a:solidFill>
                        <a:srgbClr val="C8CACC"/>
                      </a:solidFill>
                    </a:lnB>
                    <a:noFill/>
                  </a:tcPr>
                </a:tc>
              </a:tr>
              <a:tr h="658368">
                <a:tc vMerge="1">
                  <a:txBody>
                    <a:bodyPr wrap="square"/>
                    <a:lstStyle/>
                    <a:p>
                      <a:pPr algn="ctr">
                        <a:buNone/>
                      </a:pP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1000" b="1" lang="ja-JP" altLang="en-US">
                          <a:solidFill>
                            <a:srgbClr val="1C1C1E"/>
                          </a:solidFill>
                        </a:rPr>
                        <a:t>深掘り・保存した結果</a:t>
                      </a:r>
                    </a:p>
                    <a:p>
                      <a:pPr>
                        <a:buNone/>
                      </a:pPr>
                      <a:r>
                        <a:rPr sz="800" b="0" lang="ja-JP" altLang="en-US">
                          <a:solidFill>
                            <a:srgbClr val="8C8F93"/>
                          </a:solidFill>
                        </a:rPr>
                        <a:t>計画支援の各機能で共通</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1" lang="ja-JP" altLang="en-US">
                          <a:solidFill>
                            <a:srgbClr val="1C1C1E"/>
                          </a:solidFill>
                        </a:rPr>
                        <a:t>9/16</a:t>
                      </a:r>
                    </a:p>
                    <a:p>
                      <a:pPr>
                        <a:buNone/>
                      </a:pPr>
                      <a:r>
                        <a:rPr sz="800" b="0" lang="ja-JP" altLang="en-US">
                          <a:solidFill>
                            <a:srgbClr val="B26B00"/>
                          </a:solidFill>
                        </a:rPr>
                        <a:t>ご依頼元：要記入</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深掘りボタンが結果の最下部にしかなく、画面を閉じると問答が消える</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画面右下に</a:t>
                      </a:r>
                      <a:r>
                        <a:rPr sz="950" b="1" lang="ja-JP" altLang="en-US">
                          <a:solidFill>
                            <a:srgbClr val="046A38"/>
                          </a:solidFill>
                        </a:rPr>
                        <a:t>常に追従する深掘りボタン</a:t>
                      </a:r>
                      <a:r>
                        <a:rPr sz="950" b="0" lang="ja-JP" altLang="en-US">
                          <a:solidFill>
                            <a:srgbClr val="1C1C1E"/>
                          </a:solidFill>
                        </a:rPr>
                        <a:t>。深掘りは壁打ちで行い、問答は</a:t>
                      </a:r>
                      <a:r>
                        <a:rPr sz="950" b="1" lang="ja-JP" altLang="en-US">
                          <a:solidFill>
                            <a:srgbClr val="046A38"/>
                          </a:solidFill>
                        </a:rPr>
                        <a:t>保存した結果に紐づけて残る</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1" lang="ja-JP" altLang="en-US">
                          <a:solidFill>
                            <a:srgbClr val="046A38"/>
                          </a:solidFill>
                        </a:rPr>
                        <a:t>ご依頼</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0" lang="ja-JP" altLang="en-US">
                          <a:solidFill>
                            <a:srgbClr val="1C1C1E"/>
                          </a:solidFill>
                        </a:rPr>
                        <a:t>反映済み</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900" b="0" lang="ja-JP" altLang="en-US">
                          <a:solidFill>
                            <a:srgbClr val="C8CACC"/>
                          </a:solidFill>
                        </a:rPr>
                        <a:t>—</a:t>
                      </a:r>
                    </a:p>
                  </a:txBody>
                  <a:tcPr marL="91440" marR="91440" marT="45720" marB="45720" anchor="ctr">
                    <a:lnL w="0">
                      <a:noFill/>
                    </a:lnL>
                    <a:lnR w="0">
                      <a:noFill/>
                    </a:lnR>
                    <a:lnT w="9525" cmpd="sng">
                      <a:solidFill>
                        <a:srgbClr val="C8CACC"/>
                      </a:solidFill>
                    </a:lnT>
                    <a:lnB w="9525" cmpd="sng">
                      <a:solidFill>
                        <a:srgbClr val="C8CACC"/>
                      </a:solidFill>
                    </a:lnB>
                    <a:noFill/>
                  </a:tcPr>
                </a:tc>
              </a:tr>
              <a:tr h="658368">
                <a:tc vMerge="1">
                  <a:txBody>
                    <a:bodyPr wrap="square"/>
                    <a:lstStyle/>
                    <a:p>
                      <a:pPr algn="ctr">
                        <a:buNone/>
                      </a:pP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1000" b="1" lang="ja-JP" altLang="en-US">
                          <a:solidFill>
                            <a:srgbClr val="1C1C1E"/>
                          </a:solidFill>
                        </a:rPr>
                        <a:t>AI壁打ち</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00" b="0" lang="ja-JP" altLang="en-US">
                          <a:solidFill>
                            <a:srgbClr val="C8CACC"/>
                          </a:solidFill>
                        </a:rPr>
                        <a:t>—</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C8CACC"/>
                          </a:solidFill>
                        </a:rPr>
                        <a:t>—</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指定サイト</a:t>
                      </a:r>
                      <a:r>
                        <a:rPr sz="950" b="1" lang="ja-JP" altLang="en-US">
                          <a:solidFill>
                            <a:srgbClr val="046A38"/>
                          </a:solidFill>
                        </a:rPr>
                        <a:t>約220</a:t>
                      </a:r>
                      <a:r>
                        <a:rPr sz="950" b="0" lang="ja-JP" altLang="en-US">
                          <a:solidFill>
                            <a:srgbClr val="1C1C1E"/>
                          </a:solidFill>
                        </a:rPr>
                        <a:t>の本文を読み出典つきで回答。質問ごとに</a:t>
                      </a:r>
                      <a:r>
                        <a:rPr sz="950" b="1" lang="ja-JP" altLang="en-US">
                          <a:solidFill>
                            <a:srgbClr val="046A38"/>
                          </a:solidFill>
                        </a:rPr>
                        <a:t>回答ルートを自動で判定</a:t>
                      </a:r>
                      <a:r>
                        <a:rPr sz="950" b="0" lang="ja-JP" altLang="en-US">
                          <a:solidFill>
                            <a:srgbClr val="1C1C1E"/>
                          </a:solidFill>
                        </a:rPr>
                        <a:t>し、PDF・Word・Excel・PowerPoint・グラフまで作成</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1" lang="ja-JP" altLang="en-US">
                          <a:solidFill>
                            <a:srgbClr val="0D8390"/>
                          </a:solidFill>
                        </a:rPr>
                        <a:t>自主改善</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0" lang="ja-JP" altLang="en-US">
                          <a:solidFill>
                            <a:srgbClr val="1C1C1E"/>
                          </a:solidFill>
                        </a:rPr>
                        <a:t>反映済み</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900" b="1" lang="ja-JP" altLang="en-US">
                          <a:solidFill>
                            <a:srgbClr val="046A38"/>
                          </a:solidFill>
                        </a:rPr>
                        <a:t>★ P10</a:t>
                      </a:r>
                    </a:p>
                  </a:txBody>
                  <a:tcPr marL="91440" marR="91440" marT="45720" marB="45720" anchor="ctr">
                    <a:lnL w="0">
                      <a:noFill/>
                    </a:lnL>
                    <a:lnR w="0">
                      <a:noFill/>
                    </a:lnR>
                    <a:lnT w="9525" cmpd="sng">
                      <a:solidFill>
                        <a:srgbClr val="C8CACC"/>
                      </a:solidFill>
                    </a:lnT>
                    <a:lnB w="9525" cmpd="sng">
                      <a:solidFill>
                        <a:srgbClr val="C8CACC"/>
                      </a:solidFill>
                    </a:lnB>
                    <a:noFill/>
                  </a:tcPr>
                </a:tc>
              </a:tr>
            </a:tbl>
          </a:graphicData>
        </a:graphic>
      </p:graphicFrame>
      <p:sp>
        <p:nvSpPr>
          <p:cNvPr id="9" name="TextBox 8"/>
          <p:cNvSpPr txBox="1"/>
          <p:nvPr/>
        </p:nvSpPr>
        <p:spPr>
          <a:xfrm>
            <a:off x="475488" y="6336792"/>
            <a:ext cx="11237976" cy="182880"/>
          </a:xfrm>
          <a:prstGeom prst="rect">
            <a:avLst/>
          </a:prstGeom>
          <a:noFill/>
        </p:spPr>
        <p:txBody>
          <a:bodyPr wrap="square" lIns="0" rIns="0" tIns="0" bIns="0" anchor="t">
            <a:spAutoFit/>
          </a:bodyPr>
          <a:lstStyle/>
          <a:p>
            <a:pPr>
              <a:buNone/>
            </a:pPr>
            <a:r>
              <a:rPr sz="750" b="0" lang="ja-JP" altLang="en-US">
                <a:solidFill>
                  <a:srgbClr val="8C8F93"/>
                </a:solidFill>
              </a:rPr>
              <a:t>ご依頼日：依頼資料・メールを受領した日　／　区分：ご依頼＝貴社からのご依頼に基づく改修、自主改善＝デロイトからの提案による改修　／　★：第4章でアプリの仕組み・画面をご説明するもの</a:t>
            </a:r>
          </a:p>
        </p:txBody>
      </p:sp>
    </p:spTree>
    <p:extLst>
      <p:ext uri="{BB962C8B-B14F-4D97-AF65-F5344CB8AC3E}">
        <p14:creationId xmlns:p14="http://schemas.microsoft.com/office/powerpoint/2010/main" val="1734936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52E02-6136-F336-E97C-B10F91647699}"/>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B8569B64-2801-5CAF-2CA4-0C3656967302}"/>
              </a:ext>
            </a:extLst>
          </p:cNvPr>
          <p:cNvSpPr>
            <a:spLocks noGrp="1"/>
          </p:cNvSpPr>
          <p:nvPr>
            <p:ph type="body" sz="quarter" idx="15"/>
          </p:nvPr>
        </p:nvSpPr>
        <p:spPr/>
        <p:txBody>
          <a:bodyPr/>
          <a:lstStyle/>
          <a:p>
            <a:r>
              <a:rPr lang="ja-JP" altLang="en-US" dirty="0"/>
              <a:t>FIX後（9/11以降）の改修一覧（2/2）：総会QA・共通</a:t>
            </a:r>
          </a:p>
        </p:txBody>
      </p:sp>
      <p:sp>
        <p:nvSpPr>
          <p:cNvPr id="7" name="タイトル 6">
            <a:extLst>
              <a:ext uri="{FF2B5EF4-FFF2-40B4-BE49-F238E27FC236}">
                <a16:creationId xmlns:a16="http://schemas.microsoft.com/office/drawing/2014/main" id="{29AC0418-4874-281A-CB95-967790A466DD}"/>
              </a:ext>
            </a:extLst>
          </p:cNvPr>
          <p:cNvSpPr>
            <a:spLocks noGrp="1"/>
          </p:cNvSpPr>
          <p:nvPr>
            <p:ph type="title"/>
          </p:nvPr>
        </p:nvSpPr>
        <p:spPr/>
        <p:txBody>
          <a:bodyPr vert="horz" rIns="0"/>
          <a:lstStyle/>
          <a:p>
            <a:r>
              <a:rPr lang="ja-JP" altLang="en-US" dirty="0"/>
              <a:t>総会QAは、ご依頼4件を反映して当日対応と事業部単位の実務に合わせ、両アプリ共通の機密データ受け渡し箱を新設しました</a:t>
            </a:r>
          </a:p>
        </p:txBody>
      </p:sp>
      <p:sp>
        <p:nvSpPr>
          <p:cNvPr id="2" name="スライド番号プレースホルダー 1">
            <a:extLst>
              <a:ext uri="{FF2B5EF4-FFF2-40B4-BE49-F238E27FC236}">
                <a16:creationId xmlns:a16="http://schemas.microsoft.com/office/drawing/2014/main" id="{2F89B437-8F29-ECC1-7D5D-DD922EC4276A}"/>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12</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graphicFrame>
        <p:nvGraphicFramePr>
          <p:cNvPr id="8" name="Table 7"/>
          <p:cNvGraphicFramePr>
            <a:graphicFrameLocks noGrp="1"/>
          </p:cNvGraphicFramePr>
          <p:nvPr/>
        </p:nvGraphicFramePr>
        <p:xfrm>
          <a:off x="475488" y="1572768"/>
          <a:ext cx="11237976" cy="4535424"/>
        </p:xfrm>
        <a:graphic>
          <a:graphicData uri="http://schemas.openxmlformats.org/drawingml/2006/table">
            <a:tbl>
              <a:tblPr firstRow="0" bandRow="0" firstCol="0" lastRow="0" lastCol="0" bandCol="0">
                <a:tableStyleId>{5940675A-B579-460E-94D1-54222C63F5DA}</a:tableStyleId>
              </a:tblPr>
              <a:tblGrid>
                <a:gridCol w="749808"/>
                <a:gridCol w="1463040"/>
                <a:gridCol w="1024128"/>
                <a:gridCol w="2542032"/>
                <a:gridCol w="3611880"/>
                <a:gridCol w="658368"/>
                <a:gridCol w="676656"/>
                <a:gridCol w="512064"/>
              </a:tblGrid>
              <a:tr h="292608">
                <a:tc>
                  <a:txBody>
                    <a:bodyPr wrap="square"/>
                    <a:lstStyle/>
                    <a:p>
                      <a:pPr algn="ctr">
                        <a:buNone/>
                      </a:pPr>
                      <a:r>
                        <a:rPr sz="950" b="1" lang="ja-JP" altLang="en-US">
                          <a:solidFill>
                            <a:srgbClr val="FFFFFF"/>
                          </a:solidFill>
                        </a:rPr>
                        <a:t>アプリ</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c>
                  <a:txBody>
                    <a:bodyPr wrap="square"/>
                    <a:lstStyle/>
                    <a:p>
                      <a:pPr algn="ctr">
                        <a:buNone/>
                      </a:pPr>
                      <a:r>
                        <a:rPr sz="950" b="1" lang="ja-JP" altLang="en-US">
                          <a:solidFill>
                            <a:srgbClr val="FFFFFF"/>
                          </a:solidFill>
                        </a:rPr>
                        <a:t>機能</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c>
                  <a:txBody>
                    <a:bodyPr wrap="square"/>
                    <a:lstStyle/>
                    <a:p>
                      <a:pPr algn="ctr">
                        <a:buNone/>
                      </a:pPr>
                      <a:r>
                        <a:rPr sz="950" b="1" lang="ja-JP" altLang="en-US">
                          <a:solidFill>
                            <a:srgbClr val="FFFFFF"/>
                          </a:solidFill>
                        </a:rPr>
                        <a:t>ご依頼日</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c>
                  <a:txBody>
                    <a:bodyPr wrap="square"/>
                    <a:lstStyle/>
                    <a:p>
                      <a:pPr algn="ctr">
                        <a:buNone/>
                      </a:pPr>
                      <a:r>
                        <a:rPr sz="950" b="1" lang="ja-JP" altLang="en-US">
                          <a:solidFill>
                            <a:srgbClr val="FFFFFF"/>
                          </a:solidFill>
                        </a:rPr>
                        <a:t>ご依頼の要点</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c>
                  <a:txBody>
                    <a:bodyPr wrap="square"/>
                    <a:lstStyle/>
                    <a:p>
                      <a:pPr algn="ctr">
                        <a:buNone/>
                      </a:pPr>
                      <a:r>
                        <a:rPr sz="950" b="1" lang="ja-JP" altLang="en-US">
                          <a:solidFill>
                            <a:srgbClr val="FFFFFF"/>
                          </a:solidFill>
                        </a:rPr>
                        <a:t>対応内容</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c>
                  <a:txBody>
                    <a:bodyPr wrap="square"/>
                    <a:lstStyle/>
                    <a:p>
                      <a:pPr algn="ctr">
                        <a:buNone/>
                      </a:pPr>
                      <a:r>
                        <a:rPr sz="950" b="1" lang="ja-JP" altLang="en-US">
                          <a:solidFill>
                            <a:srgbClr val="FFFFFF"/>
                          </a:solidFill>
                        </a:rPr>
                        <a:t>区分</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c>
                  <a:txBody>
                    <a:bodyPr wrap="square"/>
                    <a:lstStyle/>
                    <a:p>
                      <a:pPr algn="ctr">
                        <a:buNone/>
                      </a:pPr>
                      <a:r>
                        <a:rPr sz="950" b="1" lang="ja-JP" altLang="en-US">
                          <a:solidFill>
                            <a:srgbClr val="FFFFFF"/>
                          </a:solidFill>
                        </a:rPr>
                        <a:t>状況</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c>
                  <a:txBody>
                    <a:bodyPr wrap="square"/>
                    <a:lstStyle/>
                    <a:p>
                      <a:pPr algn="ctr">
                        <a:buNone/>
                      </a:pPr>
                      <a:r>
                        <a:rPr sz="950" b="1" lang="ja-JP" altLang="en-US">
                          <a:solidFill>
                            <a:srgbClr val="FFFFFF"/>
                          </a:solidFill>
                        </a:rPr>
                        <a:t>詳細</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r>
              <a:tr h="658368">
                <a:tc rowSpan="5">
                  <a:txBody>
                    <a:bodyPr wrap="square"/>
                    <a:lstStyle/>
                    <a:p>
                      <a:pPr algn="ctr">
                        <a:buNone/>
                      </a:pPr>
                      <a:r>
                        <a:rPr sz="1100" b="1" lang="ja-JP" altLang="en-US">
                          <a:solidFill>
                            <a:srgbClr val="FFFFFF"/>
                          </a:solidFill>
                        </a:rPr>
                        <a:t>総会QA</a:t>
                      </a:r>
                    </a:p>
                  </a:txBody>
                  <a:tcPr marL="91440" marR="91440" marT="45720" marB="45720" anchor="ctr">
                    <a:lnL w="0">
                      <a:noFill/>
                    </a:lnL>
                    <a:lnR w="0">
                      <a:noFill/>
                    </a:lnR>
                    <a:lnT w="9525" cmpd="sng">
                      <a:solidFill>
                        <a:srgbClr val="C8CACC"/>
                      </a:solidFill>
                    </a:lnT>
                    <a:lnB w="9525" cmpd="sng">
                      <a:solidFill>
                        <a:srgbClr val="C8CACC"/>
                      </a:solidFill>
                    </a:lnB>
                    <a:solidFill>
                      <a:srgbClr val="0D8390"/>
                    </a:solidFill>
                  </a:tcPr>
                </a:tc>
                <a:tc>
                  <a:txBody>
                    <a:bodyPr wrap="square"/>
                    <a:lstStyle/>
                    <a:p>
                      <a:pPr>
                        <a:buNone/>
                      </a:pPr>
                      <a:r>
                        <a:rPr sz="1000" b="1" lang="ja-JP" altLang="en-US">
                          <a:solidFill>
                            <a:srgbClr val="1C1C1E"/>
                          </a:solidFill>
                        </a:rPr>
                        <a:t>所属階層と閲覧範囲</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1" lang="ja-JP" altLang="en-US">
                          <a:solidFill>
                            <a:srgbClr val="1C1C1E"/>
                          </a:solidFill>
                        </a:rPr>
                        <a:t>9/16</a:t>
                      </a:r>
                    </a:p>
                    <a:p>
                      <a:pPr>
                        <a:buNone/>
                      </a:pPr>
                      <a:r>
                        <a:rPr sz="800" b="0" lang="ja-JP" altLang="en-US">
                          <a:solidFill>
                            <a:srgbClr val="B26B00"/>
                          </a:solidFill>
                        </a:rPr>
                        <a:t>ご依頼元：要記入</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権限設計一覧どおりの所属階層（コア→会社→事業部）と、○△の権限にする</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権限表どおりに所属階層を作り直し、</a:t>
                      </a:r>
                      <a:r>
                        <a:rPr sz="950" b="1" lang="ja-JP" altLang="en-US">
                          <a:solidFill>
                            <a:srgbClr val="046A38"/>
                          </a:solidFill>
                        </a:rPr>
                        <a:t>事業部単位で閲覧・編集・承認</a:t>
                      </a:r>
                      <a:r>
                        <a:rPr sz="950" b="0" lang="ja-JP" altLang="en-US">
                          <a:solidFill>
                            <a:srgbClr val="1C1C1E"/>
                          </a:solidFill>
                        </a:rPr>
                        <a:t>の範囲を制御</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1" lang="ja-JP" altLang="en-US">
                          <a:solidFill>
                            <a:srgbClr val="046A38"/>
                          </a:solidFill>
                        </a:rPr>
                        <a:t>ご依頼</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0" lang="ja-JP" altLang="en-US">
                          <a:solidFill>
                            <a:srgbClr val="1C1C1E"/>
                          </a:solidFill>
                        </a:rPr>
                        <a:t>反映済み</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900" b="0" lang="ja-JP" altLang="en-US">
                          <a:solidFill>
                            <a:srgbClr val="C8CACC"/>
                          </a:solidFill>
                        </a:rPr>
                        <a:t>—</a:t>
                      </a:r>
                    </a:p>
                  </a:txBody>
                  <a:tcPr marL="91440" marR="91440" marT="45720" marB="45720" anchor="ctr">
                    <a:lnL w="0">
                      <a:noFill/>
                    </a:lnL>
                    <a:lnR w="0">
                      <a:noFill/>
                    </a:lnR>
                    <a:lnT w="9525" cmpd="sng">
                      <a:solidFill>
                        <a:srgbClr val="C8CACC"/>
                      </a:solidFill>
                    </a:lnT>
                    <a:lnB w="9525" cmpd="sng">
                      <a:solidFill>
                        <a:srgbClr val="C8CACC"/>
                      </a:solidFill>
                    </a:lnB>
                    <a:noFill/>
                  </a:tcPr>
                </a:tc>
              </a:tr>
              <a:tr h="731520">
                <a:tc vMerge="1">
                  <a:txBody>
                    <a:bodyPr wrap="square"/>
                    <a:lstStyle/>
                    <a:p>
                      <a:pPr algn="ctr">
                        <a:buNone/>
                      </a:pP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1000" b="1" lang="ja-JP" altLang="en-US">
                          <a:solidFill>
                            <a:srgbClr val="1C1C1E"/>
                          </a:solidFill>
                        </a:rPr>
                        <a:t>当日回答作成（新設）</a:t>
                      </a:r>
                    </a:p>
                    <a:p>
                      <a:pPr>
                        <a:buNone/>
                      </a:pPr>
                      <a:r>
                        <a:rPr sz="800" b="0" lang="ja-JP" altLang="en-US">
                          <a:solidFill>
                            <a:srgbClr val="8C8F93"/>
                          </a:solidFill>
                        </a:rPr>
                        <a:t>高速検索を置き換え</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1" lang="ja-JP" altLang="en-US">
                          <a:solidFill>
                            <a:srgbClr val="1C1C1E"/>
                          </a:solidFill>
                        </a:rPr>
                        <a:t>9/18</a:t>
                      </a:r>
                    </a:p>
                    <a:p>
                      <a:pPr>
                        <a:buNone/>
                      </a:pPr>
                      <a:r>
                        <a:rPr sz="850" b="0" lang="ja-JP" altLang="en-US">
                          <a:solidFill>
                            <a:srgbClr val="63666A"/>
                          </a:solidFill>
                        </a:rPr>
                        <a:t>メールにて</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開催年度（第188期）の想定問答だけを参照し、壇上でそのまま話せる言い回しを返す</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1行目に</a:t>
                      </a:r>
                      <a:r>
                        <a:rPr sz="950" b="1" lang="ja-JP" altLang="en-US">
                          <a:solidFill>
                            <a:srgbClr val="046A38"/>
                          </a:solidFill>
                        </a:rPr>
                        <a:t>出典</a:t>
                      </a:r>
                      <a:r>
                        <a:rPr sz="950" b="0" lang="ja-JP" altLang="en-US">
                          <a:solidFill>
                            <a:srgbClr val="1C1C1E"/>
                          </a:solidFill>
                        </a:rPr>
                        <a:t>、続けて</a:t>
                      </a:r>
                      <a:r>
                        <a:rPr sz="950" b="1" lang="ja-JP" altLang="en-US">
                          <a:solidFill>
                            <a:srgbClr val="046A38"/>
                          </a:solidFill>
                        </a:rPr>
                        <a:t>読み上げ用の話し言葉3〜6文</a:t>
                      </a:r>
                      <a:r>
                        <a:rPr sz="950" b="0" lang="ja-JP" altLang="en-US">
                          <a:solidFill>
                            <a:srgbClr val="1C1C1E"/>
                          </a:solidFill>
                        </a:rPr>
                        <a:t>を</a:t>
                      </a:r>
                      <a:r>
                        <a:rPr sz="950" b="1" lang="ja-JP" altLang="en-US">
                          <a:solidFill>
                            <a:srgbClr val="046A38"/>
                          </a:solidFill>
                        </a:rPr>
                        <a:t>約4秒</a:t>
                      </a:r>
                      <a:r>
                        <a:rPr sz="950" b="0" lang="ja-JP" altLang="en-US">
                          <a:solidFill>
                            <a:srgbClr val="1C1C1E"/>
                          </a:solidFill>
                        </a:rPr>
                        <a:t>で作成。該当がなければ回答せず確認先のみ示す</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1" lang="ja-JP" altLang="en-US">
                          <a:solidFill>
                            <a:srgbClr val="046A38"/>
                          </a:solidFill>
                        </a:rPr>
                        <a:t>ご依頼</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0" lang="ja-JP" altLang="en-US">
                          <a:solidFill>
                            <a:srgbClr val="1C1C1E"/>
                          </a:solidFill>
                        </a:rPr>
                        <a:t>反映済み</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900" b="0" lang="ja-JP" altLang="en-US">
                          <a:solidFill>
                            <a:srgbClr val="C8CACC"/>
                          </a:solidFill>
                        </a:rPr>
                        <a:t>—</a:t>
                      </a:r>
                    </a:p>
                  </a:txBody>
                  <a:tcPr marL="91440" marR="91440" marT="45720" marB="45720" anchor="ctr">
                    <a:lnL w="0">
                      <a:noFill/>
                    </a:lnL>
                    <a:lnR w="0">
                      <a:noFill/>
                    </a:lnR>
                    <a:lnT w="9525" cmpd="sng">
                      <a:solidFill>
                        <a:srgbClr val="C8CACC"/>
                      </a:solidFill>
                    </a:lnT>
                    <a:lnB w="9525" cmpd="sng">
                      <a:solidFill>
                        <a:srgbClr val="C8CACC"/>
                      </a:solidFill>
                    </a:lnB>
                    <a:noFill/>
                  </a:tcPr>
                </a:tc>
              </a:tr>
              <a:tr h="731520">
                <a:tc vMerge="1">
                  <a:txBody>
                    <a:bodyPr wrap="square"/>
                    <a:lstStyle/>
                    <a:p>
                      <a:pPr algn="ctr">
                        <a:buNone/>
                      </a:pP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1000" b="1" lang="ja-JP" altLang="en-US">
                          <a:solidFill>
                            <a:srgbClr val="1C1C1E"/>
                          </a:solidFill>
                        </a:rPr>
                        <a:t>質問作成</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1" lang="ja-JP" altLang="en-US">
                          <a:solidFill>
                            <a:srgbClr val="1C1C1E"/>
                          </a:solidFill>
                        </a:rPr>
                        <a:t>9/18</a:t>
                      </a:r>
                    </a:p>
                    <a:p>
                      <a:pPr>
                        <a:buNone/>
                      </a:pPr>
                      <a:r>
                        <a:rPr sz="850" b="0" lang="ja-JP" altLang="en-US">
                          <a:solidFill>
                            <a:srgbClr val="63666A"/>
                          </a:solidFill>
                        </a:rPr>
                        <a:t>メールにて</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事業部で絞り込みたい。【微修正】の変更点が分からない。申し送りをアプリ内に残したい</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1" lang="ja-JP" altLang="en-US">
                          <a:solidFill>
                            <a:srgbClr val="046A38"/>
                          </a:solidFill>
                        </a:rPr>
                        <a:t>事業部で絞り込み</a:t>
                      </a:r>
                      <a:r>
                        <a:rPr sz="950" b="0" lang="ja-JP" altLang="en-US">
                          <a:solidFill>
                            <a:srgbClr val="1C1C1E"/>
                          </a:solidFill>
                        </a:rPr>
                        <a:t>（例：都市交通553問→運輸部86問）。昨年からの変更点を色分け表示。質問ごとの備忘メモ</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1" lang="ja-JP" altLang="en-US">
                          <a:solidFill>
                            <a:srgbClr val="046A38"/>
                          </a:solidFill>
                        </a:rPr>
                        <a:t>ご依頼</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0" lang="ja-JP" altLang="en-US">
                          <a:solidFill>
                            <a:srgbClr val="1C1C1E"/>
                          </a:solidFill>
                        </a:rPr>
                        <a:t>反映済み</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900" b="0" lang="ja-JP" altLang="en-US">
                          <a:solidFill>
                            <a:srgbClr val="C8CACC"/>
                          </a:solidFill>
                        </a:rPr>
                        <a:t>—</a:t>
                      </a:r>
                    </a:p>
                  </a:txBody>
                  <a:tcPr marL="91440" marR="91440" marT="45720" marB="45720" anchor="ctr">
                    <a:lnL w="0">
                      <a:noFill/>
                    </a:lnL>
                    <a:lnR w="0">
                      <a:noFill/>
                    </a:lnR>
                    <a:lnT w="9525" cmpd="sng">
                      <a:solidFill>
                        <a:srgbClr val="C8CACC"/>
                      </a:solidFill>
                    </a:lnT>
                    <a:lnB w="9525" cmpd="sng">
                      <a:solidFill>
                        <a:srgbClr val="C8CACC"/>
                      </a:solidFill>
                    </a:lnB>
                    <a:noFill/>
                  </a:tcPr>
                </a:tc>
              </a:tr>
              <a:tr h="731520">
                <a:tc vMerge="1">
                  <a:txBody>
                    <a:bodyPr wrap="square"/>
                    <a:lstStyle/>
                    <a:p>
                      <a:pPr algn="ctr">
                        <a:buNone/>
                      </a:pP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1000" b="1" lang="ja-JP" altLang="en-US">
                          <a:solidFill>
                            <a:srgbClr val="1C1C1E"/>
                          </a:solidFill>
                        </a:rPr>
                        <a:t>回答作成・Word出力</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1" lang="ja-JP" altLang="en-US">
                          <a:solidFill>
                            <a:srgbClr val="1C1C1E"/>
                          </a:solidFill>
                        </a:rPr>
                        <a:t>9/18</a:t>
                      </a:r>
                    </a:p>
                    <a:p>
                      <a:pPr>
                        <a:buNone/>
                      </a:pPr>
                      <a:r>
                        <a:rPr sz="850" b="0" lang="ja-JP" altLang="en-US">
                          <a:solidFill>
                            <a:srgbClr val="63666A"/>
                          </a:solidFill>
                        </a:rPr>
                        <a:t>メールにて</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AI回答案の根拠が分からない。同時編集の状況が分からない。Wordの表題が大きい</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AI回答案に</a:t>
                      </a:r>
                      <a:r>
                        <a:rPr sz="950" b="1" lang="ja-JP" altLang="en-US">
                          <a:solidFill>
                            <a:srgbClr val="046A38"/>
                          </a:solidFill>
                        </a:rPr>
                        <a:t>根拠を明記</a:t>
                      </a:r>
                      <a:r>
                        <a:rPr sz="950" b="0" lang="ja-JP" altLang="en-US">
                          <a:solidFill>
                            <a:srgbClr val="1C1C1E"/>
                          </a:solidFill>
                        </a:rPr>
                        <a:t>。一覧に【編集中】【確定（氏名・時刻）】を表示。Wordの表題を左上1行に</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1" lang="ja-JP" altLang="en-US">
                          <a:solidFill>
                            <a:srgbClr val="046A38"/>
                          </a:solidFill>
                        </a:rPr>
                        <a:t>ご依頼</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0" lang="ja-JP" altLang="en-US">
                          <a:solidFill>
                            <a:srgbClr val="1C1C1E"/>
                          </a:solidFill>
                        </a:rPr>
                        <a:t>反映済み</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900" b="0" lang="ja-JP" altLang="en-US">
                          <a:solidFill>
                            <a:srgbClr val="C8CACC"/>
                          </a:solidFill>
                        </a:rPr>
                        <a:t>—</a:t>
                      </a:r>
                    </a:p>
                  </a:txBody>
                  <a:tcPr marL="91440" marR="91440" marT="45720" marB="45720" anchor="ctr">
                    <a:lnL w="0">
                      <a:noFill/>
                    </a:lnL>
                    <a:lnR w="0">
                      <a:noFill/>
                    </a:lnR>
                    <a:lnT w="9525" cmpd="sng">
                      <a:solidFill>
                        <a:srgbClr val="C8CACC"/>
                      </a:solidFill>
                    </a:lnT>
                    <a:lnB w="9525" cmpd="sng">
                      <a:solidFill>
                        <a:srgbClr val="C8CACC"/>
                      </a:solidFill>
                    </a:lnB>
                    <a:noFill/>
                  </a:tcPr>
                </a:tc>
              </a:tr>
              <a:tr h="658368">
                <a:tc vMerge="1">
                  <a:txBody>
                    <a:bodyPr wrap="square"/>
                    <a:lstStyle/>
                    <a:p>
                      <a:pPr algn="ctr">
                        <a:buNone/>
                      </a:pP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1000" b="1" lang="ja-JP" altLang="en-US">
                          <a:solidFill>
                            <a:srgbClr val="1C1C1E"/>
                          </a:solidFill>
                        </a:rPr>
                        <a:t>AI壁打ち</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00" b="0" lang="ja-JP" altLang="en-US">
                          <a:solidFill>
                            <a:srgbClr val="C8CACC"/>
                          </a:solidFill>
                        </a:rPr>
                        <a:t>—</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C8CACC"/>
                          </a:solidFill>
                        </a:rPr>
                        <a:t>—</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他社・グループ会社・官公庁の</a:t>
                      </a:r>
                      <a:r>
                        <a:rPr sz="950" b="1" lang="ja-JP" altLang="en-US">
                          <a:solidFill>
                            <a:srgbClr val="046A38"/>
                          </a:solidFill>
                        </a:rPr>
                        <a:t>発表本文まで読み</a:t>
                      </a:r>
                      <a:r>
                        <a:rPr sz="950" b="0" lang="ja-JP" altLang="en-US">
                          <a:solidFill>
                            <a:srgbClr val="1C1C1E"/>
                          </a:solidFill>
                        </a:rPr>
                        <a:t>、提出済みQA以外にどんな質疑が来るかを壁打ち</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1" lang="ja-JP" altLang="en-US">
                          <a:solidFill>
                            <a:srgbClr val="0D8390"/>
                          </a:solidFill>
                        </a:rPr>
                        <a:t>自主改善</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0" lang="ja-JP" altLang="en-US">
                          <a:solidFill>
                            <a:srgbClr val="1C1C1E"/>
                          </a:solidFill>
                        </a:rPr>
                        <a:t>反映済み</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900" b="0" lang="ja-JP" altLang="en-US">
                          <a:solidFill>
                            <a:srgbClr val="C8CACC"/>
                          </a:solidFill>
                        </a:rPr>
                        <a:t>—</a:t>
                      </a:r>
                    </a:p>
                  </a:txBody>
                  <a:tcPr marL="91440" marR="91440" marT="45720" marB="45720" anchor="ctr">
                    <a:lnL w="0">
                      <a:noFill/>
                    </a:lnL>
                    <a:lnR w="0">
                      <a:noFill/>
                    </a:lnR>
                    <a:lnT w="9525" cmpd="sng">
                      <a:solidFill>
                        <a:srgbClr val="C8CACC"/>
                      </a:solidFill>
                    </a:lnT>
                    <a:lnB w="9525" cmpd="sng">
                      <a:solidFill>
                        <a:srgbClr val="C8CACC"/>
                      </a:solidFill>
                    </a:lnB>
                    <a:noFill/>
                  </a:tcPr>
                </a:tc>
              </a:tr>
              <a:tr h="731520">
                <a:tc>
                  <a:txBody>
                    <a:bodyPr wrap="square"/>
                    <a:lstStyle/>
                    <a:p>
                      <a:pPr algn="ctr">
                        <a:buNone/>
                      </a:pPr>
                      <a:r>
                        <a:rPr sz="1100" b="1" lang="ja-JP" altLang="en-US">
                          <a:solidFill>
                            <a:srgbClr val="FFFFFF"/>
                          </a:solidFill>
                        </a:rPr>
                        <a:t>共通</a:t>
                      </a:r>
                    </a:p>
                  </a:txBody>
                  <a:tcPr marL="91440" marR="91440" marT="45720" marB="45720" anchor="ctr">
                    <a:lnL w="0">
                      <a:noFill/>
                    </a:lnL>
                    <a:lnR w="0">
                      <a:noFill/>
                    </a:lnR>
                    <a:lnT w="9525" cmpd="sng">
                      <a:solidFill>
                        <a:srgbClr val="C8CACC"/>
                      </a:solidFill>
                    </a:lnT>
                    <a:lnB w="9525" cmpd="sng">
                      <a:solidFill>
                        <a:srgbClr val="C8CACC"/>
                      </a:solidFill>
                    </a:lnB>
                    <a:solidFill>
                      <a:srgbClr val="53565A"/>
                    </a:solidFill>
                  </a:tcPr>
                </a:tc>
                <a:tc>
                  <a:txBody>
                    <a:bodyPr wrap="square"/>
                    <a:lstStyle/>
                    <a:p>
                      <a:pPr>
                        <a:buNone/>
                      </a:pPr>
                      <a:r>
                        <a:rPr sz="1000" b="1" lang="ja-JP" altLang="en-US">
                          <a:solidFill>
                            <a:srgbClr val="1C1C1E"/>
                          </a:solidFill>
                        </a:rPr>
                        <a:t>機密データ受け渡し箱（新設）</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1" lang="ja-JP" altLang="en-US">
                          <a:solidFill>
                            <a:srgbClr val="1C1C1E"/>
                          </a:solidFill>
                        </a:rPr>
                        <a:t>9/22</a:t>
                      </a:r>
                    </a:p>
                    <a:p>
                      <a:pPr>
                        <a:buNone/>
                      </a:pPr>
                      <a:r>
                        <a:rPr sz="800" b="0" lang="ja-JP" altLang="en-US">
                          <a:solidFill>
                            <a:srgbClr val="B26B00"/>
                          </a:solidFill>
                        </a:rPr>
                        <a:t>ご依頼元：要記入</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リリース後に、機密データを受け渡す空間を作りたい</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経営ナビ用・総会QA用の</a:t>
                      </a:r>
                      <a:r>
                        <a:rPr sz="950" b="1" lang="ja-JP" altLang="en-US">
                          <a:solidFill>
                            <a:srgbClr val="046A38"/>
                          </a:solidFill>
                        </a:rPr>
                        <a:t>2つの箱</a:t>
                      </a:r>
                      <a:r>
                        <a:rPr sz="950" b="0" lang="ja-JP" altLang="en-US">
                          <a:solidFill>
                            <a:srgbClr val="1C1C1E"/>
                          </a:solidFill>
                        </a:rPr>
                        <a:t>。ドラッグで投入、</a:t>
                      </a:r>
                      <a:r>
                        <a:rPr sz="950" b="1" lang="ja-JP" altLang="en-US">
                          <a:solidFill>
                            <a:srgbClr val="046A38"/>
                          </a:solidFill>
                        </a:rPr>
                        <a:t>管理者のみ・全操作を記録</a:t>
                      </a:r>
                      <a:r>
                        <a:rPr sz="950" b="0" lang="ja-JP" altLang="en-US">
                          <a:solidFill>
                            <a:srgbClr val="1C1C1E"/>
                          </a:solidFill>
                        </a:rPr>
                        <a:t>、AIとは連動しない。旧アップロード機能は撤去</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1" lang="ja-JP" altLang="en-US">
                          <a:solidFill>
                            <a:srgbClr val="046A38"/>
                          </a:solidFill>
                        </a:rPr>
                        <a:t>ご依頼</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850" b="0" lang="ja-JP" altLang="en-US">
                          <a:solidFill>
                            <a:srgbClr val="1C1C1E"/>
                          </a:solidFill>
                        </a:rPr>
                        <a:t>反映済み</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900" b="1" lang="ja-JP" altLang="en-US">
                          <a:solidFill>
                            <a:srgbClr val="046A38"/>
                          </a:solidFill>
                        </a:rPr>
                        <a:t>★ P12</a:t>
                      </a:r>
                    </a:p>
                  </a:txBody>
                  <a:tcPr marL="91440" marR="91440" marT="45720" marB="45720" anchor="ctr">
                    <a:lnL w="0">
                      <a:noFill/>
                    </a:lnL>
                    <a:lnR w="0">
                      <a:noFill/>
                    </a:lnR>
                    <a:lnT w="9525" cmpd="sng">
                      <a:solidFill>
                        <a:srgbClr val="C8CACC"/>
                      </a:solidFill>
                    </a:lnT>
                    <a:lnB w="9525" cmpd="sng">
                      <a:solidFill>
                        <a:srgbClr val="C8CACC"/>
                      </a:solidFill>
                    </a:lnB>
                    <a:noFill/>
                  </a:tcPr>
                </a:tc>
              </a:tr>
            </a:tbl>
          </a:graphicData>
        </a:graphic>
      </p:graphicFrame>
      <p:sp>
        <p:nvSpPr>
          <p:cNvPr id="9" name="TextBox 8"/>
          <p:cNvSpPr txBox="1"/>
          <p:nvPr/>
        </p:nvSpPr>
        <p:spPr>
          <a:xfrm>
            <a:off x="475488" y="6336792"/>
            <a:ext cx="11237976" cy="182880"/>
          </a:xfrm>
          <a:prstGeom prst="rect">
            <a:avLst/>
          </a:prstGeom>
          <a:noFill/>
        </p:spPr>
        <p:txBody>
          <a:bodyPr wrap="square" lIns="0" rIns="0" tIns="0" bIns="0" anchor="t">
            <a:spAutoFit/>
          </a:bodyPr>
          <a:lstStyle/>
          <a:p>
            <a:pPr>
              <a:buNone/>
            </a:pPr>
            <a:r>
              <a:rPr sz="750" b="0" lang="ja-JP" altLang="en-US">
                <a:solidFill>
                  <a:srgbClr val="8C8F93"/>
                </a:solidFill>
              </a:rPr>
              <a:t>ご依頼日：依頼資料・メールを受領した日　／　区分：ご依頼＝貴社からのご依頼に基づく改修、自主改善＝デロイトからの提案による改修　／　★：第4章でアプリの仕組み・画面をご説明するもの</a:t>
            </a:r>
          </a:p>
        </p:txBody>
      </p:sp>
    </p:spTree>
    <p:extLst>
      <p:ext uri="{BB962C8B-B14F-4D97-AF65-F5344CB8AC3E}">
        <p14:creationId xmlns:p14="http://schemas.microsoft.com/office/powerpoint/2010/main" val="17349367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963EB-C692-71BB-172A-97194166323D}"/>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ED77486-BD5F-59D4-D029-7FCB8C6D90BC}"/>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8" name="think-cell data - do not delete" hidden="1">
                        <a:extLst>
                          <a:ext uri="{FF2B5EF4-FFF2-40B4-BE49-F238E27FC236}">
                            <a16:creationId xmlns:a16="http://schemas.microsoft.com/office/drawing/2014/main" id="{9ED77486-BD5F-59D4-D029-7FCB8C6D90B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正方形/長方形 1">
            <a:extLst>
              <a:ext uri="{FF2B5EF4-FFF2-40B4-BE49-F238E27FC236}">
                <a16:creationId xmlns:a16="http://schemas.microsoft.com/office/drawing/2014/main" id="{9A363C3C-CA3A-7E71-5C3D-F78F16131F8B}"/>
              </a:ext>
            </a:extLst>
          </p:cNvPr>
          <p:cNvSpPr/>
          <p:nvPr/>
        </p:nvSpPr>
        <p:spPr bwMode="gray">
          <a:xfrm>
            <a:off x="348805" y="2982772"/>
            <a:ext cx="5877237" cy="1932127"/>
          </a:xfrm>
          <a:prstGeom prst="rect">
            <a:avLst/>
          </a:prstGeom>
          <a:solidFill>
            <a:schemeClr val="bg1">
              <a:lumMod val="50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600" b="0" i="0" u="none" strike="noStrike" kern="1200" cap="none" spc="0" normalizeH="0" baseline="0" noProof="0">
              <a:ln>
                <a:noFill/>
              </a:ln>
              <a:solidFill>
                <a:prstClr val="black"/>
              </a:solidFill>
              <a:effectLst/>
              <a:uLnTx/>
              <a:uFillTx/>
              <a:latin typeface="+mn-lt"/>
              <a:ea typeface="+mn-ea"/>
              <a:cs typeface="+mn-cs"/>
            </a:endParaRPr>
          </a:p>
        </p:txBody>
      </p:sp>
      <p:sp>
        <p:nvSpPr>
          <p:cNvPr id="3" name="スライド番号プレースホルダー 2">
            <a:extLst>
              <a:ext uri="{FF2B5EF4-FFF2-40B4-BE49-F238E27FC236}">
                <a16:creationId xmlns:a16="http://schemas.microsoft.com/office/drawing/2014/main" id="{7C50ED91-E4F7-4617-3834-A381D0D22B75}"/>
              </a:ext>
            </a:extLst>
          </p:cNvPr>
          <p:cNvSpPr>
            <a:spLocks noGrp="1"/>
          </p:cNvSpPr>
          <p:nvPr>
            <p:ph type="sldNum" sz="quarter" idx="11"/>
          </p:nvPr>
        </p:nvSpPr>
        <p:spPr/>
        <p:txBody>
          <a:bodyPr/>
          <a:lstStyle/>
          <a:p>
            <a:fld id="{AA5FCFE5-FE56-4EF1-80A8-07776887C2A1}" type="slidenum">
              <a:rPr lang="ja-JP" altLang="en-US" smtClean="0"/>
              <a:pPr/>
              <a:t>10</a:t>
            </a:fld>
            <a:endParaRPr lang="ja-JP" altLang="en-US"/>
          </a:p>
        </p:txBody>
      </p:sp>
      <p:sp>
        <p:nvSpPr>
          <p:cNvPr id="4" name="タイトル 3">
            <a:extLst>
              <a:ext uri="{FF2B5EF4-FFF2-40B4-BE49-F238E27FC236}">
                <a16:creationId xmlns:a16="http://schemas.microsoft.com/office/drawing/2014/main" id="{8E9A6174-577E-6366-A41A-CCD3ADB9FD54}"/>
              </a:ext>
            </a:extLst>
          </p:cNvPr>
          <p:cNvSpPr>
            <a:spLocks noGrp="1"/>
          </p:cNvSpPr>
          <p:nvPr>
            <p:ph type="title"/>
          </p:nvPr>
        </p:nvSpPr>
        <p:spPr/>
        <p:txBody>
          <a:bodyPr vert="horz" rIns="0"/>
          <a:lstStyle/>
          <a:p>
            <a:r>
              <a:rPr lang="ja-JP" altLang="en-US"/>
              <a:t>本日のアジェンダ</a:t>
            </a:r>
          </a:p>
        </p:txBody>
      </p:sp>
      <p:pic>
        <p:nvPicPr>
          <p:cNvPr id="7" name="図 6" descr="建物, 座る, コンピュータ, 男 が含まれている画像&#10;&#10;AI によって生成されたコンテンツは間違っている可能性があります。">
            <a:extLst>
              <a:ext uri="{FF2B5EF4-FFF2-40B4-BE49-F238E27FC236}">
                <a16:creationId xmlns:a16="http://schemas.microsoft.com/office/drawing/2014/main" id="{1B01CB5A-C6D2-7762-2555-7590384A9CF7}"/>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8084313" y="1"/>
            <a:ext cx="4107686" cy="6858000"/>
          </a:xfrm>
          <a:prstGeom prst="rect">
            <a:avLst/>
          </a:prstGeom>
        </p:spPr>
      </p:pic>
      <p:sp>
        <p:nvSpPr>
          <p:cNvPr id="6" name="テキスト ボックス 5">
            <a:extLst>
              <a:ext uri="{FF2B5EF4-FFF2-40B4-BE49-F238E27FC236}">
                <a16:creationId xmlns:a16="http://schemas.microsoft.com/office/drawing/2014/main" id="{A6F24133-6398-DD72-E5E0-916FF8F5A957}"/>
              </a:ext>
            </a:extLst>
          </p:cNvPr>
          <p:cNvSpPr txBox="1"/>
          <p:nvPr/>
        </p:nvSpPr>
        <p:spPr bwMode="gray">
          <a:xfrm>
            <a:off x="479425" y="1280248"/>
            <a:ext cx="5615999" cy="3308598"/>
          </a:xfrm>
          <a:prstGeom prst="rect">
            <a:avLst/>
          </a:prstGeom>
          <a:noFill/>
        </p:spPr>
        <p:txBody>
          <a:bodyPr wrap="square" lIns="0" tIns="0" rIns="0" bIns="0" rtlCol="0" anchor="t">
            <a:spAutoFit/>
          </a:bodyPr>
          <a:lstStyle/>
          <a:p>
            <a:pPr defTabSz="990564" fontAlgn="auto">
              <a:spcBef>
                <a:spcPts val="0"/>
              </a:spcBef>
              <a:spcAft>
                <a:spcPts val="600"/>
              </a:spcAft>
              <a:buSzPct val="100000"/>
            </a:pPr>
            <a:endParaRPr lang="ja-JP" altLang="en-US" sz="1800" b="1">
              <a:solidFill>
                <a:srgbClr val="000000"/>
              </a:solidFill>
              <a:latin typeface="+mn-ea"/>
              <a:cs typeface="Arial"/>
            </a:endParaRP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Quick-Win構築の全体進捗　‐　5分</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前週振り返りおよび現状報告　‐　5分</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FIX後の改修内容　‐　15分</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改修一覧（AI経営ナビ／総会QA・共通）</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solidFill>
                  <a:schemeClr val="bg1"/>
                </a:solidFill>
                <a:latin typeface="+mn-ea"/>
                <a:cs typeface="Arial"/>
                <a:sym typeface="+mn-lt"/>
              </a:rPr>
              <a:t>最新アプリのご説明　‐　35分</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solidFill>
                  <a:schemeClr val="bg1"/>
                </a:solidFill>
                <a:latin typeface="+mn-ea"/>
              </a:rPr>
              <a:t>AI壁打ちの処理フロー</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solidFill>
                  <a:schemeClr val="bg1"/>
                </a:solidFill>
                <a:latin typeface="+mn-ea"/>
              </a:rPr>
              <a:t>計画策定・確認サポート（3機能）</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solidFill>
                  <a:schemeClr val="bg1"/>
                </a:solidFill>
                <a:latin typeface="+mn-ea"/>
              </a:rPr>
              <a:t>機密データ受け渡し箱</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solidFill>
                  <a:schemeClr val="bg1"/>
                </a:solidFill>
                <a:latin typeface="+mn-ea"/>
              </a:rPr>
              <a:t>アプリ画面でのご説明</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solidFill>
                  <a:schemeClr val="bg1"/>
                </a:solidFill>
                <a:latin typeface="+mn-ea"/>
              </a:rPr>
              <a:t>最新ドキュメントのご案内</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アプリに関するディスカッション　‐　40分</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ラップアップ　‐　10分</a:t>
            </a:r>
          </a:p>
        </p:txBody>
      </p:sp>
    </p:spTree>
    <p:extLst>
      <p:ext uri="{BB962C8B-B14F-4D97-AF65-F5344CB8AC3E}">
        <p14:creationId xmlns:p14="http://schemas.microsoft.com/office/powerpoint/2010/main" val="1386013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52E02-6136-F336-E97C-B10F91647699}"/>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B8569B64-2801-5CAF-2CA4-0C3656967302}"/>
              </a:ext>
            </a:extLst>
          </p:cNvPr>
          <p:cNvSpPr>
            <a:spLocks noGrp="1"/>
          </p:cNvSpPr>
          <p:nvPr>
            <p:ph type="body" sz="quarter" idx="15"/>
          </p:nvPr>
        </p:nvSpPr>
        <p:spPr/>
        <p:txBody>
          <a:bodyPr/>
          <a:lstStyle/>
          <a:p>
            <a:r>
              <a:rPr lang="ja-JP" altLang="en-US" dirty="0"/>
              <a:t>AI壁打ちの処理フロー</a:t>
            </a:r>
          </a:p>
        </p:txBody>
      </p:sp>
      <p:sp>
        <p:nvSpPr>
          <p:cNvPr id="7" name="タイトル 6">
            <a:extLst>
              <a:ext uri="{FF2B5EF4-FFF2-40B4-BE49-F238E27FC236}">
                <a16:creationId xmlns:a16="http://schemas.microsoft.com/office/drawing/2014/main" id="{29AC0418-4874-281A-CB95-967790A466DD}"/>
              </a:ext>
            </a:extLst>
          </p:cNvPr>
          <p:cNvSpPr>
            <a:spLocks noGrp="1"/>
          </p:cNvSpPr>
          <p:nvPr>
            <p:ph type="title"/>
          </p:nvPr>
        </p:nvSpPr>
        <p:spPr/>
        <p:txBody>
          <a:bodyPr vert="horz" rIns="0"/>
          <a:lstStyle/>
          <a:p>
            <a:r>
              <a:rPr lang="ja-JP" altLang="en-US" dirty="0"/>
              <a:t>AI壁打ちは、エージェント基盤に頼らず複数のLLMが役割を分担して連携し、質問ごとに最適な回答ルートを選んで答えます</a:t>
            </a:r>
          </a:p>
        </p:txBody>
      </p:sp>
      <p:sp>
        <p:nvSpPr>
          <p:cNvPr id="2" name="スライド番号プレースホルダー 1">
            <a:extLst>
              <a:ext uri="{FF2B5EF4-FFF2-40B4-BE49-F238E27FC236}">
                <a16:creationId xmlns:a16="http://schemas.microsoft.com/office/drawing/2014/main" id="{2F89B437-8F29-ECC1-7D5D-DD922EC4276A}"/>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12</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sp>
        <p:nvSpPr>
          <p:cNvPr id="8" name="Rectangle 7"/>
          <p:cNvSpPr/>
          <p:nvPr/>
        </p:nvSpPr>
        <p:spPr>
          <a:xfrm>
            <a:off x="475488" y="1572768"/>
            <a:ext cx="7086600" cy="457200"/>
          </a:xfrm>
          <a:prstGeom prst="rect">
            <a:avLst/>
          </a:prstGeom>
          <a:solidFill>
            <a:srgbClr val="FFFFFF"/>
          </a:solidFill>
          <a:ln w="9525">
            <a:solidFill>
              <a:srgbClr val="C8CACC"/>
            </a:solidFill>
          </a:ln>
        </p:spPr>
        <p:txBody>
          <a:bodyPr rtlCol="0" anchor="ctr" lIns="164592" rIns="73152" tIns="36576" bIns="36576" wrap="square"/>
          <a:lstStyle/>
          <a:p>
            <a:pPr algn="l">
              <a:buNone/>
            </a:pPr>
            <a:r>
              <a:rPr sz="1050" b="1" lang="ja-JP" altLang="en-US">
                <a:solidFill>
                  <a:srgbClr val="046A38"/>
                </a:solidFill>
              </a:rPr>
              <a:t>① 質問・依頼を受ける</a:t>
            </a:r>
            <a:r>
              <a:rPr sz="1050" b="0" lang="ja-JP" altLang="en-US">
                <a:solidFill>
                  <a:srgbClr val="63666A"/>
                </a:solidFill>
              </a:rPr>
              <a:t>　　会話の流れ・添付資料もあわせて読み取る</a:t>
            </a:r>
          </a:p>
        </p:txBody>
      </p:sp>
      <p:cxnSp>
        <p:nvCxnSpPr>
          <p:cNvPr id="9" name="Connector 8"/>
          <p:cNvCxnSpPr/>
          <p:nvPr/>
        </p:nvCxnSpPr>
        <p:spPr>
          <a:xfrm>
            <a:off x="4018787" y="2029968"/>
            <a:ext cx="0" cy="164592"/>
          </a:xfrm>
          <a:prstGeom prst="line">
            <a:avLst/>
          </a:prstGeom>
          <a:ln w="15875">
            <a:solidFill>
              <a:srgbClr val="8C8F93"/>
            </a:solidFill>
            <a:tailEnd type="triangle" w="med" len="med"/>
          </a:ln>
        </p:spPr>
      </p:cxnSp>
      <p:sp>
        <p:nvSpPr>
          <p:cNvPr id="10" name="Rectangle 9"/>
          <p:cNvSpPr/>
          <p:nvPr/>
        </p:nvSpPr>
        <p:spPr>
          <a:xfrm>
            <a:off x="475488" y="2212848"/>
            <a:ext cx="7086600" cy="658368"/>
          </a:xfrm>
          <a:prstGeom prst="rect">
            <a:avLst/>
          </a:prstGeom>
          <a:solidFill>
            <a:srgbClr val="046A38"/>
          </a:solidFill>
          <a:ln>
            <a:noFill/>
          </a:ln>
        </p:spPr>
        <p:txBody>
          <a:bodyPr rtlCol="0" anchor="ctr" lIns="164592" rIns="73152" tIns="36576" bIns="36576" wrap="square"/>
          <a:lstStyle/>
          <a:p>
            <a:pPr algn="l">
              <a:spcAft>
                <a:spcPts val="200"/>
              </a:spcAft>
              <a:buNone/>
            </a:pPr>
            <a:r>
              <a:rPr sz="1200" b="1" lang="ja-JP" altLang="en-US">
                <a:solidFill>
                  <a:srgbClr val="FFFFFF"/>
                </a:solidFill>
              </a:rPr>
              <a:t>② 意図を解釈し、回答ルートを決める</a:t>
            </a:r>
          </a:p>
          <a:p>
            <a:pPr algn="l">
              <a:buNone/>
            </a:pPr>
            <a:r>
              <a:rPr sz="950" b="0" lang="ja-JP" altLang="en-US">
                <a:solidFill>
                  <a:srgbClr val="D6E8DC"/>
                </a:solidFill>
              </a:rPr>
              <a:t>LLMが「調べる必要」「情報源」「回答の型と長さ」を判定（ルートは組み合わせ可：B＋C→D など）</a:t>
            </a:r>
          </a:p>
        </p:txBody>
      </p:sp>
      <p:cxnSp>
        <p:nvCxnSpPr>
          <p:cNvPr id="11" name="Connector 10"/>
          <p:cNvCxnSpPr/>
          <p:nvPr/>
        </p:nvCxnSpPr>
        <p:spPr>
          <a:xfrm>
            <a:off x="1320165" y="2871216"/>
            <a:ext cx="0" cy="237744"/>
          </a:xfrm>
          <a:prstGeom prst="line">
            <a:avLst/>
          </a:prstGeom>
          <a:ln w="12700">
            <a:solidFill>
              <a:srgbClr val="8C8F93"/>
            </a:solidFill>
            <a:tailEnd type="triangle" w="med" len="med"/>
          </a:ln>
        </p:spPr>
      </p:cxnSp>
      <p:sp>
        <p:nvSpPr>
          <p:cNvPr id="12" name="Rectangle 11"/>
          <p:cNvSpPr/>
          <p:nvPr/>
        </p:nvSpPr>
        <p:spPr>
          <a:xfrm>
            <a:off x="475488" y="3127248"/>
            <a:ext cx="1689354" cy="1572768"/>
          </a:xfrm>
          <a:prstGeom prst="rect">
            <a:avLst/>
          </a:prstGeom>
          <a:solidFill>
            <a:srgbClr val="FFFFFF"/>
          </a:solidFill>
          <a:ln w="9525">
            <a:solidFill>
              <a:srgbClr val="C8CACC"/>
            </a:solidFill>
          </a:ln>
        </p:spPr>
        <p:txBody>
          <a:bodyPr rtlCol="0" anchor="ctr" lIns="73152" rIns="73152" tIns="36576" bIns="36576"/>
          <a:lstStyle/>
          <a:p>
            <a:pPr algn="ctr"/>
          </a:p>
        </p:txBody>
      </p:sp>
      <p:sp>
        <p:nvSpPr>
          <p:cNvPr id="13" name="Rectangle 12"/>
          <p:cNvSpPr/>
          <p:nvPr/>
        </p:nvSpPr>
        <p:spPr>
          <a:xfrm>
            <a:off x="475488" y="3127248"/>
            <a:ext cx="1689354" cy="45720"/>
          </a:xfrm>
          <a:prstGeom prst="rect">
            <a:avLst/>
          </a:prstGeom>
          <a:solidFill>
            <a:srgbClr val="26890D"/>
          </a:solidFill>
          <a:ln>
            <a:noFill/>
          </a:ln>
        </p:spPr>
        <p:txBody>
          <a:bodyPr rtlCol="0" anchor="ctr" lIns="73152" rIns="73152" tIns="36576" bIns="36576"/>
          <a:lstStyle/>
          <a:p>
            <a:pPr algn="ctr"/>
          </a:p>
        </p:txBody>
      </p:sp>
      <p:sp>
        <p:nvSpPr>
          <p:cNvPr id="14" name="TextBox 13"/>
          <p:cNvSpPr txBox="1"/>
          <p:nvPr/>
        </p:nvSpPr>
        <p:spPr>
          <a:xfrm>
            <a:off x="594360" y="3255264"/>
            <a:ext cx="365760" cy="365760"/>
          </a:xfrm>
          <a:prstGeom prst="rect">
            <a:avLst/>
          </a:prstGeom>
          <a:noFill/>
        </p:spPr>
        <p:txBody>
          <a:bodyPr wrap="square" lIns="0" rIns="0" tIns="0" bIns="0" anchor="t">
            <a:spAutoFit/>
          </a:bodyPr>
          <a:lstStyle/>
          <a:p>
            <a:pPr>
              <a:buNone/>
            </a:pPr>
            <a:r>
              <a:rPr sz="1800" b="1" lang="ja-JP" altLang="en-US">
                <a:solidFill>
                  <a:srgbClr val="26890D"/>
                </a:solidFill>
              </a:rPr>
              <a:t>A</a:t>
            </a:r>
          </a:p>
        </p:txBody>
      </p:sp>
      <p:sp>
        <p:nvSpPr>
          <p:cNvPr id="15" name="TextBox 14"/>
          <p:cNvSpPr txBox="1"/>
          <p:nvPr/>
        </p:nvSpPr>
        <p:spPr>
          <a:xfrm>
            <a:off x="914400" y="3310128"/>
            <a:ext cx="1186434" cy="274320"/>
          </a:xfrm>
          <a:prstGeom prst="rect">
            <a:avLst/>
          </a:prstGeom>
          <a:noFill/>
        </p:spPr>
        <p:txBody>
          <a:bodyPr wrap="square" lIns="0" rIns="0" tIns="0" bIns="0" anchor="t">
            <a:spAutoFit/>
          </a:bodyPr>
          <a:lstStyle/>
          <a:p>
            <a:pPr>
              <a:buNone/>
            </a:pPr>
            <a:r>
              <a:rPr sz="1100" b="1" lang="ja-JP" altLang="en-US">
                <a:solidFill>
                  <a:srgbClr val="1C1C1E"/>
                </a:solidFill>
              </a:rPr>
              <a:t>常識で答える</a:t>
            </a:r>
          </a:p>
        </p:txBody>
      </p:sp>
      <p:sp>
        <p:nvSpPr>
          <p:cNvPr id="16" name="TextBox 15"/>
          <p:cNvSpPr txBox="1"/>
          <p:nvPr/>
        </p:nvSpPr>
        <p:spPr>
          <a:xfrm>
            <a:off x="594360" y="3694176"/>
            <a:ext cx="1451610" cy="640080"/>
          </a:xfrm>
          <a:prstGeom prst="rect">
            <a:avLst/>
          </a:prstGeom>
          <a:noFill/>
        </p:spPr>
        <p:txBody>
          <a:bodyPr wrap="square" lIns="0" rIns="0" tIns="0" bIns="0" anchor="t">
            <a:spAutoFit/>
          </a:bodyPr>
          <a:lstStyle/>
          <a:p>
            <a:pPr>
              <a:lnSpc>
                <a:spcPct val="105000"/>
              </a:lnSpc>
              <a:buNone/>
            </a:pPr>
            <a:r>
              <a:rPr sz="900" b="0" lang="ja-JP" altLang="en-US">
                <a:solidFill>
                  <a:srgbClr val="1C1C1E"/>
                </a:solidFill>
              </a:rPr>
              <a:t>用語の説明や一般論。検索せずに即答する</a:t>
            </a:r>
          </a:p>
        </p:txBody>
      </p:sp>
      <p:sp>
        <p:nvSpPr>
          <p:cNvPr id="17" name="TextBox 16"/>
          <p:cNvSpPr txBox="1"/>
          <p:nvPr/>
        </p:nvSpPr>
        <p:spPr>
          <a:xfrm>
            <a:off x="594360" y="4389120"/>
            <a:ext cx="1506474" cy="228600"/>
          </a:xfrm>
          <a:prstGeom prst="rect">
            <a:avLst/>
          </a:prstGeom>
          <a:noFill/>
        </p:spPr>
        <p:txBody>
          <a:bodyPr wrap="square" lIns="0" rIns="0" tIns="0" bIns="0" anchor="t">
            <a:spAutoFit/>
          </a:bodyPr>
          <a:lstStyle/>
          <a:p>
            <a:pPr>
              <a:buNone/>
            </a:pPr>
            <a:r>
              <a:rPr sz="800" b="0" lang="ja-JP" altLang="en-US">
                <a:solidFill>
                  <a:srgbClr val="8C8F93"/>
                </a:solidFill>
              </a:rPr>
              <a:t>例：「EBITDAとは？」</a:t>
            </a:r>
          </a:p>
        </p:txBody>
      </p:sp>
      <p:cxnSp>
        <p:nvCxnSpPr>
          <p:cNvPr id="18" name="Connector 17"/>
          <p:cNvCxnSpPr/>
          <p:nvPr/>
        </p:nvCxnSpPr>
        <p:spPr>
          <a:xfrm>
            <a:off x="3119247" y="2871216"/>
            <a:ext cx="0" cy="237744"/>
          </a:xfrm>
          <a:prstGeom prst="line">
            <a:avLst/>
          </a:prstGeom>
          <a:ln w="12700">
            <a:solidFill>
              <a:srgbClr val="8C8F93"/>
            </a:solidFill>
            <a:tailEnd type="triangle" w="med" len="med"/>
          </a:ln>
        </p:spPr>
      </p:cxnSp>
      <p:sp>
        <p:nvSpPr>
          <p:cNvPr id="19" name="Rectangle 18"/>
          <p:cNvSpPr/>
          <p:nvPr/>
        </p:nvSpPr>
        <p:spPr>
          <a:xfrm>
            <a:off x="2274570" y="3127248"/>
            <a:ext cx="1689354" cy="1572768"/>
          </a:xfrm>
          <a:prstGeom prst="rect">
            <a:avLst/>
          </a:prstGeom>
          <a:solidFill>
            <a:srgbClr val="FFFFFF"/>
          </a:solidFill>
          <a:ln w="9525">
            <a:solidFill>
              <a:srgbClr val="C8CACC"/>
            </a:solidFill>
          </a:ln>
        </p:spPr>
        <p:txBody>
          <a:bodyPr rtlCol="0" anchor="ctr" lIns="73152" rIns="73152" tIns="36576" bIns="36576"/>
          <a:lstStyle/>
          <a:p>
            <a:pPr algn="ctr"/>
          </a:p>
        </p:txBody>
      </p:sp>
      <p:sp>
        <p:nvSpPr>
          <p:cNvPr id="20" name="Rectangle 19"/>
          <p:cNvSpPr/>
          <p:nvPr/>
        </p:nvSpPr>
        <p:spPr>
          <a:xfrm>
            <a:off x="2274570" y="3127248"/>
            <a:ext cx="1689354" cy="45720"/>
          </a:xfrm>
          <a:prstGeom prst="rect">
            <a:avLst/>
          </a:prstGeom>
          <a:solidFill>
            <a:srgbClr val="26890D"/>
          </a:solidFill>
          <a:ln>
            <a:noFill/>
          </a:ln>
        </p:spPr>
        <p:txBody>
          <a:bodyPr rtlCol="0" anchor="ctr" lIns="73152" rIns="73152" tIns="36576" bIns="36576"/>
          <a:lstStyle/>
          <a:p>
            <a:pPr algn="ctr"/>
          </a:p>
        </p:txBody>
      </p:sp>
      <p:sp>
        <p:nvSpPr>
          <p:cNvPr id="21" name="TextBox 20"/>
          <p:cNvSpPr txBox="1"/>
          <p:nvPr/>
        </p:nvSpPr>
        <p:spPr>
          <a:xfrm>
            <a:off x="2393441" y="3255264"/>
            <a:ext cx="365760" cy="365760"/>
          </a:xfrm>
          <a:prstGeom prst="rect">
            <a:avLst/>
          </a:prstGeom>
          <a:noFill/>
        </p:spPr>
        <p:txBody>
          <a:bodyPr wrap="square" lIns="0" rIns="0" tIns="0" bIns="0" anchor="t">
            <a:spAutoFit/>
          </a:bodyPr>
          <a:lstStyle/>
          <a:p>
            <a:pPr>
              <a:buNone/>
            </a:pPr>
            <a:r>
              <a:rPr sz="1800" b="1" lang="ja-JP" altLang="en-US">
                <a:solidFill>
                  <a:srgbClr val="26890D"/>
                </a:solidFill>
              </a:rPr>
              <a:t>B</a:t>
            </a:r>
          </a:p>
        </p:txBody>
      </p:sp>
      <p:sp>
        <p:nvSpPr>
          <p:cNvPr id="22" name="TextBox 21"/>
          <p:cNvSpPr txBox="1"/>
          <p:nvPr/>
        </p:nvSpPr>
        <p:spPr>
          <a:xfrm>
            <a:off x="2713482" y="3310128"/>
            <a:ext cx="1186434" cy="274320"/>
          </a:xfrm>
          <a:prstGeom prst="rect">
            <a:avLst/>
          </a:prstGeom>
          <a:noFill/>
        </p:spPr>
        <p:txBody>
          <a:bodyPr wrap="square" lIns="0" rIns="0" tIns="0" bIns="0" anchor="t">
            <a:spAutoFit/>
          </a:bodyPr>
          <a:lstStyle/>
          <a:p>
            <a:pPr>
              <a:buNone/>
            </a:pPr>
            <a:r>
              <a:rPr sz="1100" b="1" lang="ja-JP" altLang="en-US">
                <a:solidFill>
                  <a:srgbClr val="1C1C1E"/>
                </a:solidFill>
              </a:rPr>
              <a:t>社内情報で答える</a:t>
            </a:r>
          </a:p>
        </p:txBody>
      </p:sp>
      <p:sp>
        <p:nvSpPr>
          <p:cNvPr id="23" name="TextBox 22"/>
          <p:cNvSpPr txBox="1"/>
          <p:nvPr/>
        </p:nvSpPr>
        <p:spPr>
          <a:xfrm>
            <a:off x="2393441" y="3694176"/>
            <a:ext cx="1451610" cy="640080"/>
          </a:xfrm>
          <a:prstGeom prst="rect">
            <a:avLst/>
          </a:prstGeom>
          <a:noFill/>
        </p:spPr>
        <p:txBody>
          <a:bodyPr wrap="square" lIns="0" rIns="0" tIns="0" bIns="0" anchor="t">
            <a:spAutoFit/>
          </a:bodyPr>
          <a:lstStyle/>
          <a:p>
            <a:pPr>
              <a:lnSpc>
                <a:spcPct val="105000"/>
              </a:lnSpc>
              <a:buNone/>
            </a:pPr>
            <a:r>
              <a:rPr sz="900" b="0" lang="ja-JP" altLang="en-US">
                <a:solidFill>
                  <a:srgbClr val="1C1C1E"/>
                </a:solidFill>
              </a:rPr>
              <a:t>有報・中計・決算資料・予算編成方針・業績予想・監視指標から探す</a:t>
            </a:r>
          </a:p>
        </p:txBody>
      </p:sp>
      <p:sp>
        <p:nvSpPr>
          <p:cNvPr id="24" name="TextBox 23"/>
          <p:cNvSpPr txBox="1"/>
          <p:nvPr/>
        </p:nvSpPr>
        <p:spPr>
          <a:xfrm>
            <a:off x="2393441" y="4389120"/>
            <a:ext cx="1506474" cy="228600"/>
          </a:xfrm>
          <a:prstGeom prst="rect">
            <a:avLst/>
          </a:prstGeom>
          <a:noFill/>
        </p:spPr>
        <p:txBody>
          <a:bodyPr wrap="square" lIns="0" rIns="0" tIns="0" bIns="0" anchor="t">
            <a:spAutoFit/>
          </a:bodyPr>
          <a:lstStyle/>
          <a:p>
            <a:pPr>
              <a:buNone/>
            </a:pPr>
            <a:r>
              <a:rPr sz="800" b="0" lang="ja-JP" altLang="en-US">
                <a:solidFill>
                  <a:srgbClr val="8C8F93"/>
                </a:solidFill>
              </a:rPr>
              <a:t>例：「都市交通の中計の重点は？」</a:t>
            </a:r>
          </a:p>
        </p:txBody>
      </p:sp>
      <p:cxnSp>
        <p:nvCxnSpPr>
          <p:cNvPr id="25" name="Connector 24"/>
          <p:cNvCxnSpPr/>
          <p:nvPr/>
        </p:nvCxnSpPr>
        <p:spPr>
          <a:xfrm>
            <a:off x="4918329" y="2871216"/>
            <a:ext cx="0" cy="237744"/>
          </a:xfrm>
          <a:prstGeom prst="line">
            <a:avLst/>
          </a:prstGeom>
          <a:ln w="12700">
            <a:solidFill>
              <a:srgbClr val="8C8F93"/>
            </a:solidFill>
            <a:tailEnd type="triangle" w="med" len="med"/>
          </a:ln>
        </p:spPr>
      </p:cxnSp>
      <p:sp>
        <p:nvSpPr>
          <p:cNvPr id="26" name="Rectangle 25"/>
          <p:cNvSpPr/>
          <p:nvPr/>
        </p:nvSpPr>
        <p:spPr>
          <a:xfrm>
            <a:off x="4073652" y="3127248"/>
            <a:ext cx="1689354" cy="1572768"/>
          </a:xfrm>
          <a:prstGeom prst="rect">
            <a:avLst/>
          </a:prstGeom>
          <a:solidFill>
            <a:srgbClr val="FFFFFF"/>
          </a:solidFill>
          <a:ln w="9525">
            <a:solidFill>
              <a:srgbClr val="C8CACC"/>
            </a:solidFill>
          </a:ln>
        </p:spPr>
        <p:txBody>
          <a:bodyPr rtlCol="0" anchor="ctr" lIns="73152" rIns="73152" tIns="36576" bIns="36576"/>
          <a:lstStyle/>
          <a:p>
            <a:pPr algn="ctr"/>
          </a:p>
        </p:txBody>
      </p:sp>
      <p:sp>
        <p:nvSpPr>
          <p:cNvPr id="27" name="Rectangle 26"/>
          <p:cNvSpPr/>
          <p:nvPr/>
        </p:nvSpPr>
        <p:spPr>
          <a:xfrm>
            <a:off x="4073652" y="3127248"/>
            <a:ext cx="1689354" cy="45720"/>
          </a:xfrm>
          <a:prstGeom prst="rect">
            <a:avLst/>
          </a:prstGeom>
          <a:solidFill>
            <a:srgbClr val="26890D"/>
          </a:solidFill>
          <a:ln>
            <a:noFill/>
          </a:ln>
        </p:spPr>
        <p:txBody>
          <a:bodyPr rtlCol="0" anchor="ctr" lIns="73152" rIns="73152" tIns="36576" bIns="36576"/>
          <a:lstStyle/>
          <a:p>
            <a:pPr algn="ctr"/>
          </a:p>
        </p:txBody>
      </p:sp>
      <p:sp>
        <p:nvSpPr>
          <p:cNvPr id="28" name="TextBox 27"/>
          <p:cNvSpPr txBox="1"/>
          <p:nvPr/>
        </p:nvSpPr>
        <p:spPr>
          <a:xfrm>
            <a:off x="4192524" y="3255264"/>
            <a:ext cx="365760" cy="365760"/>
          </a:xfrm>
          <a:prstGeom prst="rect">
            <a:avLst/>
          </a:prstGeom>
          <a:noFill/>
        </p:spPr>
        <p:txBody>
          <a:bodyPr wrap="square" lIns="0" rIns="0" tIns="0" bIns="0" anchor="t">
            <a:spAutoFit/>
          </a:bodyPr>
          <a:lstStyle/>
          <a:p>
            <a:pPr>
              <a:buNone/>
            </a:pPr>
            <a:r>
              <a:rPr sz="1800" b="1" lang="ja-JP" altLang="en-US">
                <a:solidFill>
                  <a:srgbClr val="26890D"/>
                </a:solidFill>
              </a:rPr>
              <a:t>C</a:t>
            </a:r>
          </a:p>
        </p:txBody>
      </p:sp>
      <p:sp>
        <p:nvSpPr>
          <p:cNvPr id="29" name="TextBox 28"/>
          <p:cNvSpPr txBox="1"/>
          <p:nvPr/>
        </p:nvSpPr>
        <p:spPr>
          <a:xfrm>
            <a:off x="4512564" y="3310128"/>
            <a:ext cx="1186434" cy="274320"/>
          </a:xfrm>
          <a:prstGeom prst="rect">
            <a:avLst/>
          </a:prstGeom>
          <a:noFill/>
        </p:spPr>
        <p:txBody>
          <a:bodyPr wrap="square" lIns="0" rIns="0" tIns="0" bIns="0" anchor="t">
            <a:spAutoFit/>
          </a:bodyPr>
          <a:lstStyle/>
          <a:p>
            <a:pPr>
              <a:buNone/>
            </a:pPr>
            <a:r>
              <a:rPr sz="1100" b="1" lang="ja-JP" altLang="en-US">
                <a:solidFill>
                  <a:srgbClr val="1C1C1E"/>
                </a:solidFill>
              </a:rPr>
              <a:t>社外まで調べる</a:t>
            </a:r>
          </a:p>
        </p:txBody>
      </p:sp>
      <p:sp>
        <p:nvSpPr>
          <p:cNvPr id="30" name="TextBox 29"/>
          <p:cNvSpPr txBox="1"/>
          <p:nvPr/>
        </p:nvSpPr>
        <p:spPr>
          <a:xfrm>
            <a:off x="4192524" y="3694176"/>
            <a:ext cx="1451610" cy="640080"/>
          </a:xfrm>
          <a:prstGeom prst="rect">
            <a:avLst/>
          </a:prstGeom>
          <a:noFill/>
        </p:spPr>
        <p:txBody>
          <a:bodyPr wrap="square" lIns="0" rIns="0" tIns="0" bIns="0" anchor="t">
            <a:spAutoFit/>
          </a:bodyPr>
          <a:lstStyle/>
          <a:p>
            <a:pPr>
              <a:lnSpc>
                <a:spcPct val="105000"/>
              </a:lnSpc>
              <a:buNone/>
            </a:pPr>
            <a:r>
              <a:rPr sz="900" b="0" lang="ja-JP" altLang="en-US">
                <a:solidFill>
                  <a:srgbClr val="1C1C1E"/>
                </a:solidFill>
              </a:rPr>
              <a:t>指定サイト約220から、軽量LLMが相手と話題に合うページを選び、本文まで読む</a:t>
            </a:r>
          </a:p>
        </p:txBody>
      </p:sp>
      <p:sp>
        <p:nvSpPr>
          <p:cNvPr id="31" name="TextBox 30"/>
          <p:cNvSpPr txBox="1"/>
          <p:nvPr/>
        </p:nvSpPr>
        <p:spPr>
          <a:xfrm>
            <a:off x="4192524" y="4389120"/>
            <a:ext cx="1506474" cy="228600"/>
          </a:xfrm>
          <a:prstGeom prst="rect">
            <a:avLst/>
          </a:prstGeom>
          <a:noFill/>
        </p:spPr>
        <p:txBody>
          <a:bodyPr wrap="square" lIns="0" rIns="0" tIns="0" bIns="0" anchor="t">
            <a:spAutoFit/>
          </a:bodyPr>
          <a:lstStyle/>
          <a:p>
            <a:pPr>
              <a:buNone/>
            </a:pPr>
            <a:r>
              <a:rPr sz="800" b="0" lang="ja-JP" altLang="en-US">
                <a:solidFill>
                  <a:srgbClr val="8C8F93"/>
                </a:solidFill>
              </a:rPr>
              <a:t>例：「競合各社の最新動向は？」</a:t>
            </a:r>
          </a:p>
        </p:txBody>
      </p:sp>
      <p:cxnSp>
        <p:nvCxnSpPr>
          <p:cNvPr id="32" name="Connector 31"/>
          <p:cNvCxnSpPr/>
          <p:nvPr/>
        </p:nvCxnSpPr>
        <p:spPr>
          <a:xfrm>
            <a:off x="6717411" y="2871216"/>
            <a:ext cx="0" cy="237744"/>
          </a:xfrm>
          <a:prstGeom prst="line">
            <a:avLst/>
          </a:prstGeom>
          <a:ln w="12700">
            <a:solidFill>
              <a:srgbClr val="8C8F93"/>
            </a:solidFill>
            <a:tailEnd type="triangle" w="med" len="med"/>
          </a:ln>
        </p:spPr>
      </p:cxnSp>
      <p:sp>
        <p:nvSpPr>
          <p:cNvPr id="33" name="Rectangle 32"/>
          <p:cNvSpPr/>
          <p:nvPr/>
        </p:nvSpPr>
        <p:spPr>
          <a:xfrm>
            <a:off x="5872733" y="3127248"/>
            <a:ext cx="1689354" cy="1572768"/>
          </a:xfrm>
          <a:prstGeom prst="rect">
            <a:avLst/>
          </a:prstGeom>
          <a:solidFill>
            <a:srgbClr val="FFFFFF"/>
          </a:solidFill>
          <a:ln w="9525">
            <a:solidFill>
              <a:srgbClr val="C8CACC"/>
            </a:solidFill>
          </a:ln>
        </p:spPr>
        <p:txBody>
          <a:bodyPr rtlCol="0" anchor="ctr" lIns="73152" rIns="73152" tIns="36576" bIns="36576"/>
          <a:lstStyle/>
          <a:p>
            <a:pPr algn="ctr"/>
          </a:p>
        </p:txBody>
      </p:sp>
      <p:sp>
        <p:nvSpPr>
          <p:cNvPr id="34" name="Rectangle 33"/>
          <p:cNvSpPr/>
          <p:nvPr/>
        </p:nvSpPr>
        <p:spPr>
          <a:xfrm>
            <a:off x="5872733" y="3127248"/>
            <a:ext cx="1689354" cy="45720"/>
          </a:xfrm>
          <a:prstGeom prst="rect">
            <a:avLst/>
          </a:prstGeom>
          <a:solidFill>
            <a:srgbClr val="0D8390"/>
          </a:solidFill>
          <a:ln>
            <a:noFill/>
          </a:ln>
        </p:spPr>
        <p:txBody>
          <a:bodyPr rtlCol="0" anchor="ctr" lIns="73152" rIns="73152" tIns="36576" bIns="36576"/>
          <a:lstStyle/>
          <a:p>
            <a:pPr algn="ctr"/>
          </a:p>
        </p:txBody>
      </p:sp>
      <p:sp>
        <p:nvSpPr>
          <p:cNvPr id="35" name="TextBox 34"/>
          <p:cNvSpPr txBox="1"/>
          <p:nvPr/>
        </p:nvSpPr>
        <p:spPr>
          <a:xfrm>
            <a:off x="5991605" y="3255264"/>
            <a:ext cx="365760" cy="365760"/>
          </a:xfrm>
          <a:prstGeom prst="rect">
            <a:avLst/>
          </a:prstGeom>
          <a:noFill/>
        </p:spPr>
        <p:txBody>
          <a:bodyPr wrap="square" lIns="0" rIns="0" tIns="0" bIns="0" anchor="t">
            <a:spAutoFit/>
          </a:bodyPr>
          <a:lstStyle/>
          <a:p>
            <a:pPr>
              <a:buNone/>
            </a:pPr>
            <a:r>
              <a:rPr sz="1800" b="1" lang="ja-JP" altLang="en-US">
                <a:solidFill>
                  <a:srgbClr val="0D8390"/>
                </a:solidFill>
              </a:rPr>
              <a:t>D</a:t>
            </a:r>
          </a:p>
        </p:txBody>
      </p:sp>
      <p:sp>
        <p:nvSpPr>
          <p:cNvPr id="36" name="TextBox 35"/>
          <p:cNvSpPr txBox="1"/>
          <p:nvPr/>
        </p:nvSpPr>
        <p:spPr>
          <a:xfrm>
            <a:off x="6311646" y="3310128"/>
            <a:ext cx="1186434" cy="274320"/>
          </a:xfrm>
          <a:prstGeom prst="rect">
            <a:avLst/>
          </a:prstGeom>
          <a:noFill/>
        </p:spPr>
        <p:txBody>
          <a:bodyPr wrap="square" lIns="0" rIns="0" tIns="0" bIns="0" anchor="t">
            <a:spAutoFit/>
          </a:bodyPr>
          <a:lstStyle/>
          <a:p>
            <a:pPr>
              <a:buNone/>
            </a:pPr>
            <a:r>
              <a:rPr sz="1100" b="1" lang="ja-JP" altLang="en-US">
                <a:solidFill>
                  <a:srgbClr val="1C1C1E"/>
                </a:solidFill>
              </a:rPr>
              <a:t>資料を作る</a:t>
            </a:r>
          </a:p>
        </p:txBody>
      </p:sp>
      <p:sp>
        <p:nvSpPr>
          <p:cNvPr id="37" name="TextBox 36"/>
          <p:cNvSpPr txBox="1"/>
          <p:nvPr/>
        </p:nvSpPr>
        <p:spPr>
          <a:xfrm>
            <a:off x="5991605" y="3694176"/>
            <a:ext cx="1451610" cy="640080"/>
          </a:xfrm>
          <a:prstGeom prst="rect">
            <a:avLst/>
          </a:prstGeom>
          <a:noFill/>
        </p:spPr>
        <p:txBody>
          <a:bodyPr wrap="square" lIns="0" rIns="0" tIns="0" bIns="0" anchor="t">
            <a:spAutoFit/>
          </a:bodyPr>
          <a:lstStyle/>
          <a:p>
            <a:pPr>
              <a:lnSpc>
                <a:spcPct val="105000"/>
              </a:lnSpc>
              <a:buNone/>
            </a:pPr>
            <a:r>
              <a:rPr sz="900" b="0" lang="ja-JP" altLang="en-US">
                <a:solidFill>
                  <a:srgbClr val="1C1C1E"/>
                </a:solidFill>
              </a:rPr>
              <a:t>直前の回答をPDF・Word・Excel・PowerPoint・グラフにする</a:t>
            </a:r>
          </a:p>
        </p:txBody>
      </p:sp>
      <p:sp>
        <p:nvSpPr>
          <p:cNvPr id="38" name="TextBox 37"/>
          <p:cNvSpPr txBox="1"/>
          <p:nvPr/>
        </p:nvSpPr>
        <p:spPr>
          <a:xfrm>
            <a:off x="5991605" y="4389120"/>
            <a:ext cx="1506474" cy="228600"/>
          </a:xfrm>
          <a:prstGeom prst="rect">
            <a:avLst/>
          </a:prstGeom>
          <a:noFill/>
        </p:spPr>
        <p:txBody>
          <a:bodyPr wrap="square" lIns="0" rIns="0" tIns="0" bIns="0" anchor="t">
            <a:spAutoFit/>
          </a:bodyPr>
          <a:lstStyle/>
          <a:p>
            <a:pPr>
              <a:buNone/>
            </a:pPr>
            <a:r>
              <a:rPr sz="800" b="0" lang="ja-JP" altLang="en-US">
                <a:solidFill>
                  <a:srgbClr val="8C8F93"/>
                </a:solidFill>
              </a:rPr>
              <a:t>例：「役員向けにPPTにして」</a:t>
            </a:r>
          </a:p>
        </p:txBody>
      </p:sp>
      <p:cxnSp>
        <p:nvCxnSpPr>
          <p:cNvPr id="39" name="Connector 38"/>
          <p:cNvCxnSpPr/>
          <p:nvPr/>
        </p:nvCxnSpPr>
        <p:spPr>
          <a:xfrm>
            <a:off x="1320165" y="4700016"/>
            <a:ext cx="0" cy="283464"/>
          </a:xfrm>
          <a:prstGeom prst="line">
            <a:avLst/>
          </a:prstGeom>
          <a:ln w="12700">
            <a:solidFill>
              <a:srgbClr val="8C8F93"/>
            </a:solidFill>
          </a:ln>
        </p:spPr>
      </p:cxnSp>
      <p:cxnSp>
        <p:nvCxnSpPr>
          <p:cNvPr id="40" name="Connector 39"/>
          <p:cNvCxnSpPr/>
          <p:nvPr/>
        </p:nvCxnSpPr>
        <p:spPr>
          <a:xfrm>
            <a:off x="3119247" y="4700016"/>
            <a:ext cx="0" cy="283464"/>
          </a:xfrm>
          <a:prstGeom prst="line">
            <a:avLst/>
          </a:prstGeom>
          <a:ln w="12700">
            <a:solidFill>
              <a:srgbClr val="8C8F93"/>
            </a:solidFill>
          </a:ln>
        </p:spPr>
      </p:cxnSp>
      <p:cxnSp>
        <p:nvCxnSpPr>
          <p:cNvPr id="41" name="Connector 40"/>
          <p:cNvCxnSpPr/>
          <p:nvPr/>
        </p:nvCxnSpPr>
        <p:spPr>
          <a:xfrm>
            <a:off x="4918329" y="4700016"/>
            <a:ext cx="0" cy="283464"/>
          </a:xfrm>
          <a:prstGeom prst="line">
            <a:avLst/>
          </a:prstGeom>
          <a:ln w="12700">
            <a:solidFill>
              <a:srgbClr val="8C8F93"/>
            </a:solidFill>
          </a:ln>
        </p:spPr>
      </p:cxnSp>
      <p:cxnSp>
        <p:nvCxnSpPr>
          <p:cNvPr id="42" name="Connector 41"/>
          <p:cNvCxnSpPr/>
          <p:nvPr/>
        </p:nvCxnSpPr>
        <p:spPr>
          <a:xfrm>
            <a:off x="6717411" y="4700016"/>
            <a:ext cx="0" cy="283464"/>
          </a:xfrm>
          <a:prstGeom prst="line">
            <a:avLst/>
          </a:prstGeom>
          <a:ln w="12700">
            <a:solidFill>
              <a:srgbClr val="8C8F93"/>
            </a:solidFill>
          </a:ln>
        </p:spPr>
      </p:cxnSp>
      <p:cxnSp>
        <p:nvCxnSpPr>
          <p:cNvPr id="43" name="Connector 42"/>
          <p:cNvCxnSpPr/>
          <p:nvPr/>
        </p:nvCxnSpPr>
        <p:spPr>
          <a:xfrm>
            <a:off x="1320165" y="4983480"/>
            <a:ext cx="5397246" cy="0"/>
          </a:xfrm>
          <a:prstGeom prst="line">
            <a:avLst/>
          </a:prstGeom>
          <a:ln w="12700">
            <a:solidFill>
              <a:srgbClr val="8C8F93"/>
            </a:solidFill>
          </a:ln>
        </p:spPr>
      </p:cxnSp>
      <p:cxnSp>
        <p:nvCxnSpPr>
          <p:cNvPr id="44" name="Connector 43"/>
          <p:cNvCxnSpPr/>
          <p:nvPr/>
        </p:nvCxnSpPr>
        <p:spPr>
          <a:xfrm>
            <a:off x="4018787" y="4983480"/>
            <a:ext cx="0" cy="137160"/>
          </a:xfrm>
          <a:prstGeom prst="line">
            <a:avLst/>
          </a:prstGeom>
          <a:ln w="15875">
            <a:solidFill>
              <a:srgbClr val="8C8F93"/>
            </a:solidFill>
            <a:tailEnd type="triangle" w="med" len="med"/>
          </a:ln>
        </p:spPr>
      </p:cxnSp>
      <p:sp>
        <p:nvSpPr>
          <p:cNvPr id="45" name="Rectangle 44"/>
          <p:cNvSpPr/>
          <p:nvPr/>
        </p:nvSpPr>
        <p:spPr>
          <a:xfrm>
            <a:off x="475488" y="5138928"/>
            <a:ext cx="7086600" cy="566928"/>
          </a:xfrm>
          <a:prstGeom prst="rect">
            <a:avLst/>
          </a:prstGeom>
          <a:solidFill>
            <a:srgbClr val="EEF5EA"/>
          </a:solidFill>
          <a:ln>
            <a:noFill/>
          </a:ln>
        </p:spPr>
        <p:txBody>
          <a:bodyPr rtlCol="0" anchor="ctr" lIns="201168" rIns="73152" tIns="36576" bIns="36576" wrap="square"/>
          <a:lstStyle/>
          <a:p>
            <a:pPr algn="l">
              <a:spcAft>
                <a:spcPts val="100"/>
              </a:spcAft>
              <a:buNone/>
            </a:pPr>
            <a:r>
              <a:rPr sz="1150" b="1" lang="ja-JP" altLang="en-US">
                <a:solidFill>
                  <a:srgbClr val="046A38"/>
                </a:solidFill>
              </a:rPr>
              <a:t>③ 根拠を束ねて回答する</a:t>
            </a:r>
          </a:p>
          <a:p>
            <a:pPr algn="l">
              <a:buNone/>
            </a:pPr>
            <a:r>
              <a:rPr sz="950" b="0" lang="ja-JP" altLang="en-US">
                <a:solidFill>
                  <a:srgbClr val="1C1C1E"/>
                </a:solidFill>
              </a:rPr>
              <a:t>主モデル（Claude Opus）が、社内・社外の根拠を出典（題名・日付・URL）つきで会話として返す</a:t>
            </a:r>
          </a:p>
        </p:txBody>
      </p:sp>
      <p:sp>
        <p:nvSpPr>
          <p:cNvPr id="46" name="Rectangle 45"/>
          <p:cNvSpPr/>
          <p:nvPr/>
        </p:nvSpPr>
        <p:spPr>
          <a:xfrm>
            <a:off x="475488" y="5138928"/>
            <a:ext cx="54864" cy="566928"/>
          </a:xfrm>
          <a:prstGeom prst="rect">
            <a:avLst/>
          </a:prstGeom>
          <a:solidFill>
            <a:srgbClr val="046A38"/>
          </a:solidFill>
          <a:ln>
            <a:noFill/>
          </a:ln>
        </p:spPr>
        <p:txBody>
          <a:bodyPr rtlCol="0" anchor="ctr" lIns="73152" rIns="73152" tIns="36576" bIns="36576"/>
          <a:lstStyle/>
          <a:p>
            <a:pPr algn="ctr"/>
          </a:p>
        </p:txBody>
      </p:sp>
      <p:sp>
        <p:nvSpPr>
          <p:cNvPr id="47" name="TextBox 46"/>
          <p:cNvSpPr txBox="1"/>
          <p:nvPr/>
        </p:nvSpPr>
        <p:spPr>
          <a:xfrm>
            <a:off x="475488" y="5833872"/>
            <a:ext cx="2289048" cy="502920"/>
          </a:xfrm>
          <a:prstGeom prst="rect">
            <a:avLst/>
          </a:prstGeom>
          <a:noFill/>
        </p:spPr>
        <p:txBody>
          <a:bodyPr wrap="square" lIns="0" rIns="0" tIns="0" bIns="0" anchor="t">
            <a:spAutoFit/>
          </a:bodyPr>
          <a:lstStyle/>
          <a:p>
            <a:pPr>
              <a:spcAft>
                <a:spcPts val="100"/>
              </a:spcAft>
              <a:buNone/>
            </a:pPr>
            <a:r>
              <a:rPr sz="950" b="1" lang="ja-JP" altLang="en-US">
                <a:solidFill>
                  <a:srgbClr val="046A38"/>
                </a:solidFill>
              </a:rPr>
              <a:t>✓ エージェント基盤を使わない</a:t>
            </a:r>
          </a:p>
          <a:p>
            <a:pPr>
              <a:buNone/>
            </a:pPr>
            <a:r>
              <a:rPr sz="850" b="0" lang="ja-JP" altLang="en-US">
                <a:solidFill>
                  <a:srgbClr val="63666A"/>
                </a:solidFill>
              </a:rPr>
              <a:t>主モデルと軽量モデルの役割分担で、速く・挙動を制御しやすい</a:t>
            </a:r>
          </a:p>
        </p:txBody>
      </p:sp>
      <p:sp>
        <p:nvSpPr>
          <p:cNvPr id="48" name="TextBox 47"/>
          <p:cNvSpPr txBox="1"/>
          <p:nvPr/>
        </p:nvSpPr>
        <p:spPr>
          <a:xfrm>
            <a:off x="2874264" y="5833872"/>
            <a:ext cx="2289048" cy="502920"/>
          </a:xfrm>
          <a:prstGeom prst="rect">
            <a:avLst/>
          </a:prstGeom>
          <a:noFill/>
        </p:spPr>
        <p:txBody>
          <a:bodyPr wrap="square" lIns="0" rIns="0" tIns="0" bIns="0" anchor="t">
            <a:spAutoFit/>
          </a:bodyPr>
          <a:lstStyle/>
          <a:p>
            <a:pPr>
              <a:spcAft>
                <a:spcPts val="100"/>
              </a:spcAft>
              <a:buNone/>
            </a:pPr>
            <a:r>
              <a:rPr sz="950" b="1" lang="ja-JP" altLang="en-US">
                <a:solidFill>
                  <a:srgbClr val="046A38"/>
                </a:solidFill>
              </a:rPr>
              <a:t>✓ 許可リスト方式</a:t>
            </a:r>
          </a:p>
          <a:p>
            <a:pPr>
              <a:buNone/>
            </a:pPr>
            <a:r>
              <a:rPr sz="850" b="0" lang="ja-JP" altLang="en-US">
                <a:solidFill>
                  <a:srgbClr val="63666A"/>
                </a:solidFill>
              </a:rPr>
              <a:t>社外は指定サイトのみ。ウェブ全体は検索しない</a:t>
            </a:r>
          </a:p>
        </p:txBody>
      </p:sp>
      <p:sp>
        <p:nvSpPr>
          <p:cNvPr id="49" name="TextBox 48"/>
          <p:cNvSpPr txBox="1"/>
          <p:nvPr/>
        </p:nvSpPr>
        <p:spPr>
          <a:xfrm>
            <a:off x="5273040" y="5833872"/>
            <a:ext cx="2289048" cy="502920"/>
          </a:xfrm>
          <a:prstGeom prst="rect">
            <a:avLst/>
          </a:prstGeom>
          <a:noFill/>
        </p:spPr>
        <p:txBody>
          <a:bodyPr wrap="square" lIns="0" rIns="0" tIns="0" bIns="0" anchor="t">
            <a:spAutoFit/>
          </a:bodyPr>
          <a:lstStyle/>
          <a:p>
            <a:pPr>
              <a:spcAft>
                <a:spcPts val="100"/>
              </a:spcAft>
              <a:buNone/>
            </a:pPr>
            <a:r>
              <a:rPr sz="950" b="1" lang="ja-JP" altLang="en-US">
                <a:solidFill>
                  <a:srgbClr val="046A38"/>
                </a:solidFill>
              </a:rPr>
              <a:t>✓ 続きの依頼は即答</a:t>
            </a:r>
          </a:p>
          <a:p>
            <a:pPr>
              <a:buNone/>
            </a:pPr>
            <a:r>
              <a:rPr sz="850" b="0" lang="ja-JP" altLang="en-US">
                <a:solidFill>
                  <a:srgbClr val="63666A"/>
                </a:solidFill>
              </a:rPr>
              <a:t>「3行にまとめて」等は検索を省き約7秒</a:t>
            </a:r>
          </a:p>
        </p:txBody>
      </p:sp>
      <p:sp>
        <p:nvSpPr>
          <p:cNvPr id="50" name="TextBox 49"/>
          <p:cNvSpPr txBox="1"/>
          <p:nvPr/>
        </p:nvSpPr>
        <p:spPr>
          <a:xfrm>
            <a:off x="7863840" y="1517904"/>
            <a:ext cx="3840480" cy="219456"/>
          </a:xfrm>
          <a:prstGeom prst="rect">
            <a:avLst/>
          </a:prstGeom>
          <a:noFill/>
        </p:spPr>
        <p:txBody>
          <a:bodyPr wrap="square" lIns="0" rIns="0" tIns="0" bIns="0" anchor="t">
            <a:spAutoFit/>
          </a:bodyPr>
          <a:lstStyle/>
          <a:p>
            <a:pPr>
              <a:buNone/>
            </a:pPr>
            <a:r>
              <a:rPr sz="950" b="1" lang="ja-JP" altLang="en-US">
                <a:solidFill>
                  <a:srgbClr val="046A38"/>
                </a:solidFill>
              </a:rPr>
              <a:t>① 質問に、会話として回答</a:t>
            </a:r>
          </a:p>
        </p:txBody>
      </p:sp>
      <p:sp>
        <p:nvSpPr>
          <p:cNvPr id="51" name="Rectangle 50"/>
          <p:cNvSpPr/>
          <p:nvPr/>
        </p:nvSpPr>
        <p:spPr>
          <a:xfrm>
            <a:off x="7845552" y="1755648"/>
            <a:ext cx="3877056" cy="2390109"/>
          </a:xfrm>
          <a:prstGeom prst="rect">
            <a:avLst/>
          </a:prstGeom>
          <a:noFill/>
          <a:ln w="9525">
            <a:solidFill>
              <a:srgbClr val="C8CACC"/>
            </a:solidFill>
          </a:ln>
        </p:spPr>
        <p:txBody>
          <a:bodyPr rtlCol="0" anchor="ctr" lIns="73152" rIns="73152" tIns="36576" bIns="36576"/>
          <a:lstStyle/>
          <a:p>
            <a:pPr algn="ctr"/>
          </a:p>
        </p:txBody>
      </p:sp>
      <p:pic>
        <p:nvPicPr>
          <p:cNvPr id="52" name="Picture 51" descr="s_chat.png"/>
          <p:cNvPicPr>
            <a:picLocks noChangeAspect="1"/>
          </p:cNvPicPr>
          <p:nvPr/>
        </p:nvPicPr>
        <p:blipFill>
          <a:blip r:embed="rId3"/>
          <a:stretch>
            <a:fillRect/>
          </a:stretch>
        </p:blipFill>
        <p:spPr>
          <a:xfrm>
            <a:off x="7863840" y="1773936"/>
            <a:ext cx="3840480" cy="2353533"/>
          </a:xfrm>
          <a:prstGeom prst="rect">
            <a:avLst/>
          </a:prstGeom>
        </p:spPr>
      </p:pic>
      <p:sp>
        <p:nvSpPr>
          <p:cNvPr id="53" name="TextBox 52"/>
          <p:cNvSpPr txBox="1"/>
          <p:nvPr/>
        </p:nvSpPr>
        <p:spPr>
          <a:xfrm>
            <a:off x="7863840" y="4237197"/>
            <a:ext cx="3840480" cy="219456"/>
          </a:xfrm>
          <a:prstGeom prst="rect">
            <a:avLst/>
          </a:prstGeom>
          <a:noFill/>
        </p:spPr>
        <p:txBody>
          <a:bodyPr wrap="square" lIns="0" rIns="0" tIns="0" bIns="0" anchor="t">
            <a:spAutoFit/>
          </a:bodyPr>
          <a:lstStyle/>
          <a:p>
            <a:pPr>
              <a:buNone/>
            </a:pPr>
            <a:r>
              <a:rPr sz="950" b="1" lang="ja-JP" altLang="en-US">
                <a:solidFill>
                  <a:srgbClr val="046A38"/>
                </a:solidFill>
              </a:rPr>
              <a:t>② 読んだ外部サイトを、出典として提示</a:t>
            </a:r>
          </a:p>
        </p:txBody>
      </p:sp>
      <p:sp>
        <p:nvSpPr>
          <p:cNvPr id="54" name="Rectangle 53"/>
          <p:cNvSpPr/>
          <p:nvPr/>
        </p:nvSpPr>
        <p:spPr>
          <a:xfrm>
            <a:off x="7845552" y="4474941"/>
            <a:ext cx="3877056" cy="1379624"/>
          </a:xfrm>
          <a:prstGeom prst="rect">
            <a:avLst/>
          </a:prstGeom>
          <a:noFill/>
          <a:ln w="9525">
            <a:solidFill>
              <a:srgbClr val="C8CACC"/>
            </a:solidFill>
          </a:ln>
        </p:spPr>
        <p:txBody>
          <a:bodyPr rtlCol="0" anchor="ctr" lIns="73152" rIns="73152" tIns="36576" bIns="36576"/>
          <a:lstStyle/>
          <a:p>
            <a:pPr algn="ctr"/>
          </a:p>
        </p:txBody>
      </p:sp>
      <p:pic>
        <p:nvPicPr>
          <p:cNvPr id="55" name="Picture 54" descr="s_evid2.png"/>
          <p:cNvPicPr>
            <a:picLocks noChangeAspect="1"/>
          </p:cNvPicPr>
          <p:nvPr/>
        </p:nvPicPr>
        <p:blipFill>
          <a:blip r:embed="rId4"/>
          <a:stretch>
            <a:fillRect/>
          </a:stretch>
        </p:blipFill>
        <p:spPr>
          <a:xfrm>
            <a:off x="7863840" y="4493229"/>
            <a:ext cx="3840480" cy="1343048"/>
          </a:xfrm>
          <a:prstGeom prst="rect">
            <a:avLst/>
          </a:prstGeom>
        </p:spPr>
      </p:pic>
      <p:sp>
        <p:nvSpPr>
          <p:cNvPr id="56" name="TextBox 55"/>
          <p:cNvSpPr txBox="1"/>
          <p:nvPr/>
        </p:nvSpPr>
        <p:spPr>
          <a:xfrm>
            <a:off x="7863840" y="5891141"/>
            <a:ext cx="3840480" cy="182880"/>
          </a:xfrm>
          <a:prstGeom prst="rect">
            <a:avLst/>
          </a:prstGeom>
          <a:noFill/>
        </p:spPr>
        <p:txBody>
          <a:bodyPr wrap="square" lIns="0" rIns="0" tIns="0" bIns="0" anchor="t">
            <a:spAutoFit/>
          </a:bodyPr>
          <a:lstStyle/>
          <a:p>
            <a:pPr>
              <a:buNone/>
            </a:pPr>
            <a:r>
              <a:rPr sz="750" b="0" lang="ja-JP" altLang="en-US">
                <a:solidFill>
                  <a:srgbClr val="8C8F93"/>
                </a:solidFill>
              </a:rPr>
              <a:t>画面例：9/18の実際の回答を再表示（出典リストは抜粋）</a:t>
            </a:r>
          </a:p>
        </p:txBody>
      </p:sp>
    </p:spTree>
    <p:extLst>
      <p:ext uri="{BB962C8B-B14F-4D97-AF65-F5344CB8AC3E}">
        <p14:creationId xmlns:p14="http://schemas.microsoft.com/office/powerpoint/2010/main" val="1734936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52E02-6136-F336-E97C-B10F91647699}"/>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B8569B64-2801-5CAF-2CA4-0C3656967302}"/>
              </a:ext>
            </a:extLst>
          </p:cNvPr>
          <p:cNvSpPr>
            <a:spLocks noGrp="1"/>
          </p:cNvSpPr>
          <p:nvPr>
            <p:ph type="body" sz="quarter" idx="15"/>
          </p:nvPr>
        </p:nvSpPr>
        <p:spPr/>
        <p:txBody>
          <a:bodyPr/>
          <a:lstStyle/>
          <a:p>
            <a:r>
              <a:rPr lang="ja-JP" altLang="en-US" dirty="0"/>
              <a:t>計画策定・確認サポート：3機能の変更点</a:t>
            </a:r>
          </a:p>
        </p:txBody>
      </p:sp>
      <p:sp>
        <p:nvSpPr>
          <p:cNvPr id="7" name="タイトル 6">
            <a:extLst>
              <a:ext uri="{FF2B5EF4-FFF2-40B4-BE49-F238E27FC236}">
                <a16:creationId xmlns:a16="http://schemas.microsoft.com/office/drawing/2014/main" id="{29AC0418-4874-281A-CB95-967790A466DD}"/>
              </a:ext>
            </a:extLst>
          </p:cNvPr>
          <p:cNvSpPr>
            <a:spLocks noGrp="1"/>
          </p:cNvSpPr>
          <p:nvPr>
            <p:ph type="title"/>
          </p:nvPr>
        </p:nvSpPr>
        <p:spPr/>
        <p:txBody>
          <a:bodyPr vert="horz" rIns="0"/>
          <a:lstStyle/>
          <a:p>
            <a:r>
              <a:rPr lang="ja-JP" altLang="en-US" dirty="0"/>
              <a:t>3機能は「資料はAIが揃え、人は確かめるだけ」「足りない資料は明示して止めない」「結論が1画面で読める」という共通の型に揃えました</a:t>
            </a:r>
          </a:p>
        </p:txBody>
      </p:sp>
      <p:sp>
        <p:nvSpPr>
          <p:cNvPr id="2" name="スライド番号プレースホルダー 1">
            <a:extLst>
              <a:ext uri="{FF2B5EF4-FFF2-40B4-BE49-F238E27FC236}">
                <a16:creationId xmlns:a16="http://schemas.microsoft.com/office/drawing/2014/main" id="{2F89B437-8F29-ECC1-7D5D-DD922EC4276A}"/>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12</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sp>
        <p:nvSpPr>
          <p:cNvPr id="8" name="Rectangle 7"/>
          <p:cNvSpPr/>
          <p:nvPr/>
        </p:nvSpPr>
        <p:spPr>
          <a:xfrm>
            <a:off x="475488" y="1572768"/>
            <a:ext cx="3660647" cy="658368"/>
          </a:xfrm>
          <a:prstGeom prst="rect">
            <a:avLst/>
          </a:prstGeom>
          <a:solidFill>
            <a:srgbClr val="EEF5EA"/>
          </a:solidFill>
          <a:ln>
            <a:noFill/>
          </a:ln>
        </p:spPr>
        <p:txBody>
          <a:bodyPr rtlCol="0" anchor="ctr" lIns="182880" rIns="73152" tIns="36576" bIns="36576" wrap="square"/>
          <a:lstStyle/>
          <a:p>
            <a:pPr algn="l">
              <a:spcAft>
                <a:spcPts val="100"/>
              </a:spcAft>
              <a:buNone/>
            </a:pPr>
            <a:r>
              <a:rPr sz="800" b="1" lang="ja-JP" altLang="en-US">
                <a:solidFill>
                  <a:srgbClr val="26890D"/>
                </a:solidFill>
              </a:rPr>
              <a:t>共通の型 1</a:t>
            </a:r>
          </a:p>
          <a:p>
            <a:pPr algn="l">
              <a:spcAft>
                <a:spcPts val="100"/>
              </a:spcAft>
              <a:buNone/>
            </a:pPr>
            <a:r>
              <a:rPr sz="1100" b="1" lang="ja-JP" altLang="en-US">
                <a:solidFill>
                  <a:srgbClr val="046A38"/>
                </a:solidFill>
              </a:rPr>
              <a:t>資料はAIが揃え、人は確かめるだけ</a:t>
            </a:r>
          </a:p>
          <a:p>
            <a:pPr algn="l">
              <a:buNone/>
            </a:pPr>
            <a:r>
              <a:rPr sz="850" b="0" lang="ja-JP" altLang="en-US">
                <a:solidFill>
                  <a:srgbClr val="63666A"/>
                </a:solidFill>
              </a:rPr>
              <a:t>参照すべき資料を自動で提示。不要な行は×で外す</a:t>
            </a:r>
          </a:p>
        </p:txBody>
      </p:sp>
      <p:sp>
        <p:nvSpPr>
          <p:cNvPr id="9" name="Rectangle 8"/>
          <p:cNvSpPr/>
          <p:nvPr/>
        </p:nvSpPr>
        <p:spPr>
          <a:xfrm>
            <a:off x="475488" y="1572768"/>
            <a:ext cx="54864" cy="658368"/>
          </a:xfrm>
          <a:prstGeom prst="rect">
            <a:avLst/>
          </a:prstGeom>
          <a:solidFill>
            <a:srgbClr val="046A38"/>
          </a:solidFill>
          <a:ln>
            <a:noFill/>
          </a:ln>
        </p:spPr>
        <p:txBody>
          <a:bodyPr rtlCol="0" anchor="ctr" lIns="73152" rIns="73152" tIns="36576" bIns="36576"/>
          <a:lstStyle/>
          <a:p>
            <a:pPr algn="ctr"/>
          </a:p>
        </p:txBody>
      </p:sp>
      <p:sp>
        <p:nvSpPr>
          <p:cNvPr id="10" name="Rectangle 9"/>
          <p:cNvSpPr/>
          <p:nvPr/>
        </p:nvSpPr>
        <p:spPr>
          <a:xfrm>
            <a:off x="4264151" y="1572768"/>
            <a:ext cx="3660647" cy="658368"/>
          </a:xfrm>
          <a:prstGeom prst="rect">
            <a:avLst/>
          </a:prstGeom>
          <a:solidFill>
            <a:srgbClr val="EEF5EA"/>
          </a:solidFill>
          <a:ln>
            <a:noFill/>
          </a:ln>
        </p:spPr>
        <p:txBody>
          <a:bodyPr rtlCol="0" anchor="ctr" lIns="182880" rIns="73152" tIns="36576" bIns="36576" wrap="square"/>
          <a:lstStyle/>
          <a:p>
            <a:pPr algn="l">
              <a:spcAft>
                <a:spcPts val="100"/>
              </a:spcAft>
              <a:buNone/>
            </a:pPr>
            <a:r>
              <a:rPr sz="800" b="1" lang="ja-JP" altLang="en-US">
                <a:solidFill>
                  <a:srgbClr val="26890D"/>
                </a:solidFill>
              </a:rPr>
              <a:t>共通の型 2</a:t>
            </a:r>
          </a:p>
          <a:p>
            <a:pPr algn="l">
              <a:spcAft>
                <a:spcPts val="100"/>
              </a:spcAft>
              <a:buNone/>
            </a:pPr>
            <a:r>
              <a:rPr sz="1100" b="1" lang="ja-JP" altLang="en-US">
                <a:solidFill>
                  <a:srgbClr val="046A38"/>
                </a:solidFill>
              </a:rPr>
              <a:t>足りない資料は明示して止めない</a:t>
            </a:r>
          </a:p>
          <a:p>
            <a:pPr algn="l">
              <a:buNone/>
            </a:pPr>
            <a:r>
              <a:rPr sz="850" b="0" lang="ja-JP" altLang="en-US">
                <a:solidFill>
                  <a:srgbClr val="63666A"/>
                </a:solidFill>
              </a:rPr>
              <a:t>未指定の資料と、それにより考慮されないことを冒頭に</a:t>
            </a:r>
          </a:p>
        </p:txBody>
      </p:sp>
      <p:sp>
        <p:nvSpPr>
          <p:cNvPr id="11" name="Rectangle 10"/>
          <p:cNvSpPr/>
          <p:nvPr/>
        </p:nvSpPr>
        <p:spPr>
          <a:xfrm>
            <a:off x="4264151" y="1572768"/>
            <a:ext cx="54864" cy="658368"/>
          </a:xfrm>
          <a:prstGeom prst="rect">
            <a:avLst/>
          </a:prstGeom>
          <a:solidFill>
            <a:srgbClr val="046A38"/>
          </a:solidFill>
          <a:ln>
            <a:noFill/>
          </a:ln>
        </p:spPr>
        <p:txBody>
          <a:bodyPr rtlCol="0" anchor="ctr" lIns="73152" rIns="73152" tIns="36576" bIns="36576"/>
          <a:lstStyle/>
          <a:p>
            <a:pPr algn="ctr"/>
          </a:p>
        </p:txBody>
      </p:sp>
      <p:sp>
        <p:nvSpPr>
          <p:cNvPr id="12" name="Rectangle 11"/>
          <p:cNvSpPr/>
          <p:nvPr/>
        </p:nvSpPr>
        <p:spPr>
          <a:xfrm>
            <a:off x="8052815" y="1572768"/>
            <a:ext cx="3660647" cy="658368"/>
          </a:xfrm>
          <a:prstGeom prst="rect">
            <a:avLst/>
          </a:prstGeom>
          <a:solidFill>
            <a:srgbClr val="EEF5EA"/>
          </a:solidFill>
          <a:ln>
            <a:noFill/>
          </a:ln>
        </p:spPr>
        <p:txBody>
          <a:bodyPr rtlCol="0" anchor="ctr" lIns="182880" rIns="73152" tIns="36576" bIns="36576" wrap="square"/>
          <a:lstStyle/>
          <a:p>
            <a:pPr algn="l">
              <a:spcAft>
                <a:spcPts val="100"/>
              </a:spcAft>
              <a:buNone/>
            </a:pPr>
            <a:r>
              <a:rPr sz="800" b="1" lang="ja-JP" altLang="en-US">
                <a:solidFill>
                  <a:srgbClr val="26890D"/>
                </a:solidFill>
              </a:rPr>
              <a:t>共通の型 3</a:t>
            </a:r>
          </a:p>
          <a:p>
            <a:pPr algn="l">
              <a:spcAft>
                <a:spcPts val="100"/>
              </a:spcAft>
              <a:buNone/>
            </a:pPr>
            <a:r>
              <a:rPr sz="1100" b="1" lang="ja-JP" altLang="en-US">
                <a:solidFill>
                  <a:srgbClr val="046A38"/>
                </a:solidFill>
              </a:rPr>
              <a:t>結論が1画面で読める</a:t>
            </a:r>
          </a:p>
          <a:p>
            <a:pPr algn="l">
              <a:buNone/>
            </a:pPr>
            <a:r>
              <a:rPr sz="850" b="0" lang="ja-JP" altLang="en-US">
                <a:solidFill>
                  <a:srgbClr val="63666A"/>
                </a:solidFill>
              </a:rPr>
              <a:t>タブを廃し、番号つきの項目を上から読む型に統一</a:t>
            </a:r>
          </a:p>
        </p:txBody>
      </p:sp>
      <p:sp>
        <p:nvSpPr>
          <p:cNvPr id="13" name="Rectangle 12"/>
          <p:cNvSpPr/>
          <p:nvPr/>
        </p:nvSpPr>
        <p:spPr>
          <a:xfrm>
            <a:off x="8052815" y="1572768"/>
            <a:ext cx="54864" cy="658368"/>
          </a:xfrm>
          <a:prstGeom prst="rect">
            <a:avLst/>
          </a:prstGeom>
          <a:solidFill>
            <a:srgbClr val="046A38"/>
          </a:solidFill>
          <a:ln>
            <a:noFill/>
          </a:ln>
        </p:spPr>
        <p:txBody>
          <a:bodyPr rtlCol="0" anchor="ctr" lIns="73152" rIns="73152" tIns="36576" bIns="36576"/>
          <a:lstStyle/>
          <a:p>
            <a:pPr algn="ctr"/>
          </a:p>
        </p:txBody>
      </p:sp>
      <p:graphicFrame>
        <p:nvGraphicFramePr>
          <p:cNvPr id="14" name="Table 13"/>
          <p:cNvGraphicFramePr>
            <a:graphicFrameLocks noGrp="1"/>
          </p:cNvGraphicFramePr>
          <p:nvPr/>
        </p:nvGraphicFramePr>
        <p:xfrm>
          <a:off x="475488" y="2377440"/>
          <a:ext cx="11237976" cy="3364992"/>
        </p:xfrm>
        <a:graphic>
          <a:graphicData uri="http://schemas.openxmlformats.org/drawingml/2006/table">
            <a:tbl>
              <a:tblPr firstRow="0" bandRow="0" firstCol="0" lastRow="0" lastCol="0" bandCol="0">
                <a:tableStyleId>{5940675A-B579-460E-94D1-54222C63F5DA}</a:tableStyleId>
              </a:tblPr>
              <a:tblGrid>
                <a:gridCol w="1362456"/>
                <a:gridCol w="3291840"/>
                <a:gridCol w="3291840"/>
                <a:gridCol w="3291840"/>
              </a:tblGrid>
              <a:tr h="292608">
                <a:tc>
                  <a:txBody>
                    <a:bodyPr wrap="square"/>
                    <a:lstStyle/>
                    <a:p>
                      <a:pPr algn="ctr">
                        <a:buNone/>
                      </a:pP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wrap="square"/>
                    <a:lstStyle/>
                    <a:p>
                      <a:pPr algn="ctr">
                        <a:buNone/>
                      </a:pPr>
                      <a:r>
                        <a:rPr sz="1000" b="1" lang="ja-JP" altLang="en-US">
                          <a:solidFill>
                            <a:srgbClr val="FFFFFF"/>
                          </a:solidFill>
                        </a:rPr>
                        <a:t>計画の前提を洗い直す</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046A38"/>
                    </a:solidFill>
                  </a:tcPr>
                </a:tc>
                <a:tc>
                  <a:txBody>
                    <a:bodyPr wrap="square"/>
                    <a:lstStyle/>
                    <a:p>
                      <a:pPr algn="ctr">
                        <a:buNone/>
                      </a:pPr>
                      <a:r>
                        <a:rPr sz="1000" b="1" lang="ja-JP" altLang="en-US">
                          <a:solidFill>
                            <a:srgbClr val="FFFFFF"/>
                          </a:solidFill>
                        </a:rPr>
                        <a:t>戦略・計画を点検する</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046A38"/>
                    </a:solidFill>
                  </a:tcPr>
                </a:tc>
                <a:tc>
                  <a:txBody>
                    <a:bodyPr wrap="square"/>
                    <a:lstStyle/>
                    <a:p>
                      <a:pPr algn="ctr">
                        <a:buNone/>
                      </a:pPr>
                      <a:r>
                        <a:rPr sz="1000" b="1" lang="ja-JP" altLang="en-US">
                          <a:solidFill>
                            <a:srgbClr val="FFFFFF"/>
                          </a:solidFill>
                        </a:rPr>
                        <a:t>グループ横断で計画を束ねる</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046A38"/>
                    </a:solidFill>
                  </a:tcPr>
                </a:tc>
              </a:tr>
              <a:tr h="658368">
                <a:tc>
                  <a:txBody>
                    <a:bodyPr wrap="square"/>
                    <a:lstStyle/>
                    <a:p>
                      <a:pPr algn="ctr">
                        <a:buNone/>
                      </a:pPr>
                      <a:r>
                        <a:rPr sz="1000" b="1" lang="ja-JP" altLang="en-US">
                          <a:solidFill>
                            <a:srgbClr val="1C1C1E"/>
                          </a:solidFill>
                        </a:rPr>
                        <a:t>使う人・場面</a:t>
                      </a:r>
                    </a:p>
                  </a:txBody>
                  <a:tcPr marL="91440" marR="91440" marT="45720" marB="45720" anchor="ctr">
                    <a:lnL w="0">
                      <a:noFill/>
                    </a:lnL>
                    <a:lnR w="0">
                      <a:noFill/>
                    </a:lnR>
                    <a:lnT w="9525" cmpd="sng">
                      <a:solidFill>
                        <a:srgbClr val="C8CACC"/>
                      </a:solidFill>
                    </a:lnT>
                    <a:lnB w="9525" cmpd="sng">
                      <a:solidFill>
                        <a:srgbClr val="C8CACC"/>
                      </a:solidFill>
                    </a:lnB>
                    <a:solidFill>
                      <a:srgbClr val="F4F5F5"/>
                    </a:solidFill>
                  </a:tcPr>
                </a:tc>
                <a:tc>
                  <a:txBody>
                    <a:bodyPr wrap="square"/>
                    <a:lstStyle/>
                    <a:p>
                      <a:pPr>
                        <a:buNone/>
                      </a:pPr>
                      <a:r>
                        <a:rPr sz="1000" b="0" lang="ja-JP" altLang="en-US">
                          <a:solidFill>
                            <a:srgbClr val="1C1C1E"/>
                          </a:solidFill>
                        </a:rPr>
                        <a:t>HD経企・BU経企が、翌年度計画の</a:t>
                      </a:r>
                      <a:r>
                        <a:rPr sz="1000" b="1" lang="ja-JP" altLang="en-US">
                          <a:solidFill>
                            <a:srgbClr val="046A38"/>
                          </a:solidFill>
                        </a:rPr>
                        <a:t>前提</a:t>
                      </a:r>
                      <a:r>
                        <a:rPr sz="1000" b="0" lang="ja-JP" altLang="en-US">
                          <a:solidFill>
                            <a:srgbClr val="1C1C1E"/>
                          </a:solidFill>
                        </a:rPr>
                        <a:t>を置き直すとき</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1000" b="0" lang="ja-JP" altLang="en-US">
                          <a:solidFill>
                            <a:srgbClr val="1C1C1E"/>
                          </a:solidFill>
                        </a:rPr>
                        <a:t>計画策定者が、ドラフトを</a:t>
                      </a:r>
                      <a:r>
                        <a:rPr sz="1000" b="1" lang="ja-JP" altLang="en-US">
                          <a:solidFill>
                            <a:srgbClr val="046A38"/>
                          </a:solidFill>
                        </a:rPr>
                        <a:t>提出前にセルフチェック</a:t>
                      </a:r>
                      <a:r>
                        <a:rPr sz="1000" b="0" lang="ja-JP" altLang="en-US">
                          <a:solidFill>
                            <a:srgbClr val="1C1C1E"/>
                          </a:solidFill>
                        </a:rPr>
                        <a:t>するとき</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1000" b="0" lang="ja-JP" altLang="en-US">
                          <a:solidFill>
                            <a:srgbClr val="1C1C1E"/>
                          </a:solidFill>
                        </a:rPr>
                        <a:t>HD経企が、各BUの原案を</a:t>
                      </a:r>
                      <a:r>
                        <a:rPr sz="1000" b="1" lang="ja-JP" altLang="en-US">
                          <a:solidFill>
                            <a:srgbClr val="046A38"/>
                          </a:solidFill>
                        </a:rPr>
                        <a:t>横断で読む</a:t>
                      </a:r>
                      <a:r>
                        <a:rPr sz="1000" b="0" lang="ja-JP" altLang="en-US">
                          <a:solidFill>
                            <a:srgbClr val="1C1C1E"/>
                          </a:solidFill>
                        </a:rPr>
                        <a:t>とき</a:t>
                      </a:r>
                    </a:p>
                  </a:txBody>
                  <a:tcPr marL="91440" marR="91440" marT="45720" marB="45720" anchor="ctr">
                    <a:lnL w="0">
                      <a:noFill/>
                    </a:lnL>
                    <a:lnR w="0">
                      <a:noFill/>
                    </a:lnR>
                    <a:lnT w="9525" cmpd="sng">
                      <a:solidFill>
                        <a:srgbClr val="C8CACC"/>
                      </a:solidFill>
                    </a:lnT>
                    <a:lnB w="9525" cmpd="sng">
                      <a:solidFill>
                        <a:srgbClr val="C8CACC"/>
                      </a:solidFill>
                    </a:lnB>
                    <a:noFill/>
                  </a:tcPr>
                </a:tc>
              </a:tr>
              <a:tr h="749808">
                <a:tc>
                  <a:txBody>
                    <a:bodyPr wrap="square"/>
                    <a:lstStyle/>
                    <a:p>
                      <a:pPr algn="ctr">
                        <a:buNone/>
                      </a:pPr>
                      <a:r>
                        <a:rPr sz="1000" b="1" lang="ja-JP" altLang="en-US">
                          <a:solidFill>
                            <a:srgbClr val="1C1C1E"/>
                          </a:solidFill>
                        </a:rPr>
                        <a:t>人が入れるもの</a:t>
                      </a:r>
                    </a:p>
                  </a:txBody>
                  <a:tcPr marL="91440" marR="91440" marT="45720" marB="45720" anchor="ctr">
                    <a:lnL w="0">
                      <a:noFill/>
                    </a:lnL>
                    <a:lnR w="0">
                      <a:noFill/>
                    </a:lnR>
                    <a:lnT w="9525" cmpd="sng">
                      <a:solidFill>
                        <a:srgbClr val="C8CACC"/>
                      </a:solidFill>
                    </a:lnT>
                    <a:lnB w="9525" cmpd="sng">
                      <a:solidFill>
                        <a:srgbClr val="C8CACC"/>
                      </a:solidFill>
                    </a:lnB>
                    <a:solidFill>
                      <a:srgbClr val="F4F5F5"/>
                    </a:solidFill>
                  </a:tcPr>
                </a:tc>
                <a:tc>
                  <a:txBody>
                    <a:bodyPr wrap="square"/>
                    <a:lstStyle/>
                    <a:p>
                      <a:pPr>
                        <a:buNone/>
                      </a:pPr>
                      <a:r>
                        <a:rPr sz="1000" b="0" lang="ja-JP" altLang="en-US">
                          <a:solidFill>
                            <a:srgbClr val="1C1C1E"/>
                          </a:solidFill>
                        </a:rPr>
                        <a:t>対象事業を</a:t>
                      </a:r>
                      <a:r>
                        <a:rPr sz="1000" b="1" lang="ja-JP" altLang="en-US">
                          <a:solidFill>
                            <a:srgbClr val="046A38"/>
                          </a:solidFill>
                        </a:rPr>
                        <a:t>選ぶだけ</a:t>
                      </a:r>
                      <a:r>
                        <a:rPr sz="1000" b="0" lang="ja-JP" altLang="en-US">
                          <a:solidFill>
                            <a:srgbClr val="1C1C1E"/>
                          </a:solidFill>
                        </a:rPr>
                        <a:t>（補足資料は任意）</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1000" b="0" lang="ja-JP" altLang="en-US">
                          <a:solidFill>
                            <a:srgbClr val="1C1C1E"/>
                          </a:solidFill>
                        </a:rPr>
                        <a:t>ドラフトを</a:t>
                      </a:r>
                      <a:r>
                        <a:rPr sz="1000" b="1" lang="ja-JP" altLang="en-US">
                          <a:solidFill>
                            <a:srgbClr val="046A38"/>
                          </a:solidFill>
                        </a:rPr>
                        <a:t>添付するだけ</a:t>
                      </a:r>
                      <a:r>
                        <a:rPr sz="1000" b="0" lang="ja-JP" altLang="en-US">
                          <a:solidFill>
                            <a:srgbClr val="1C1C1E"/>
                          </a:solidFill>
                        </a:rPr>
                        <a:t>（本編・数値計画・アニュアルプランの別は自動判定）</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1000" b="0" lang="ja-JP" altLang="en-US">
                          <a:solidFill>
                            <a:srgbClr val="1C1C1E"/>
                          </a:solidFill>
                        </a:rPr>
                        <a:t>コア事業8つの箱に原案を投入（</a:t>
                      </a:r>
                      <a:r>
                        <a:rPr sz="1000" b="1" lang="ja-JP" altLang="en-US">
                          <a:solidFill>
                            <a:srgbClr val="046A38"/>
                          </a:solidFill>
                        </a:rPr>
                        <a:t>2事業以上</a:t>
                      </a:r>
                      <a:r>
                        <a:rPr sz="1000" b="0" lang="ja-JP" altLang="en-US">
                          <a:solidFill>
                            <a:srgbClr val="1C1C1E"/>
                          </a:solidFill>
                        </a:rPr>
                        <a:t>で実行可）</a:t>
                      </a:r>
                    </a:p>
                  </a:txBody>
                  <a:tcPr marL="91440" marR="91440" marT="45720" marB="45720" anchor="ctr">
                    <a:lnL w="0">
                      <a:noFill/>
                    </a:lnL>
                    <a:lnR w="0">
                      <a:noFill/>
                    </a:lnR>
                    <a:lnT w="9525" cmpd="sng">
                      <a:solidFill>
                        <a:srgbClr val="C8CACC"/>
                      </a:solidFill>
                    </a:lnT>
                    <a:lnB w="9525" cmpd="sng">
                      <a:solidFill>
                        <a:srgbClr val="C8CACC"/>
                      </a:solidFill>
                    </a:lnB>
                    <a:noFill/>
                  </a:tcPr>
                </a:tc>
              </a:tr>
              <a:tr h="749808">
                <a:tc>
                  <a:txBody>
                    <a:bodyPr wrap="square"/>
                    <a:lstStyle/>
                    <a:p>
                      <a:pPr algn="ctr">
                        <a:buNone/>
                      </a:pPr>
                      <a:r>
                        <a:rPr sz="1000" b="1" lang="ja-JP" altLang="en-US">
                          <a:solidFill>
                            <a:srgbClr val="1C1C1E"/>
                          </a:solidFill>
                        </a:rPr>
                        <a:t>AIが揃えるもの</a:t>
                      </a:r>
                    </a:p>
                  </a:txBody>
                  <a:tcPr marL="91440" marR="91440" marT="45720" marB="45720" anchor="ctr">
                    <a:lnL w="0">
                      <a:noFill/>
                    </a:lnL>
                    <a:lnR w="0">
                      <a:noFill/>
                    </a:lnR>
                    <a:lnT w="9525" cmpd="sng">
                      <a:solidFill>
                        <a:srgbClr val="C8CACC"/>
                      </a:solidFill>
                    </a:lnT>
                    <a:lnB w="9525" cmpd="sng">
                      <a:solidFill>
                        <a:srgbClr val="C8CACC"/>
                      </a:solidFill>
                    </a:lnB>
                    <a:solidFill>
                      <a:srgbClr val="F4F5F5"/>
                    </a:solidFill>
                  </a:tcPr>
                </a:tc>
                <a:tc>
                  <a:txBody>
                    <a:bodyPr wrap="square"/>
                    <a:lstStyle/>
                    <a:p>
                      <a:pPr>
                        <a:buNone/>
                      </a:pPr>
                      <a:r>
                        <a:rPr sz="1000" b="0" lang="ja-JP" altLang="en-US">
                          <a:solidFill>
                            <a:srgbClr val="1C1C1E"/>
                          </a:solidFill>
                        </a:rPr>
                        <a:t>基準計画・予算編成方針・当年度業績予想の</a:t>
                      </a:r>
                      <a:r>
                        <a:rPr sz="1000" b="1" lang="ja-JP" altLang="en-US">
                          <a:solidFill>
                            <a:srgbClr val="046A38"/>
                          </a:solidFill>
                        </a:rPr>
                        <a:t>最新版</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1000" b="0" lang="ja-JP" altLang="en-US">
                          <a:solidFill>
                            <a:srgbClr val="1C1C1E"/>
                          </a:solidFill>
                        </a:rPr>
                        <a:t>前年度の承認済み計画書3点と予算編成方針（議事録・業績予想は裏で参照）</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1000" b="0" lang="ja-JP" altLang="en-US">
                          <a:solidFill>
                            <a:srgbClr val="1C1C1E"/>
                          </a:solidFill>
                        </a:rPr>
                        <a:t>予算編成方針と前年度の全社総括（議事録・前年アニュアルプランは裏で参照）</a:t>
                      </a:r>
                    </a:p>
                  </a:txBody>
                  <a:tcPr marL="91440" marR="91440" marT="45720" marB="45720" anchor="ctr">
                    <a:lnL w="0">
                      <a:noFill/>
                    </a:lnL>
                    <a:lnR w="0">
                      <a:noFill/>
                    </a:lnR>
                    <a:lnT w="9525" cmpd="sng">
                      <a:solidFill>
                        <a:srgbClr val="C8CACC"/>
                      </a:solidFill>
                    </a:lnT>
                    <a:lnB w="9525" cmpd="sng">
                      <a:solidFill>
                        <a:srgbClr val="C8CACC"/>
                      </a:solidFill>
                    </a:lnB>
                    <a:noFill/>
                  </a:tcPr>
                </a:tc>
              </a:tr>
              <a:tr h="914400">
                <a:tc>
                  <a:txBody>
                    <a:bodyPr wrap="square"/>
                    <a:lstStyle/>
                    <a:p>
                      <a:pPr algn="ctr">
                        <a:buNone/>
                      </a:pPr>
                      <a:r>
                        <a:rPr sz="1000" b="1" lang="ja-JP" altLang="en-US">
                          <a:solidFill>
                            <a:srgbClr val="1C1C1E"/>
                          </a:solidFill>
                        </a:rPr>
                        <a:t>出てくるもの</a:t>
                      </a:r>
                    </a:p>
                  </a:txBody>
                  <a:tcPr marL="91440" marR="91440" marT="45720" marB="45720" anchor="ctr">
                    <a:lnL w="0">
                      <a:noFill/>
                    </a:lnL>
                    <a:lnR w="0">
                      <a:noFill/>
                    </a:lnR>
                    <a:lnT w="9525" cmpd="sng">
                      <a:solidFill>
                        <a:srgbClr val="C8CACC"/>
                      </a:solidFill>
                    </a:lnT>
                    <a:lnB w="9525" cmpd="sng">
                      <a:solidFill>
                        <a:srgbClr val="C8CACC"/>
                      </a:solidFill>
                    </a:lnB>
                    <a:solidFill>
                      <a:srgbClr val="F4F5F5"/>
                    </a:solidFill>
                  </a:tcPr>
                </a:tc>
                <a:tc>
                  <a:txBody>
                    <a:bodyPr wrap="square"/>
                    <a:lstStyle/>
                    <a:p>
                      <a:pPr>
                        <a:buNone/>
                      </a:pPr>
                      <a:r>
                        <a:rPr sz="1000" b="1" lang="ja-JP" altLang="en-US">
                          <a:solidFill>
                            <a:srgbClr val="046A38"/>
                          </a:solidFill>
                        </a:rPr>
                        <a:t>8項目</a:t>
                      </a:r>
                      <a:r>
                        <a:rPr sz="1000" b="0" lang="ja-JP" altLang="en-US">
                          <a:solidFill>
                            <a:srgbClr val="1C1C1E"/>
                          </a:solidFill>
                        </a:rPr>
                        <a:t>：総括／置き直す前提と推奨値／据え置く前提／論点・制約との不整合 ほか</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1000" b="1" lang="ja-JP" altLang="en-US">
                          <a:solidFill>
                            <a:srgbClr val="046A38"/>
                          </a:solidFill>
                        </a:rPr>
                        <a:t>6項目</a:t>
                      </a:r>
                      <a:r>
                        <a:rPr sz="1000" b="0" lang="ja-JP" altLang="en-US">
                          <a:solidFill>
                            <a:srgbClr val="1C1C1E"/>
                          </a:solidFill>
                        </a:rPr>
                        <a:t>：総括／修正すべきポイント（0件で完了）／検討が必要な点／経営陣から問われそうな点 ほか</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1000" b="1" lang="ja-JP" altLang="en-US">
                          <a:solidFill>
                            <a:srgbClr val="046A38"/>
                          </a:solidFill>
                        </a:rPr>
                        <a:t>2タブ</a:t>
                      </a:r>
                      <a:r>
                        <a:rPr sz="1000" b="0" lang="ja-JP" altLang="en-US">
                          <a:solidFill>
                            <a:srgbClr val="1C1C1E"/>
                          </a:solidFill>
                        </a:rPr>
                        <a:t>：事業間の食い違い／重なる取り組み／HDが引き取るテーマ候補／各事業への質問候補 ほか</a:t>
                      </a:r>
                    </a:p>
                  </a:txBody>
                  <a:tcPr marL="91440" marR="91440" marT="45720" marB="45720" anchor="ctr">
                    <a:lnL w="0">
                      <a:noFill/>
                    </a:lnL>
                    <a:lnR w="0">
                      <a:noFill/>
                    </a:lnR>
                    <a:lnT w="9525" cmpd="sng">
                      <a:solidFill>
                        <a:srgbClr val="C8CACC"/>
                      </a:solidFill>
                    </a:lnT>
                    <a:lnB w="9525" cmpd="sng">
                      <a:solidFill>
                        <a:srgbClr val="C8CACC"/>
                      </a:solidFill>
                    </a:lnB>
                    <a:noFill/>
                  </a:tcPr>
                </a:tc>
              </a:tr>
            </a:tbl>
          </a:graphicData>
        </a:graphic>
      </p:graphicFrame>
      <p:sp>
        <p:nvSpPr>
          <p:cNvPr id="15" name="Rectangle 14"/>
          <p:cNvSpPr/>
          <p:nvPr/>
        </p:nvSpPr>
        <p:spPr>
          <a:xfrm>
            <a:off x="475488" y="5852160"/>
            <a:ext cx="11237976" cy="457200"/>
          </a:xfrm>
          <a:prstGeom prst="rect">
            <a:avLst/>
          </a:prstGeom>
          <a:solidFill>
            <a:srgbClr val="F4F5F5"/>
          </a:solidFill>
          <a:ln>
            <a:noFill/>
          </a:ln>
        </p:spPr>
        <p:txBody>
          <a:bodyPr rtlCol="0" anchor="ctr" lIns="182880" rIns="73152" tIns="36576" bIns="36576" wrap="square"/>
          <a:lstStyle/>
          <a:p>
            <a:pPr algn="l">
              <a:buNone/>
            </a:pPr>
            <a:r>
              <a:rPr sz="950" b="1" lang="ja-JP" altLang="en-US">
                <a:solidFill>
                  <a:srgbClr val="046A38"/>
                </a:solidFill>
              </a:rPr>
              <a:t>3機能共通</a:t>
            </a:r>
            <a:r>
              <a:rPr sz="950" b="0" lang="ja-JP" altLang="en-US">
                <a:solidFill>
                  <a:srgbClr val="1C1C1E"/>
                </a:solidFill>
              </a:rPr>
              <a:t>　　対象計画期間を実行日から自動生成（単年度・中長期）　／　結果の右下「AIに深掘りする」から壁打ちへ　／　保存した結果の再表示・すべて展開・印刷／PDF</a:t>
            </a:r>
          </a:p>
        </p:txBody>
      </p:sp>
    </p:spTree>
    <p:extLst>
      <p:ext uri="{BB962C8B-B14F-4D97-AF65-F5344CB8AC3E}">
        <p14:creationId xmlns:p14="http://schemas.microsoft.com/office/powerpoint/2010/main" val="17349367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52E02-6136-F336-E97C-B10F91647699}"/>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B8569B64-2801-5CAF-2CA4-0C3656967302}"/>
              </a:ext>
            </a:extLst>
          </p:cNvPr>
          <p:cNvSpPr>
            <a:spLocks noGrp="1"/>
          </p:cNvSpPr>
          <p:nvPr>
            <p:ph type="body" sz="quarter" idx="15"/>
          </p:nvPr>
        </p:nvSpPr>
        <p:spPr/>
        <p:txBody>
          <a:bodyPr/>
          <a:lstStyle/>
          <a:p>
            <a:r>
              <a:rPr lang="ja-JP" altLang="en-US" dirty="0"/>
              <a:t>機密データ受け渡し箱：画面と操作方法</a:t>
            </a:r>
          </a:p>
        </p:txBody>
      </p:sp>
      <p:sp>
        <p:nvSpPr>
          <p:cNvPr id="7" name="タイトル 6">
            <a:extLst>
              <a:ext uri="{FF2B5EF4-FFF2-40B4-BE49-F238E27FC236}">
                <a16:creationId xmlns:a16="http://schemas.microsoft.com/office/drawing/2014/main" id="{29AC0418-4874-281A-CB95-967790A466DD}"/>
              </a:ext>
            </a:extLst>
          </p:cNvPr>
          <p:cNvSpPr>
            <a:spLocks noGrp="1"/>
          </p:cNvSpPr>
          <p:nvPr>
            <p:ph type="title"/>
          </p:nvPr>
        </p:nvSpPr>
        <p:spPr/>
        <p:txBody>
          <a:bodyPr vert="horz" rIns="0"/>
          <a:lstStyle/>
          <a:p>
            <a:r>
              <a:rPr lang="ja-JP" altLang="en-US" dirty="0"/>
              <a:t>受け渡し箱は、Windowsのフォルダと同じ感覚で操作でき、持ち出しを含むすべての操作が記録されます</a:t>
            </a:r>
          </a:p>
        </p:txBody>
      </p:sp>
      <p:sp>
        <p:nvSpPr>
          <p:cNvPr id="2" name="スライド番号プレースホルダー 1">
            <a:extLst>
              <a:ext uri="{FF2B5EF4-FFF2-40B4-BE49-F238E27FC236}">
                <a16:creationId xmlns:a16="http://schemas.microsoft.com/office/drawing/2014/main" id="{2F89B437-8F29-ECC1-7D5D-DD922EC4276A}"/>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12</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sp>
        <p:nvSpPr>
          <p:cNvPr id="8" name="Rectangle 7"/>
          <p:cNvSpPr/>
          <p:nvPr/>
        </p:nvSpPr>
        <p:spPr>
          <a:xfrm>
            <a:off x="457200" y="1554480"/>
            <a:ext cx="5705856" cy="4242727"/>
          </a:xfrm>
          <a:prstGeom prst="rect">
            <a:avLst/>
          </a:prstGeom>
          <a:noFill/>
          <a:ln w="9525">
            <a:solidFill>
              <a:srgbClr val="C8CACC"/>
            </a:solidFill>
          </a:ln>
        </p:spPr>
        <p:txBody>
          <a:bodyPr rtlCol="0" anchor="ctr" lIns="73152" rIns="73152" tIns="36576" bIns="36576"/>
          <a:lstStyle/>
          <a:p>
            <a:pPr algn="ctr"/>
          </a:p>
        </p:txBody>
      </p:sp>
      <p:pic>
        <p:nvPicPr>
          <p:cNvPr id="9" name="Picture 8" descr="s_box.png"/>
          <p:cNvPicPr>
            <a:picLocks noChangeAspect="1"/>
          </p:cNvPicPr>
          <p:nvPr/>
        </p:nvPicPr>
        <p:blipFill>
          <a:blip r:embed="rId3"/>
          <a:stretch>
            <a:fillRect/>
          </a:stretch>
        </p:blipFill>
        <p:spPr>
          <a:xfrm>
            <a:off x="475488" y="1572768"/>
            <a:ext cx="5669280" cy="4206151"/>
          </a:xfrm>
          <a:prstGeom prst="rect">
            <a:avLst/>
          </a:prstGeom>
        </p:spPr>
      </p:pic>
      <p:sp>
        <p:nvSpPr>
          <p:cNvPr id="10" name="Oval 9"/>
          <p:cNvSpPr/>
          <p:nvPr/>
        </p:nvSpPr>
        <p:spPr>
          <a:xfrm>
            <a:off x="3041268" y="2040942"/>
            <a:ext cx="256032" cy="256032"/>
          </a:xfrm>
          <a:prstGeom prst="ellipse">
            <a:avLst/>
          </a:prstGeom>
          <a:solidFill>
            <a:srgbClr val="B8860B"/>
          </a:solidFill>
          <a:ln>
            <a:noFill/>
          </a:ln>
        </p:spPr>
        <p:txBody>
          <a:bodyPr rtlCol="0" anchor="ctr" lIns="0" rIns="0" tIns="0" bIns="0" wrap="square"/>
          <a:lstStyle/>
          <a:p>
            <a:pPr algn="ctr">
              <a:buNone/>
            </a:pPr>
            <a:r>
              <a:rPr sz="900" b="1" lang="ja-JP" altLang="en-US">
                <a:solidFill>
                  <a:srgbClr val="FFFFFF"/>
                </a:solidFill>
              </a:rPr>
              <a:t>1</a:t>
            </a:r>
          </a:p>
        </p:txBody>
      </p:sp>
      <p:sp>
        <p:nvSpPr>
          <p:cNvPr id="11" name="Oval 10"/>
          <p:cNvSpPr/>
          <p:nvPr/>
        </p:nvSpPr>
        <p:spPr>
          <a:xfrm>
            <a:off x="1550792" y="2910615"/>
            <a:ext cx="256032" cy="256032"/>
          </a:xfrm>
          <a:prstGeom prst="ellipse">
            <a:avLst/>
          </a:prstGeom>
          <a:solidFill>
            <a:srgbClr val="B8860B"/>
          </a:solidFill>
          <a:ln>
            <a:noFill/>
          </a:ln>
        </p:spPr>
        <p:txBody>
          <a:bodyPr rtlCol="0" anchor="ctr" lIns="0" rIns="0" tIns="0" bIns="0" wrap="square"/>
          <a:lstStyle/>
          <a:p>
            <a:pPr algn="ctr">
              <a:buNone/>
            </a:pPr>
            <a:r>
              <a:rPr sz="900" b="1" lang="ja-JP" altLang="en-US">
                <a:solidFill>
                  <a:srgbClr val="FFFFFF"/>
                </a:solidFill>
              </a:rPr>
              <a:t>2</a:t>
            </a:r>
          </a:p>
        </p:txBody>
      </p:sp>
      <p:sp>
        <p:nvSpPr>
          <p:cNvPr id="12" name="Oval 11"/>
          <p:cNvSpPr/>
          <p:nvPr/>
        </p:nvSpPr>
        <p:spPr>
          <a:xfrm>
            <a:off x="407638" y="3452109"/>
            <a:ext cx="256032" cy="256032"/>
          </a:xfrm>
          <a:prstGeom prst="ellipse">
            <a:avLst/>
          </a:prstGeom>
          <a:solidFill>
            <a:srgbClr val="B8860B"/>
          </a:solidFill>
          <a:ln>
            <a:noFill/>
          </a:ln>
        </p:spPr>
        <p:txBody>
          <a:bodyPr rtlCol="0" anchor="ctr" lIns="0" rIns="0" tIns="0" bIns="0" wrap="square"/>
          <a:lstStyle/>
          <a:p>
            <a:pPr algn="ctr">
              <a:buNone/>
            </a:pPr>
            <a:r>
              <a:rPr sz="900" b="1" lang="ja-JP" altLang="en-US">
                <a:solidFill>
                  <a:srgbClr val="FFFFFF"/>
                </a:solidFill>
              </a:rPr>
              <a:t>3</a:t>
            </a:r>
          </a:p>
        </p:txBody>
      </p:sp>
      <p:sp>
        <p:nvSpPr>
          <p:cNvPr id="13" name="Oval 12"/>
          <p:cNvSpPr/>
          <p:nvPr/>
        </p:nvSpPr>
        <p:spPr>
          <a:xfrm>
            <a:off x="1605488" y="4502279"/>
            <a:ext cx="256032" cy="256032"/>
          </a:xfrm>
          <a:prstGeom prst="ellipse">
            <a:avLst/>
          </a:prstGeom>
          <a:solidFill>
            <a:srgbClr val="B8860B"/>
          </a:solidFill>
          <a:ln>
            <a:noFill/>
          </a:ln>
        </p:spPr>
        <p:txBody>
          <a:bodyPr rtlCol="0" anchor="ctr" lIns="0" rIns="0" tIns="0" bIns="0" wrap="square"/>
          <a:lstStyle/>
          <a:p>
            <a:pPr algn="ctr">
              <a:buNone/>
            </a:pPr>
            <a:r>
              <a:rPr sz="900" b="1" lang="ja-JP" altLang="en-US">
                <a:solidFill>
                  <a:srgbClr val="FFFFFF"/>
                </a:solidFill>
              </a:rPr>
              <a:t>4</a:t>
            </a:r>
          </a:p>
        </p:txBody>
      </p:sp>
      <p:sp>
        <p:nvSpPr>
          <p:cNvPr id="14" name="TextBox 13"/>
          <p:cNvSpPr txBox="1"/>
          <p:nvPr/>
        </p:nvSpPr>
        <p:spPr>
          <a:xfrm>
            <a:off x="475488" y="5897880"/>
            <a:ext cx="5669280" cy="411480"/>
          </a:xfrm>
          <a:prstGeom prst="rect">
            <a:avLst/>
          </a:prstGeom>
          <a:noFill/>
        </p:spPr>
        <p:txBody>
          <a:bodyPr wrap="square" lIns="0" rIns="0" tIns="0" bIns="0" anchor="t">
            <a:spAutoFit/>
          </a:bodyPr>
          <a:lstStyle/>
          <a:p>
            <a:pPr>
              <a:buNone/>
            </a:pPr>
            <a:r>
              <a:rPr sz="850" b="0" lang="ja-JP" altLang="en-US">
                <a:solidFill>
                  <a:srgbClr val="63666A"/>
                </a:solidFill>
              </a:rPr>
              <a:t>① AIには読ませないことを画面に明示　② ファイル／フォルダの投入・新規作成　③ ダブルクリックで開く・名前・削除　④ 持ち出しを含む操作の記録</a:t>
            </a:r>
          </a:p>
        </p:txBody>
      </p:sp>
      <p:sp>
        <p:nvSpPr>
          <p:cNvPr id="15" name="TextBox 14"/>
          <p:cNvSpPr txBox="1"/>
          <p:nvPr/>
        </p:nvSpPr>
        <p:spPr>
          <a:xfrm>
            <a:off x="6446520" y="1572768"/>
            <a:ext cx="5266944" cy="274320"/>
          </a:xfrm>
          <a:prstGeom prst="rect">
            <a:avLst/>
          </a:prstGeom>
          <a:noFill/>
        </p:spPr>
        <p:txBody>
          <a:bodyPr wrap="square" lIns="0" rIns="0" tIns="0" bIns="0" anchor="t">
            <a:spAutoFit/>
          </a:bodyPr>
          <a:lstStyle/>
          <a:p>
            <a:pPr>
              <a:buNone/>
            </a:pPr>
            <a:r>
              <a:rPr sz="1200" b="1" lang="ja-JP" altLang="en-US">
                <a:solidFill>
                  <a:srgbClr val="046A38"/>
                </a:solidFill>
              </a:rPr>
              <a:t>操作方法</a:t>
            </a:r>
          </a:p>
        </p:txBody>
      </p:sp>
      <p:graphicFrame>
        <p:nvGraphicFramePr>
          <p:cNvPr id="16" name="Table 15"/>
          <p:cNvGraphicFramePr>
            <a:graphicFrameLocks noGrp="1"/>
          </p:cNvGraphicFramePr>
          <p:nvPr/>
        </p:nvGraphicFramePr>
        <p:xfrm>
          <a:off x="6446520" y="1901952"/>
          <a:ext cx="5266944" cy="2194560"/>
        </p:xfrm>
        <a:graphic>
          <a:graphicData uri="http://schemas.openxmlformats.org/drawingml/2006/table">
            <a:tbl>
              <a:tblPr firstRow="0" bandRow="0" firstCol="0" lastRow="0" lastCol="0" bandCol="0">
                <a:tableStyleId>{5940675A-B579-460E-94D1-54222C63F5DA}</a:tableStyleId>
              </a:tblPr>
              <a:tblGrid>
                <a:gridCol w="1188720"/>
                <a:gridCol w="4078224"/>
              </a:tblGrid>
              <a:tr h="365760">
                <a:tc>
                  <a:txBody>
                    <a:bodyPr wrap="square"/>
                    <a:lstStyle/>
                    <a:p>
                      <a:pPr>
                        <a:buNone/>
                      </a:pPr>
                      <a:r>
                        <a:rPr sz="950" b="1" lang="ja-JP" altLang="en-US">
                          <a:solidFill>
                            <a:srgbClr val="046A38"/>
                          </a:solidFill>
                        </a:rPr>
                        <a:t>入れる</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箱のどこへでもファイル・フォルダをドラッグ（フォルダは階層ごと再現）</a:t>
                      </a:r>
                    </a:p>
                  </a:txBody>
                  <a:tcPr marL="91440" marR="91440" marT="45720" marB="45720" anchor="ctr">
                    <a:lnL w="0">
                      <a:noFill/>
                    </a:lnL>
                    <a:lnR w="0">
                      <a:noFill/>
                    </a:lnR>
                    <a:lnT w="9525" cmpd="sng">
                      <a:solidFill>
                        <a:srgbClr val="C8CACC"/>
                      </a:solidFill>
                    </a:lnT>
                    <a:lnB w="9525" cmpd="sng">
                      <a:solidFill>
                        <a:srgbClr val="C8CACC"/>
                      </a:solidFill>
                    </a:lnB>
                    <a:noFill/>
                  </a:tcPr>
                </a:tc>
              </a:tr>
              <a:tr h="365760">
                <a:tc>
                  <a:txBody>
                    <a:bodyPr wrap="square"/>
                    <a:lstStyle/>
                    <a:p>
                      <a:pPr>
                        <a:buNone/>
                      </a:pPr>
                      <a:r>
                        <a:rPr sz="950" b="1" lang="ja-JP" altLang="en-US">
                          <a:solidFill>
                            <a:srgbClr val="046A38"/>
                          </a:solidFill>
                        </a:rPr>
                        <a:t>開く</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行をダブルクリック（フォルダは中へ、ファイルはダウンロード）</a:t>
                      </a:r>
                    </a:p>
                  </a:txBody>
                  <a:tcPr marL="91440" marR="91440" marT="45720" marB="45720" anchor="ctr">
                    <a:lnL w="0">
                      <a:noFill/>
                    </a:lnL>
                    <a:lnR w="0">
                      <a:noFill/>
                    </a:lnR>
                    <a:lnT w="9525" cmpd="sng">
                      <a:solidFill>
                        <a:srgbClr val="C8CACC"/>
                      </a:solidFill>
                    </a:lnT>
                    <a:lnB w="9525" cmpd="sng">
                      <a:solidFill>
                        <a:srgbClr val="C8CACC"/>
                      </a:solidFill>
                    </a:lnB>
                    <a:noFill/>
                  </a:tcPr>
                </a:tc>
              </a:tr>
              <a:tr h="365760">
                <a:tc>
                  <a:txBody>
                    <a:bodyPr wrap="square"/>
                    <a:lstStyle/>
                    <a:p>
                      <a:pPr>
                        <a:buNone/>
                      </a:pPr>
                      <a:r>
                        <a:rPr sz="950" b="1" lang="ja-JP" altLang="en-US">
                          <a:solidFill>
                            <a:srgbClr val="046A38"/>
                          </a:solidFill>
                        </a:rPr>
                        <a:t>名前を変える</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F2 キー、または行の「名前」</a:t>
                      </a:r>
                    </a:p>
                  </a:txBody>
                  <a:tcPr marL="91440" marR="91440" marT="45720" marB="45720" anchor="ctr">
                    <a:lnL w="0">
                      <a:noFill/>
                    </a:lnL>
                    <a:lnR w="0">
                      <a:noFill/>
                    </a:lnR>
                    <a:lnT w="9525" cmpd="sng">
                      <a:solidFill>
                        <a:srgbClr val="C8CACC"/>
                      </a:solidFill>
                    </a:lnT>
                    <a:lnB w="9525" cmpd="sng">
                      <a:solidFill>
                        <a:srgbClr val="C8CACC"/>
                      </a:solidFill>
                    </a:lnB>
                    <a:noFill/>
                  </a:tcPr>
                </a:tc>
              </a:tr>
              <a:tr h="365760">
                <a:tc>
                  <a:txBody>
                    <a:bodyPr wrap="square"/>
                    <a:lstStyle/>
                    <a:p>
                      <a:pPr>
                        <a:buNone/>
                      </a:pPr>
                      <a:r>
                        <a:rPr sz="950" b="1" lang="ja-JP" altLang="en-US">
                          <a:solidFill>
                            <a:srgbClr val="046A38"/>
                          </a:solidFill>
                        </a:rPr>
                        <a:t>消す</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Delete キー、または行の「削除」（確認あり）</a:t>
                      </a:r>
                    </a:p>
                  </a:txBody>
                  <a:tcPr marL="91440" marR="91440" marT="45720" marB="45720" anchor="ctr">
                    <a:lnL w="0">
                      <a:noFill/>
                    </a:lnL>
                    <a:lnR w="0">
                      <a:noFill/>
                    </a:lnR>
                    <a:lnT w="9525" cmpd="sng">
                      <a:solidFill>
                        <a:srgbClr val="C8CACC"/>
                      </a:solidFill>
                    </a:lnT>
                    <a:lnB w="9525" cmpd="sng">
                      <a:solidFill>
                        <a:srgbClr val="C8CACC"/>
                      </a:solidFill>
                    </a:lnB>
                    <a:noFill/>
                  </a:tcPr>
                </a:tc>
              </a:tr>
              <a:tr h="365760">
                <a:tc>
                  <a:txBody>
                    <a:bodyPr wrap="square"/>
                    <a:lstStyle/>
                    <a:p>
                      <a:pPr>
                        <a:buNone/>
                      </a:pPr>
                      <a:r>
                        <a:rPr sz="950" b="1" lang="ja-JP" altLang="en-US">
                          <a:solidFill>
                            <a:srgbClr val="046A38"/>
                          </a:solidFill>
                        </a:rPr>
                        <a:t>移動・探す</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上部のパンくずで階層を戻る／名前で絞り込み</a:t>
                      </a:r>
                    </a:p>
                  </a:txBody>
                  <a:tcPr marL="91440" marR="91440" marT="45720" marB="45720" anchor="ctr">
                    <a:lnL w="0">
                      <a:noFill/>
                    </a:lnL>
                    <a:lnR w="0">
                      <a:noFill/>
                    </a:lnR>
                    <a:lnT w="9525" cmpd="sng">
                      <a:solidFill>
                        <a:srgbClr val="C8CACC"/>
                      </a:solidFill>
                    </a:lnT>
                    <a:lnB w="9525" cmpd="sng">
                      <a:solidFill>
                        <a:srgbClr val="C8CACC"/>
                      </a:solidFill>
                    </a:lnB>
                    <a:noFill/>
                  </a:tcPr>
                </a:tc>
              </a:tr>
              <a:tr h="365760">
                <a:tc>
                  <a:txBody>
                    <a:bodyPr wrap="square"/>
                    <a:lstStyle/>
                    <a:p>
                      <a:pPr>
                        <a:buNone/>
                      </a:pPr>
                      <a:r>
                        <a:rPr sz="950" b="1" lang="ja-JP" altLang="en-US">
                          <a:solidFill>
                            <a:srgbClr val="046A38"/>
                          </a:solidFill>
                        </a:rPr>
                        <a:t>フォルダを作る</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「新しいフォルダ」</a:t>
                      </a:r>
                    </a:p>
                  </a:txBody>
                  <a:tcPr marL="91440" marR="91440" marT="45720" marB="45720" anchor="ctr">
                    <a:lnL w="0">
                      <a:noFill/>
                    </a:lnL>
                    <a:lnR w="0">
                      <a:noFill/>
                    </a:lnR>
                    <a:lnT w="9525" cmpd="sng">
                      <a:solidFill>
                        <a:srgbClr val="C8CACC"/>
                      </a:solidFill>
                    </a:lnT>
                    <a:lnB w="9525" cmpd="sng">
                      <a:solidFill>
                        <a:srgbClr val="C8CACC"/>
                      </a:solidFill>
                    </a:lnB>
                    <a:noFill/>
                  </a:tcPr>
                </a:tc>
              </a:tr>
            </a:tbl>
          </a:graphicData>
        </a:graphic>
      </p:graphicFrame>
      <p:sp>
        <p:nvSpPr>
          <p:cNvPr id="17" name="TextBox 16"/>
          <p:cNvSpPr txBox="1"/>
          <p:nvPr/>
        </p:nvSpPr>
        <p:spPr>
          <a:xfrm>
            <a:off x="6446520" y="4315968"/>
            <a:ext cx="5266944" cy="274320"/>
          </a:xfrm>
          <a:prstGeom prst="rect">
            <a:avLst/>
          </a:prstGeom>
          <a:noFill/>
        </p:spPr>
        <p:txBody>
          <a:bodyPr wrap="square" lIns="0" rIns="0" tIns="0" bIns="0" anchor="t">
            <a:spAutoFit/>
          </a:bodyPr>
          <a:lstStyle/>
          <a:p>
            <a:pPr>
              <a:buNone/>
            </a:pPr>
            <a:r>
              <a:rPr sz="1200" b="1" lang="ja-JP" altLang="en-US">
                <a:solidFill>
                  <a:srgbClr val="046A38"/>
                </a:solidFill>
              </a:rPr>
              <a:t>機密データとしての扱い</a:t>
            </a:r>
          </a:p>
        </p:txBody>
      </p:sp>
      <p:graphicFrame>
        <p:nvGraphicFramePr>
          <p:cNvPr id="18" name="Table 17"/>
          <p:cNvGraphicFramePr>
            <a:graphicFrameLocks noGrp="1"/>
          </p:cNvGraphicFramePr>
          <p:nvPr/>
        </p:nvGraphicFramePr>
        <p:xfrm>
          <a:off x="6446520" y="4645152"/>
          <a:ext cx="5266944" cy="1463040"/>
        </p:xfrm>
        <a:graphic>
          <a:graphicData uri="http://schemas.openxmlformats.org/drawingml/2006/table">
            <a:tbl>
              <a:tblPr firstRow="0" bandRow="0" firstCol="0" lastRow="0" lastCol="0" bandCol="0">
                <a:tableStyleId>{5940675A-B579-460E-94D1-54222C63F5DA}</a:tableStyleId>
              </a:tblPr>
              <a:tblGrid>
                <a:gridCol w="1188720"/>
                <a:gridCol w="4078224"/>
              </a:tblGrid>
              <a:tr h="365760">
                <a:tc>
                  <a:txBody>
                    <a:bodyPr wrap="square"/>
                    <a:lstStyle/>
                    <a:p>
                      <a:pPr>
                        <a:buNone/>
                      </a:pPr>
                      <a:r>
                        <a:rPr sz="950" b="1" lang="ja-JP" altLang="en-US">
                          <a:solidFill>
                            <a:srgbClr val="1C1C1E"/>
                          </a:solidFill>
                        </a:rPr>
                        <a:t>権限</a:t>
                      </a:r>
                    </a:p>
                  </a:txBody>
                  <a:tcPr marL="91440" marR="91440" marT="45720" marB="45720" anchor="ctr">
                    <a:lnL w="0">
                      <a:noFill/>
                    </a:lnL>
                    <a:lnR w="0">
                      <a:noFill/>
                    </a:lnR>
                    <a:lnT w="9525" cmpd="sng">
                      <a:solidFill>
                        <a:srgbClr val="C8CACC"/>
                      </a:solidFill>
                    </a:lnT>
                    <a:lnB w="9525" cmpd="sng">
                      <a:solidFill>
                        <a:srgbClr val="C8CACC"/>
                      </a:solidFill>
                    </a:lnB>
                    <a:solidFill>
                      <a:srgbClr val="F4F5F5"/>
                    </a:solidFill>
                  </a:tcPr>
                </a:tc>
                <a:tc>
                  <a:txBody>
                    <a:bodyPr wrap="square"/>
                    <a:lstStyle/>
                    <a:p>
                      <a:pPr>
                        <a:buNone/>
                      </a:pPr>
                      <a:r>
                        <a:rPr sz="950" b="0" lang="ja-JP" altLang="en-US">
                          <a:solidFill>
                            <a:srgbClr val="1C1C1E"/>
                          </a:solidFill>
                        </a:rPr>
                        <a:t>システム管理者のみが利用可能</a:t>
                      </a:r>
                    </a:p>
                  </a:txBody>
                  <a:tcPr marL="91440" marR="91440" marT="45720" marB="45720" anchor="ctr">
                    <a:lnL w="0">
                      <a:noFill/>
                    </a:lnL>
                    <a:lnR w="0">
                      <a:noFill/>
                    </a:lnR>
                    <a:lnT w="9525" cmpd="sng">
                      <a:solidFill>
                        <a:srgbClr val="C8CACC"/>
                      </a:solidFill>
                    </a:lnT>
                    <a:lnB w="9525" cmpd="sng">
                      <a:solidFill>
                        <a:srgbClr val="C8CACC"/>
                      </a:solidFill>
                    </a:lnB>
                    <a:noFill/>
                  </a:tcPr>
                </a:tc>
              </a:tr>
              <a:tr h="365760">
                <a:tc>
                  <a:txBody>
                    <a:bodyPr wrap="square"/>
                    <a:lstStyle/>
                    <a:p>
                      <a:pPr>
                        <a:buNone/>
                      </a:pPr>
                      <a:r>
                        <a:rPr sz="950" b="1" lang="ja-JP" altLang="en-US">
                          <a:solidFill>
                            <a:srgbClr val="1C1C1E"/>
                          </a:solidFill>
                        </a:rPr>
                        <a:t>記録</a:t>
                      </a:r>
                    </a:p>
                  </a:txBody>
                  <a:tcPr marL="91440" marR="91440" marT="45720" marB="45720" anchor="ctr">
                    <a:lnL w="0">
                      <a:noFill/>
                    </a:lnL>
                    <a:lnR w="0">
                      <a:noFill/>
                    </a:lnR>
                    <a:lnT w="9525" cmpd="sng">
                      <a:solidFill>
                        <a:srgbClr val="C8CACC"/>
                      </a:solidFill>
                    </a:lnT>
                    <a:lnB w="9525" cmpd="sng">
                      <a:solidFill>
                        <a:srgbClr val="C8CACC"/>
                      </a:solidFill>
                    </a:lnB>
                    <a:solidFill>
                      <a:srgbClr val="F4F5F5"/>
                    </a:solidFill>
                  </a:tcPr>
                </a:tc>
                <a:tc>
                  <a:txBody>
                    <a:bodyPr wrap="square"/>
                    <a:lstStyle/>
                    <a:p>
                      <a:pPr>
                        <a:buNone/>
                      </a:pPr>
                      <a:r>
                        <a:rPr sz="950" b="0" lang="ja-JP" altLang="en-US">
                          <a:solidFill>
                            <a:srgbClr val="1C1C1E"/>
                          </a:solidFill>
                        </a:rPr>
                        <a:t>置く・開く・名前変更・削除・フォルダ作成を記録し、直近30件を箱の画面に表示</a:t>
                      </a:r>
                    </a:p>
                  </a:txBody>
                  <a:tcPr marL="91440" marR="91440" marT="45720" marB="45720" anchor="ctr">
                    <a:lnL w="0">
                      <a:noFill/>
                    </a:lnL>
                    <a:lnR w="0">
                      <a:noFill/>
                    </a:lnR>
                    <a:lnT w="9525" cmpd="sng">
                      <a:solidFill>
                        <a:srgbClr val="C8CACC"/>
                      </a:solidFill>
                    </a:lnT>
                    <a:lnB w="9525" cmpd="sng">
                      <a:solidFill>
                        <a:srgbClr val="C8CACC"/>
                      </a:solidFill>
                    </a:lnB>
                    <a:noFill/>
                  </a:tcPr>
                </a:tc>
              </a:tr>
              <a:tr h="365760">
                <a:tc>
                  <a:txBody>
                    <a:bodyPr wrap="square"/>
                    <a:lstStyle/>
                    <a:p>
                      <a:pPr>
                        <a:buNone/>
                      </a:pPr>
                      <a:r>
                        <a:rPr sz="950" b="1" lang="ja-JP" altLang="en-US">
                          <a:solidFill>
                            <a:srgbClr val="1C1C1E"/>
                          </a:solidFill>
                        </a:rPr>
                        <a:t>AIとの分離</a:t>
                      </a:r>
                    </a:p>
                  </a:txBody>
                  <a:tcPr marL="91440" marR="91440" marT="45720" marB="45720" anchor="ctr">
                    <a:lnL w="0">
                      <a:noFill/>
                    </a:lnL>
                    <a:lnR w="0">
                      <a:noFill/>
                    </a:lnR>
                    <a:lnT w="9525" cmpd="sng">
                      <a:solidFill>
                        <a:srgbClr val="C8CACC"/>
                      </a:solidFill>
                    </a:lnT>
                    <a:lnB w="9525" cmpd="sng">
                      <a:solidFill>
                        <a:srgbClr val="C8CACC"/>
                      </a:solidFill>
                    </a:lnB>
                    <a:solidFill>
                      <a:srgbClr val="F4F5F5"/>
                    </a:solidFill>
                  </a:tcPr>
                </a:tc>
                <a:tc>
                  <a:txBody>
                    <a:bodyPr wrap="square"/>
                    <a:lstStyle/>
                    <a:p>
                      <a:pPr>
                        <a:buNone/>
                      </a:pPr>
                      <a:r>
                        <a:rPr sz="950" b="0" lang="ja-JP" altLang="en-US">
                          <a:solidFill>
                            <a:srgbClr val="1C1C1E"/>
                          </a:solidFill>
                        </a:rPr>
                        <a:t>AI（RAG）の検索・回答には一切使われない</a:t>
                      </a:r>
                    </a:p>
                  </a:txBody>
                  <a:tcPr marL="91440" marR="91440" marT="45720" marB="45720" anchor="ctr">
                    <a:lnL w="0">
                      <a:noFill/>
                    </a:lnL>
                    <a:lnR w="0">
                      <a:noFill/>
                    </a:lnR>
                    <a:lnT w="9525" cmpd="sng">
                      <a:solidFill>
                        <a:srgbClr val="C8CACC"/>
                      </a:solidFill>
                    </a:lnT>
                    <a:lnB w="9525" cmpd="sng">
                      <a:solidFill>
                        <a:srgbClr val="C8CACC"/>
                      </a:solidFill>
                    </a:lnB>
                    <a:noFill/>
                  </a:tcPr>
                </a:tc>
              </a:tr>
              <a:tr h="365760">
                <a:tc>
                  <a:txBody>
                    <a:bodyPr wrap="square"/>
                    <a:lstStyle/>
                    <a:p>
                      <a:pPr>
                        <a:buNone/>
                      </a:pPr>
                      <a:r>
                        <a:rPr sz="950" b="1" lang="ja-JP" altLang="en-US">
                          <a:solidFill>
                            <a:srgbClr val="1C1C1E"/>
                          </a:solidFill>
                        </a:rPr>
                        <a:t>制限</a:t>
                      </a:r>
                    </a:p>
                  </a:txBody>
                  <a:tcPr marL="91440" marR="91440" marT="45720" marB="45720" anchor="ctr">
                    <a:lnL w="0">
                      <a:noFill/>
                    </a:lnL>
                    <a:lnR w="0">
                      <a:noFill/>
                    </a:lnR>
                    <a:lnT w="9525" cmpd="sng">
                      <a:solidFill>
                        <a:srgbClr val="C8CACC"/>
                      </a:solidFill>
                    </a:lnT>
                    <a:lnB w="9525" cmpd="sng">
                      <a:solidFill>
                        <a:srgbClr val="C8CACC"/>
                      </a:solidFill>
                    </a:lnB>
                    <a:solidFill>
                      <a:srgbClr val="F4F5F5"/>
                    </a:solidFill>
                  </a:tcPr>
                </a:tc>
                <a:tc>
                  <a:txBody>
                    <a:bodyPr wrap="square"/>
                    <a:lstStyle/>
                    <a:p>
                      <a:pPr>
                        <a:buNone/>
                      </a:pPr>
                      <a:r>
                        <a:rPr sz="950" b="0" lang="ja-JP" altLang="en-US">
                          <a:solidFill>
                            <a:srgbClr val="1C1C1E"/>
                          </a:solidFill>
                        </a:rPr>
                        <a:t>実行形式は不可、1ファイル200MBまで、同名は別名で保存、自動削除なし</a:t>
                      </a:r>
                    </a:p>
                  </a:txBody>
                  <a:tcPr marL="91440" marR="91440" marT="45720" marB="45720" anchor="ctr">
                    <a:lnL w="0">
                      <a:noFill/>
                    </a:lnL>
                    <a:lnR w="0">
                      <a:noFill/>
                    </a:lnR>
                    <a:lnT w="9525" cmpd="sng">
                      <a:solidFill>
                        <a:srgbClr val="C8CACC"/>
                      </a:solidFill>
                    </a:lnT>
                    <a:lnB w="9525" cmpd="sng">
                      <a:solidFill>
                        <a:srgbClr val="C8CACC"/>
                      </a:solidFill>
                    </a:lnB>
                    <a:noFill/>
                  </a:tcPr>
                </a:tc>
              </a:tr>
            </a:tbl>
          </a:graphicData>
        </a:graphic>
      </p:graphicFrame>
    </p:spTree>
    <p:extLst>
      <p:ext uri="{BB962C8B-B14F-4D97-AF65-F5344CB8AC3E}">
        <p14:creationId xmlns:p14="http://schemas.microsoft.com/office/powerpoint/2010/main" val="1734936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19A7D-1460-F220-8BA1-64C38D70262C}"/>
            </a:ext>
          </a:extLst>
        </p:cNvPr>
        <p:cNvGrpSpPr/>
        <p:nvPr/>
      </p:nvGrpSpPr>
      <p:grpSpPr>
        <a:xfrm>
          <a:off x="0" y="0"/>
          <a:ext cx="0" cy="0"/>
          <a:chOff x="0" y="0"/>
          <a:chExt cx="0" cy="0"/>
        </a:xfrm>
      </p:grpSpPr>
      <p:graphicFrame>
        <p:nvGraphicFramePr>
          <p:cNvPr id="33" name="オブジェクト 32" hidden="1">
            <a:extLst>
              <a:ext uri="{FF2B5EF4-FFF2-40B4-BE49-F238E27FC236}">
                <a16:creationId xmlns:a16="http://schemas.microsoft.com/office/drawing/2014/main" id="{067BAB04-3E1B-E09C-FBDE-83739DDC6E4D}"/>
              </a:ext>
            </a:extLst>
          </p:cNvPr>
          <p:cNvGraphicFramePr>
            <a:graphicFrameLocks/>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3" imgH="353" progId="TCLayout.ActiveDocument.1">
                  <p:embed/>
                </p:oleObj>
              </mc:Choice>
              <mc:Fallback>
                <p:oleObj name="thinkcellスライド" r:id="rId3" imgW="353" imgH="353" progId="TCLayout.ActiveDocument.1">
                  <p:embed/>
                  <p:pic>
                    <p:nvPicPr>
                      <p:cNvPr id="33" name="オブジェクト 32" hidden="1">
                        <a:extLst>
                          <a:ext uri="{FF2B5EF4-FFF2-40B4-BE49-F238E27FC236}">
                            <a16:creationId xmlns:a16="http://schemas.microsoft.com/office/drawing/2014/main" id="{067BAB04-3E1B-E09C-FBDE-83739DDC6E4D}"/>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42" name="タイトル 6">
            <a:extLst>
              <a:ext uri="{FF2B5EF4-FFF2-40B4-BE49-F238E27FC236}">
                <a16:creationId xmlns:a16="http://schemas.microsoft.com/office/drawing/2014/main" id="{C6109E1F-0350-382F-B722-0A5ECBF06E12}"/>
              </a:ext>
            </a:extLst>
          </p:cNvPr>
          <p:cNvSpPr>
            <a:spLocks noGrp="1"/>
          </p:cNvSpPr>
          <p:nvPr>
            <p:ph type="title"/>
          </p:nvPr>
        </p:nvSpPr>
        <p:spPr>
          <a:xfrm>
            <a:off x="0" y="2620612"/>
            <a:ext cx="12192000" cy="738000"/>
          </a:xfrm>
          <a:solidFill>
            <a:schemeClr val="accent4"/>
          </a:solidFill>
          <a:ln>
            <a:noFill/>
          </a:ln>
        </p:spPr>
        <p:txBody>
          <a:bodyPr vert="horz" rIns="0" anchor="ctr"/>
          <a:lstStyle/>
          <a:p>
            <a:pPr algn="ctr"/>
            <a:r>
              <a:rPr lang="ja-JP" altLang="en-US">
                <a:solidFill>
                  <a:schemeClr val="bg1"/>
                </a:solidFill>
              </a:rPr>
              <a:t>アプリ画面にてご説明いたします</a:t>
            </a:r>
          </a:p>
        </p:txBody>
      </p:sp>
      <p:sp>
        <p:nvSpPr>
          <p:cNvPr id="2" name="スライド番号プレースホルダー 2">
            <a:extLst>
              <a:ext uri="{FF2B5EF4-FFF2-40B4-BE49-F238E27FC236}">
                <a16:creationId xmlns:a16="http://schemas.microsoft.com/office/drawing/2014/main" id="{7883DD2C-009A-E0C0-0386-74CDAA23DB6A}"/>
              </a:ext>
            </a:extLst>
          </p:cNvPr>
          <p:cNvSpPr>
            <a:spLocks noGrp="1"/>
          </p:cNvSpPr>
          <p:nvPr>
            <p:ph type="sldNum" sz="quarter" idx="11"/>
          </p:nvPr>
        </p:nvSpPr>
        <p:spPr>
          <a:xfrm>
            <a:off x="480000" y="6588000"/>
            <a:ext cx="180000" cy="169200"/>
          </a:xfrm>
        </p:spPr>
        <p:txBody>
          <a:bodyPr/>
          <a:lstStyle/>
          <a:p>
            <a:fld id="{AA5FCFE5-FE56-4EF1-80A8-07776887C2A1}" type="slidenum">
              <a:rPr lang="ja-JP" altLang="en-US" smtClean="0"/>
              <a:pPr/>
              <a:t>9</a:t>
            </a:fld>
            <a:endParaRPr lang="ja-JP" altLang="en-US"/>
          </a:p>
        </p:txBody>
      </p:sp>
    </p:spTree>
    <p:extLst>
      <p:ext uri="{BB962C8B-B14F-4D97-AF65-F5344CB8AC3E}">
        <p14:creationId xmlns:p14="http://schemas.microsoft.com/office/powerpoint/2010/main" val="3403155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52E02-6136-F336-E97C-B10F91647699}"/>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B8569B64-2801-5CAF-2CA4-0C3656967302}"/>
              </a:ext>
            </a:extLst>
          </p:cNvPr>
          <p:cNvSpPr>
            <a:spLocks noGrp="1"/>
          </p:cNvSpPr>
          <p:nvPr>
            <p:ph type="body" sz="quarter" idx="15"/>
          </p:nvPr>
        </p:nvSpPr>
        <p:spPr/>
        <p:txBody>
          <a:bodyPr/>
          <a:lstStyle/>
          <a:p>
            <a:r>
              <a:rPr lang="ja-JP" altLang="en-US" dirty="0"/>
              <a:t>最新ドキュメントのご案内（2026年9月23日時点のアプリに準拠）</a:t>
            </a:r>
          </a:p>
        </p:txBody>
      </p:sp>
      <p:sp>
        <p:nvSpPr>
          <p:cNvPr id="7" name="タイトル 6">
            <a:extLst>
              <a:ext uri="{FF2B5EF4-FFF2-40B4-BE49-F238E27FC236}">
                <a16:creationId xmlns:a16="http://schemas.microsoft.com/office/drawing/2014/main" id="{29AC0418-4874-281A-CB95-967790A466DD}"/>
              </a:ext>
            </a:extLst>
          </p:cNvPr>
          <p:cNvSpPr>
            <a:spLocks noGrp="1"/>
          </p:cNvSpPr>
          <p:nvPr>
            <p:ph type="title"/>
          </p:nvPr>
        </p:nvSpPr>
        <p:spPr/>
        <p:txBody>
          <a:bodyPr vert="horz" rIns="0"/>
          <a:lstStyle/>
          <a:p>
            <a:r>
              <a:rPr lang="ja-JP" altLang="en-US" dirty="0"/>
              <a:t>FIX後の改修にあわせ、仕様・アーキテクチャ・利用者マニュアル・開発者マニュアルの4点を最新のアプリに合わせて更新しました</a:t>
            </a:r>
          </a:p>
        </p:txBody>
      </p:sp>
      <p:sp>
        <p:nvSpPr>
          <p:cNvPr id="2" name="スライド番号プレースホルダー 1">
            <a:extLst>
              <a:ext uri="{FF2B5EF4-FFF2-40B4-BE49-F238E27FC236}">
                <a16:creationId xmlns:a16="http://schemas.microsoft.com/office/drawing/2014/main" id="{2F89B437-8F29-ECC1-7D5D-DD922EC4276A}"/>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12</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sp>
        <p:nvSpPr>
          <p:cNvPr id="8" name="Rectangle 7"/>
          <p:cNvSpPr/>
          <p:nvPr/>
        </p:nvSpPr>
        <p:spPr>
          <a:xfrm>
            <a:off x="475488" y="1572768"/>
            <a:ext cx="2699765" cy="4315968"/>
          </a:xfrm>
          <a:prstGeom prst="rect">
            <a:avLst/>
          </a:prstGeom>
          <a:solidFill>
            <a:srgbClr val="FFFFFF"/>
          </a:solidFill>
          <a:ln w="9525">
            <a:solidFill>
              <a:srgbClr val="C8CACC"/>
            </a:solidFill>
          </a:ln>
        </p:spPr>
        <p:txBody>
          <a:bodyPr rtlCol="0" anchor="ctr" lIns="73152" rIns="73152" tIns="36576" bIns="36576"/>
          <a:lstStyle/>
          <a:p>
            <a:pPr algn="ctr"/>
          </a:p>
        </p:txBody>
      </p:sp>
      <p:sp>
        <p:nvSpPr>
          <p:cNvPr id="9" name="Rectangle 8"/>
          <p:cNvSpPr/>
          <p:nvPr/>
        </p:nvSpPr>
        <p:spPr>
          <a:xfrm>
            <a:off x="475488" y="1572768"/>
            <a:ext cx="2699765" cy="1024128"/>
          </a:xfrm>
          <a:prstGeom prst="rect">
            <a:avLst/>
          </a:prstGeom>
          <a:solidFill>
            <a:srgbClr val="046A38"/>
          </a:solidFill>
          <a:ln>
            <a:noFill/>
          </a:ln>
        </p:spPr>
        <p:txBody>
          <a:bodyPr rtlCol="0" anchor="ctr" lIns="73152" rIns="73152" tIns="36576" bIns="36576"/>
          <a:lstStyle/>
          <a:p>
            <a:pPr algn="ctr"/>
          </a:p>
        </p:txBody>
      </p:sp>
      <p:sp>
        <p:nvSpPr>
          <p:cNvPr id="10" name="TextBox 9"/>
          <p:cNvSpPr txBox="1"/>
          <p:nvPr/>
        </p:nvSpPr>
        <p:spPr>
          <a:xfrm>
            <a:off x="658368" y="1700784"/>
            <a:ext cx="548640" cy="274320"/>
          </a:xfrm>
          <a:prstGeom prst="rect">
            <a:avLst/>
          </a:prstGeom>
          <a:noFill/>
        </p:spPr>
        <p:txBody>
          <a:bodyPr wrap="square" lIns="0" rIns="0" tIns="0" bIns="0" anchor="t">
            <a:spAutoFit/>
          </a:bodyPr>
          <a:lstStyle/>
          <a:p>
            <a:pPr>
              <a:buNone/>
            </a:pPr>
            <a:r>
              <a:rPr sz="1100" b="1" lang="ja-JP" altLang="en-US">
                <a:solidFill>
                  <a:srgbClr val="A9D18E"/>
                </a:solidFill>
              </a:rPr>
              <a:t>01</a:t>
            </a:r>
          </a:p>
        </p:txBody>
      </p:sp>
      <p:sp>
        <p:nvSpPr>
          <p:cNvPr id="11" name="TextBox 10"/>
          <p:cNvSpPr txBox="1"/>
          <p:nvPr/>
        </p:nvSpPr>
        <p:spPr>
          <a:xfrm>
            <a:off x="658368" y="1956816"/>
            <a:ext cx="2334006" cy="310896"/>
          </a:xfrm>
          <a:prstGeom prst="rect">
            <a:avLst/>
          </a:prstGeom>
          <a:noFill/>
        </p:spPr>
        <p:txBody>
          <a:bodyPr wrap="square" lIns="0" rIns="0" tIns="0" bIns="0" anchor="t">
            <a:spAutoFit/>
          </a:bodyPr>
          <a:lstStyle/>
          <a:p>
            <a:pPr>
              <a:buNone/>
            </a:pPr>
            <a:r>
              <a:rPr sz="1500" b="1" lang="ja-JP" altLang="en-US">
                <a:solidFill>
                  <a:srgbClr val="FFFFFF"/>
                </a:solidFill>
              </a:rPr>
              <a:t>アプリ仕様書</a:t>
            </a:r>
          </a:p>
        </p:txBody>
      </p:sp>
      <p:sp>
        <p:nvSpPr>
          <p:cNvPr id="12" name="TextBox 11"/>
          <p:cNvSpPr txBox="1"/>
          <p:nvPr/>
        </p:nvSpPr>
        <p:spPr>
          <a:xfrm>
            <a:off x="658368" y="2304288"/>
            <a:ext cx="2334006" cy="219456"/>
          </a:xfrm>
          <a:prstGeom prst="rect">
            <a:avLst/>
          </a:prstGeom>
          <a:noFill/>
        </p:spPr>
        <p:txBody>
          <a:bodyPr wrap="square" lIns="0" rIns="0" tIns="0" bIns="0" anchor="t">
            <a:spAutoFit/>
          </a:bodyPr>
          <a:lstStyle/>
          <a:p>
            <a:pPr>
              <a:buNone/>
            </a:pPr>
            <a:r>
              <a:rPr sz="800" b="0" lang="ja-JP" altLang="en-US">
                <a:solidFill>
                  <a:srgbClr val="CFE3D6"/>
                </a:solidFill>
              </a:rPr>
              <a:t>docs/システム引き継ぎ資料.md</a:t>
            </a:r>
          </a:p>
        </p:txBody>
      </p:sp>
      <p:sp>
        <p:nvSpPr>
          <p:cNvPr id="13" name="TextBox 12"/>
          <p:cNvSpPr txBox="1"/>
          <p:nvPr/>
        </p:nvSpPr>
        <p:spPr>
          <a:xfrm>
            <a:off x="658368" y="2743200"/>
            <a:ext cx="2334006" cy="201168"/>
          </a:xfrm>
          <a:prstGeom prst="rect">
            <a:avLst/>
          </a:prstGeom>
          <a:noFill/>
        </p:spPr>
        <p:txBody>
          <a:bodyPr wrap="square" lIns="0" rIns="0" tIns="0" bIns="0" anchor="t">
            <a:spAutoFit/>
          </a:bodyPr>
          <a:lstStyle/>
          <a:p>
            <a:pPr>
              <a:buNone/>
            </a:pPr>
            <a:r>
              <a:rPr sz="800" b="1" lang="ja-JP" altLang="en-US">
                <a:solidFill>
                  <a:srgbClr val="26890D"/>
                </a:solidFill>
              </a:rPr>
              <a:t>読む人</a:t>
            </a:r>
          </a:p>
        </p:txBody>
      </p:sp>
      <p:sp>
        <p:nvSpPr>
          <p:cNvPr id="14" name="TextBox 13"/>
          <p:cNvSpPr txBox="1"/>
          <p:nvPr/>
        </p:nvSpPr>
        <p:spPr>
          <a:xfrm>
            <a:off x="658368" y="2944368"/>
            <a:ext cx="2334006" cy="274320"/>
          </a:xfrm>
          <a:prstGeom prst="rect">
            <a:avLst/>
          </a:prstGeom>
          <a:noFill/>
        </p:spPr>
        <p:txBody>
          <a:bodyPr wrap="square" lIns="0" rIns="0" tIns="0" bIns="0" anchor="t">
            <a:spAutoFit/>
          </a:bodyPr>
          <a:lstStyle/>
          <a:p>
            <a:pPr>
              <a:buNone/>
            </a:pPr>
            <a:r>
              <a:rPr sz="1000" b="1" lang="ja-JP" altLang="en-US">
                <a:solidFill>
                  <a:srgbClr val="1C1C1E"/>
                </a:solidFill>
              </a:rPr>
              <a:t>運用・保守のご担当（ITEC様）</a:t>
            </a:r>
          </a:p>
        </p:txBody>
      </p:sp>
      <p:cxnSp>
        <p:nvCxnSpPr>
          <p:cNvPr id="15" name="Connector 14"/>
          <p:cNvCxnSpPr/>
          <p:nvPr/>
        </p:nvCxnSpPr>
        <p:spPr>
          <a:xfrm>
            <a:off x="658368" y="3328415"/>
            <a:ext cx="2334005" cy="0"/>
          </a:xfrm>
          <a:prstGeom prst="line">
            <a:avLst/>
          </a:prstGeom>
          <a:ln w="9525">
            <a:solidFill>
              <a:srgbClr val="E3E4E5"/>
            </a:solidFill>
          </a:ln>
        </p:spPr>
      </p:cxnSp>
      <p:sp>
        <p:nvSpPr>
          <p:cNvPr id="16" name="TextBox 15"/>
          <p:cNvSpPr txBox="1"/>
          <p:nvPr/>
        </p:nvSpPr>
        <p:spPr>
          <a:xfrm>
            <a:off x="658368" y="3438144"/>
            <a:ext cx="2334006" cy="201168"/>
          </a:xfrm>
          <a:prstGeom prst="rect">
            <a:avLst/>
          </a:prstGeom>
          <a:noFill/>
        </p:spPr>
        <p:txBody>
          <a:bodyPr wrap="square" lIns="0" rIns="0" tIns="0" bIns="0" anchor="t">
            <a:spAutoFit/>
          </a:bodyPr>
          <a:lstStyle/>
          <a:p>
            <a:pPr>
              <a:buNone/>
            </a:pPr>
            <a:r>
              <a:rPr sz="800" b="1" lang="ja-JP" altLang="en-US">
                <a:solidFill>
                  <a:srgbClr val="26890D"/>
                </a:solidFill>
              </a:rPr>
              <a:t>主な内容</a:t>
            </a:r>
          </a:p>
        </p:txBody>
      </p:sp>
      <p:sp>
        <p:nvSpPr>
          <p:cNvPr id="17" name="TextBox 16"/>
          <p:cNvSpPr txBox="1"/>
          <p:nvPr/>
        </p:nvSpPr>
        <p:spPr>
          <a:xfrm>
            <a:off x="658368" y="3657600"/>
            <a:ext cx="2379725" cy="1188720"/>
          </a:xfrm>
          <a:prstGeom prst="rect">
            <a:avLst/>
          </a:prstGeom>
          <a:noFill/>
        </p:spPr>
        <p:txBody>
          <a:bodyPr wrap="square" lIns="0" rIns="0" tIns="0" bIns="0" anchor="t">
            <a:spAutoFit/>
          </a:bodyPr>
          <a:lstStyle/>
          <a:p>
            <a:pPr marL="128016" indent="-128016">
              <a:lnSpc>
                <a:spcPct val="110000"/>
              </a:lnSpc>
              <a:spcAft>
                <a:spcPts val="400"/>
              </a:spcAft>
              <a:buClr>
                <a:srgbClr val="26890D"/>
              </a:buClr>
              <a:buFont typeface="Arial"/>
              <a:buChar char="•"/>
            </a:pPr>
            <a:r>
              <a:rPr sz="1000" b="0" lang="ja-JP" altLang="en-US">
                <a:solidFill>
                  <a:srgbClr val="1C1C1E"/>
                </a:solidFill>
              </a:rPr>
              <a:t>機能一覧と画面の対応表</a:t>
            </a:r>
          </a:p>
          <a:p>
            <a:pPr marL="128016" indent="-128016">
              <a:lnSpc>
                <a:spcPct val="110000"/>
              </a:lnSpc>
              <a:spcAft>
                <a:spcPts val="400"/>
              </a:spcAft>
              <a:buClr>
                <a:srgbClr val="26890D"/>
              </a:buClr>
              <a:buFont typeface="Arial"/>
              <a:buChar char="•"/>
            </a:pPr>
            <a:r>
              <a:rPr sz="1000" b="0" lang="ja-JP" altLang="en-US">
                <a:solidFill>
                  <a:srgbClr val="1C1C1E"/>
                </a:solidFill>
              </a:rPr>
              <a:t>機能ごとの目的・利用者・入力・処理・出力・権限・制約</a:t>
            </a:r>
          </a:p>
          <a:p>
            <a:pPr marL="128016" indent="-128016">
              <a:lnSpc>
                <a:spcPct val="110000"/>
              </a:lnSpc>
              <a:spcAft>
                <a:spcPts val="400"/>
              </a:spcAft>
              <a:buClr>
                <a:srgbClr val="26890D"/>
              </a:buClr>
              <a:buFont typeface="Arial"/>
              <a:buChar char="•"/>
            </a:pPr>
            <a:r>
              <a:rPr sz="1000" b="0" lang="ja-JP" altLang="en-US">
                <a:solidFill>
                  <a:srgbClr val="1C1C1E"/>
                </a:solidFill>
              </a:rPr>
              <a:t>設定・運用・障害時の切り分け・制約事項</a:t>
            </a:r>
          </a:p>
        </p:txBody>
      </p:sp>
      <p:sp>
        <p:nvSpPr>
          <p:cNvPr id="18" name="Rectangle 17"/>
          <p:cNvSpPr/>
          <p:nvPr/>
        </p:nvSpPr>
        <p:spPr>
          <a:xfrm>
            <a:off x="658368" y="4974336"/>
            <a:ext cx="2334006" cy="749808"/>
          </a:xfrm>
          <a:prstGeom prst="rect">
            <a:avLst/>
          </a:prstGeom>
          <a:solidFill>
            <a:srgbClr val="EEF5EA"/>
          </a:solidFill>
          <a:ln>
            <a:noFill/>
          </a:ln>
        </p:spPr>
        <p:txBody>
          <a:bodyPr rtlCol="0" anchor="t" lIns="109728" rIns="73152" tIns="73152" bIns="36576" wrap="square"/>
          <a:lstStyle/>
          <a:p>
            <a:pPr algn="l">
              <a:spcAft>
                <a:spcPts val="200"/>
              </a:spcAft>
              <a:buNone/>
            </a:pPr>
            <a:r>
              <a:rPr sz="800" b="1" lang="ja-JP" altLang="en-US">
                <a:solidFill>
                  <a:srgbClr val="046A38"/>
                </a:solidFill>
              </a:rPr>
              <a:t>今回の更新</a:t>
            </a:r>
          </a:p>
          <a:p>
            <a:pPr algn="l">
              <a:buNone/>
            </a:pPr>
            <a:r>
              <a:rPr sz="900" b="0" lang="ja-JP" altLang="en-US">
                <a:solidFill>
                  <a:srgbClr val="1C1C1E"/>
                </a:solidFill>
              </a:rPr>
              <a:t>計画支援3機能・総会QA・受け渡し箱・外部情報の仕様を反映。廃止した機能の記述を削除</a:t>
            </a:r>
          </a:p>
        </p:txBody>
      </p:sp>
      <p:sp>
        <p:nvSpPr>
          <p:cNvPr id="19" name="Rectangle 18"/>
          <p:cNvSpPr/>
          <p:nvPr/>
        </p:nvSpPr>
        <p:spPr>
          <a:xfrm>
            <a:off x="3321558" y="1572768"/>
            <a:ext cx="2699765" cy="4315968"/>
          </a:xfrm>
          <a:prstGeom prst="rect">
            <a:avLst/>
          </a:prstGeom>
          <a:solidFill>
            <a:srgbClr val="FFFFFF"/>
          </a:solidFill>
          <a:ln w="9525">
            <a:solidFill>
              <a:srgbClr val="C8CACC"/>
            </a:solidFill>
          </a:ln>
        </p:spPr>
        <p:txBody>
          <a:bodyPr rtlCol="0" anchor="ctr" lIns="73152" rIns="73152" tIns="36576" bIns="36576"/>
          <a:lstStyle/>
          <a:p>
            <a:pPr algn="ctr"/>
          </a:p>
        </p:txBody>
      </p:sp>
      <p:sp>
        <p:nvSpPr>
          <p:cNvPr id="20" name="Rectangle 19"/>
          <p:cNvSpPr/>
          <p:nvPr/>
        </p:nvSpPr>
        <p:spPr>
          <a:xfrm>
            <a:off x="3321558" y="1572768"/>
            <a:ext cx="2699765" cy="1024128"/>
          </a:xfrm>
          <a:prstGeom prst="rect">
            <a:avLst/>
          </a:prstGeom>
          <a:solidFill>
            <a:srgbClr val="046A38"/>
          </a:solidFill>
          <a:ln>
            <a:noFill/>
          </a:ln>
        </p:spPr>
        <p:txBody>
          <a:bodyPr rtlCol="0" anchor="ctr" lIns="73152" rIns="73152" tIns="36576" bIns="36576"/>
          <a:lstStyle/>
          <a:p>
            <a:pPr algn="ctr"/>
          </a:p>
        </p:txBody>
      </p:sp>
      <p:sp>
        <p:nvSpPr>
          <p:cNvPr id="21" name="TextBox 20"/>
          <p:cNvSpPr txBox="1"/>
          <p:nvPr/>
        </p:nvSpPr>
        <p:spPr>
          <a:xfrm>
            <a:off x="3504438" y="1700784"/>
            <a:ext cx="548640" cy="274320"/>
          </a:xfrm>
          <a:prstGeom prst="rect">
            <a:avLst/>
          </a:prstGeom>
          <a:noFill/>
        </p:spPr>
        <p:txBody>
          <a:bodyPr wrap="square" lIns="0" rIns="0" tIns="0" bIns="0" anchor="t">
            <a:spAutoFit/>
          </a:bodyPr>
          <a:lstStyle/>
          <a:p>
            <a:pPr>
              <a:buNone/>
            </a:pPr>
            <a:r>
              <a:rPr sz="1100" b="1" lang="ja-JP" altLang="en-US">
                <a:solidFill>
                  <a:srgbClr val="A9D18E"/>
                </a:solidFill>
              </a:rPr>
              <a:t>02</a:t>
            </a:r>
          </a:p>
        </p:txBody>
      </p:sp>
      <p:sp>
        <p:nvSpPr>
          <p:cNvPr id="22" name="TextBox 21"/>
          <p:cNvSpPr txBox="1"/>
          <p:nvPr/>
        </p:nvSpPr>
        <p:spPr>
          <a:xfrm>
            <a:off x="3504438" y="1956816"/>
            <a:ext cx="2334006" cy="310896"/>
          </a:xfrm>
          <a:prstGeom prst="rect">
            <a:avLst/>
          </a:prstGeom>
          <a:noFill/>
        </p:spPr>
        <p:txBody>
          <a:bodyPr wrap="square" lIns="0" rIns="0" tIns="0" bIns="0" anchor="t">
            <a:spAutoFit/>
          </a:bodyPr>
          <a:lstStyle/>
          <a:p>
            <a:pPr>
              <a:buNone/>
            </a:pPr>
            <a:r>
              <a:rPr sz="1500" b="1" lang="ja-JP" altLang="en-US">
                <a:solidFill>
                  <a:srgbClr val="FFFFFF"/>
                </a:solidFill>
              </a:rPr>
              <a:t>アーキテクチャ</a:t>
            </a:r>
          </a:p>
        </p:txBody>
      </p:sp>
      <p:sp>
        <p:nvSpPr>
          <p:cNvPr id="23" name="TextBox 22"/>
          <p:cNvSpPr txBox="1"/>
          <p:nvPr/>
        </p:nvSpPr>
        <p:spPr>
          <a:xfrm>
            <a:off x="3504438" y="2304288"/>
            <a:ext cx="2334006" cy="219456"/>
          </a:xfrm>
          <a:prstGeom prst="rect">
            <a:avLst/>
          </a:prstGeom>
          <a:noFill/>
        </p:spPr>
        <p:txBody>
          <a:bodyPr wrap="square" lIns="0" rIns="0" tIns="0" bIns="0" anchor="t">
            <a:spAutoFit/>
          </a:bodyPr>
          <a:lstStyle/>
          <a:p>
            <a:pPr>
              <a:buNone/>
            </a:pPr>
            <a:r>
              <a:rPr sz="800" b="0" lang="ja-JP" altLang="en-US">
                <a:solidFill>
                  <a:srgbClr val="CFE3D6"/>
                </a:solidFill>
              </a:rPr>
              <a:t>architecture_1.html</a:t>
            </a:r>
          </a:p>
        </p:txBody>
      </p:sp>
      <p:sp>
        <p:nvSpPr>
          <p:cNvPr id="24" name="TextBox 23"/>
          <p:cNvSpPr txBox="1"/>
          <p:nvPr/>
        </p:nvSpPr>
        <p:spPr>
          <a:xfrm>
            <a:off x="3504438" y="2743200"/>
            <a:ext cx="2334006" cy="201168"/>
          </a:xfrm>
          <a:prstGeom prst="rect">
            <a:avLst/>
          </a:prstGeom>
          <a:noFill/>
        </p:spPr>
        <p:txBody>
          <a:bodyPr wrap="square" lIns="0" rIns="0" tIns="0" bIns="0" anchor="t">
            <a:spAutoFit/>
          </a:bodyPr>
          <a:lstStyle/>
          <a:p>
            <a:pPr>
              <a:buNone/>
            </a:pPr>
            <a:r>
              <a:rPr sz="800" b="1" lang="ja-JP" altLang="en-US">
                <a:solidFill>
                  <a:srgbClr val="26890D"/>
                </a:solidFill>
              </a:rPr>
              <a:t>読む人</a:t>
            </a:r>
          </a:p>
        </p:txBody>
      </p:sp>
      <p:sp>
        <p:nvSpPr>
          <p:cNvPr id="25" name="TextBox 24"/>
          <p:cNvSpPr txBox="1"/>
          <p:nvPr/>
        </p:nvSpPr>
        <p:spPr>
          <a:xfrm>
            <a:off x="3504438" y="2944368"/>
            <a:ext cx="2334006" cy="274320"/>
          </a:xfrm>
          <a:prstGeom prst="rect">
            <a:avLst/>
          </a:prstGeom>
          <a:noFill/>
        </p:spPr>
        <p:txBody>
          <a:bodyPr wrap="square" lIns="0" rIns="0" tIns="0" bIns="0" anchor="t">
            <a:spAutoFit/>
          </a:bodyPr>
          <a:lstStyle/>
          <a:p>
            <a:pPr>
              <a:buNone/>
            </a:pPr>
            <a:r>
              <a:rPr sz="1000" b="1" lang="ja-JP" altLang="en-US">
                <a:solidFill>
                  <a:srgbClr val="1C1C1E"/>
                </a:solidFill>
              </a:rPr>
              <a:t>基盤・セキュリティのご担当</a:t>
            </a:r>
          </a:p>
        </p:txBody>
      </p:sp>
      <p:cxnSp>
        <p:nvCxnSpPr>
          <p:cNvPr id="26" name="Connector 25"/>
          <p:cNvCxnSpPr/>
          <p:nvPr/>
        </p:nvCxnSpPr>
        <p:spPr>
          <a:xfrm>
            <a:off x="3504438" y="3328415"/>
            <a:ext cx="2334005" cy="0"/>
          </a:xfrm>
          <a:prstGeom prst="line">
            <a:avLst/>
          </a:prstGeom>
          <a:ln w="9525">
            <a:solidFill>
              <a:srgbClr val="E3E4E5"/>
            </a:solidFill>
          </a:ln>
        </p:spPr>
      </p:cxnSp>
      <p:sp>
        <p:nvSpPr>
          <p:cNvPr id="27" name="TextBox 26"/>
          <p:cNvSpPr txBox="1"/>
          <p:nvPr/>
        </p:nvSpPr>
        <p:spPr>
          <a:xfrm>
            <a:off x="3504438" y="3438144"/>
            <a:ext cx="2334006" cy="201168"/>
          </a:xfrm>
          <a:prstGeom prst="rect">
            <a:avLst/>
          </a:prstGeom>
          <a:noFill/>
        </p:spPr>
        <p:txBody>
          <a:bodyPr wrap="square" lIns="0" rIns="0" tIns="0" bIns="0" anchor="t">
            <a:spAutoFit/>
          </a:bodyPr>
          <a:lstStyle/>
          <a:p>
            <a:pPr>
              <a:buNone/>
            </a:pPr>
            <a:r>
              <a:rPr sz="800" b="1" lang="ja-JP" altLang="en-US">
                <a:solidFill>
                  <a:srgbClr val="26890D"/>
                </a:solidFill>
              </a:rPr>
              <a:t>主な内容</a:t>
            </a:r>
          </a:p>
        </p:txBody>
      </p:sp>
      <p:sp>
        <p:nvSpPr>
          <p:cNvPr id="28" name="TextBox 27"/>
          <p:cNvSpPr txBox="1"/>
          <p:nvPr/>
        </p:nvSpPr>
        <p:spPr>
          <a:xfrm>
            <a:off x="3504438" y="3657600"/>
            <a:ext cx="2379725" cy="1188720"/>
          </a:xfrm>
          <a:prstGeom prst="rect">
            <a:avLst/>
          </a:prstGeom>
          <a:noFill/>
        </p:spPr>
        <p:txBody>
          <a:bodyPr wrap="square" lIns="0" rIns="0" tIns="0" bIns="0" anchor="t">
            <a:spAutoFit/>
          </a:bodyPr>
          <a:lstStyle/>
          <a:p>
            <a:pPr marL="128016" indent="-128016">
              <a:lnSpc>
                <a:spcPct val="110000"/>
              </a:lnSpc>
              <a:spcAft>
                <a:spcPts val="400"/>
              </a:spcAft>
              <a:buClr>
                <a:srgbClr val="26890D"/>
              </a:buClr>
              <a:buFont typeface="Arial"/>
              <a:buChar char="•"/>
            </a:pPr>
            <a:r>
              <a:rPr sz="1000" b="0" lang="ja-JP" altLang="en-US">
                <a:solidFill>
                  <a:srgbClr val="1C1C1E"/>
                </a:solidFill>
              </a:rPr>
              <a:t>全体構成（EC2上のアプリとBedrockの接続）</a:t>
            </a:r>
          </a:p>
          <a:p>
            <a:pPr marL="128016" indent="-128016">
              <a:lnSpc>
                <a:spcPct val="110000"/>
              </a:lnSpc>
              <a:spcAft>
                <a:spcPts val="400"/>
              </a:spcAft>
              <a:buClr>
                <a:srgbClr val="26890D"/>
              </a:buClr>
              <a:buFont typeface="Arial"/>
              <a:buChar char="•"/>
            </a:pPr>
            <a:r>
              <a:rPr sz="1000" b="0" lang="ja-JP" altLang="en-US">
                <a:solidFill>
                  <a:srgbClr val="1C1C1E"/>
                </a:solidFill>
              </a:rPr>
              <a:t>LLMの役割分担と、AI壁打ちの処理の流れ</a:t>
            </a:r>
          </a:p>
          <a:p>
            <a:pPr marL="128016" indent="-128016">
              <a:lnSpc>
                <a:spcPct val="110000"/>
              </a:lnSpc>
              <a:spcAft>
                <a:spcPts val="400"/>
              </a:spcAft>
              <a:buClr>
                <a:srgbClr val="26890D"/>
              </a:buClr>
              <a:buFont typeface="Arial"/>
              <a:buChar char="•"/>
            </a:pPr>
            <a:r>
              <a:rPr sz="1000" b="0" lang="ja-JP" altLang="en-US">
                <a:solidFill>
                  <a:srgbClr val="1C1C1E"/>
                </a:solidFill>
              </a:rPr>
              <a:t>データの定期取得と、セキュリティ境界</a:t>
            </a:r>
          </a:p>
        </p:txBody>
      </p:sp>
      <p:sp>
        <p:nvSpPr>
          <p:cNvPr id="29" name="Rectangle 28"/>
          <p:cNvSpPr/>
          <p:nvPr/>
        </p:nvSpPr>
        <p:spPr>
          <a:xfrm>
            <a:off x="3504438" y="4974336"/>
            <a:ext cx="2334006" cy="749808"/>
          </a:xfrm>
          <a:prstGeom prst="rect">
            <a:avLst/>
          </a:prstGeom>
          <a:solidFill>
            <a:srgbClr val="EEF5EA"/>
          </a:solidFill>
          <a:ln>
            <a:noFill/>
          </a:ln>
        </p:spPr>
        <p:txBody>
          <a:bodyPr rtlCol="0" anchor="t" lIns="109728" rIns="73152" tIns="73152" bIns="36576" wrap="square"/>
          <a:lstStyle/>
          <a:p>
            <a:pPr algn="l">
              <a:spcAft>
                <a:spcPts val="200"/>
              </a:spcAft>
              <a:buNone/>
            </a:pPr>
            <a:r>
              <a:rPr sz="800" b="1" lang="ja-JP" altLang="en-US">
                <a:solidFill>
                  <a:srgbClr val="046A38"/>
                </a:solidFill>
              </a:rPr>
              <a:t>今回の更新</a:t>
            </a:r>
          </a:p>
          <a:p>
            <a:pPr algn="l">
              <a:buNone/>
            </a:pPr>
            <a:r>
              <a:rPr sz="900" b="0" lang="ja-JP" altLang="en-US">
                <a:solidFill>
                  <a:srgbClr val="1C1C1E"/>
                </a:solidFill>
              </a:rPr>
              <a:t>すべての構成図を描き直し、セキュリティ境界・受け渡し箱の図を新設</a:t>
            </a:r>
          </a:p>
        </p:txBody>
      </p:sp>
      <p:sp>
        <p:nvSpPr>
          <p:cNvPr id="30" name="Rectangle 29"/>
          <p:cNvSpPr/>
          <p:nvPr/>
        </p:nvSpPr>
        <p:spPr>
          <a:xfrm>
            <a:off x="6167627" y="1572768"/>
            <a:ext cx="2699765" cy="4315968"/>
          </a:xfrm>
          <a:prstGeom prst="rect">
            <a:avLst/>
          </a:prstGeom>
          <a:solidFill>
            <a:srgbClr val="FFFFFF"/>
          </a:solidFill>
          <a:ln w="9525">
            <a:solidFill>
              <a:srgbClr val="C8CACC"/>
            </a:solidFill>
          </a:ln>
        </p:spPr>
        <p:txBody>
          <a:bodyPr rtlCol="0" anchor="ctr" lIns="73152" rIns="73152" tIns="36576" bIns="36576"/>
          <a:lstStyle/>
          <a:p>
            <a:pPr algn="ctr"/>
          </a:p>
        </p:txBody>
      </p:sp>
      <p:sp>
        <p:nvSpPr>
          <p:cNvPr id="31" name="Rectangle 30"/>
          <p:cNvSpPr/>
          <p:nvPr/>
        </p:nvSpPr>
        <p:spPr>
          <a:xfrm>
            <a:off x="6167627" y="1572768"/>
            <a:ext cx="2699765" cy="1024128"/>
          </a:xfrm>
          <a:prstGeom prst="rect">
            <a:avLst/>
          </a:prstGeom>
          <a:solidFill>
            <a:srgbClr val="046A38"/>
          </a:solidFill>
          <a:ln>
            <a:noFill/>
          </a:ln>
        </p:spPr>
        <p:txBody>
          <a:bodyPr rtlCol="0" anchor="ctr" lIns="73152" rIns="73152" tIns="36576" bIns="36576"/>
          <a:lstStyle/>
          <a:p>
            <a:pPr algn="ctr"/>
          </a:p>
        </p:txBody>
      </p:sp>
      <p:sp>
        <p:nvSpPr>
          <p:cNvPr id="32" name="TextBox 31"/>
          <p:cNvSpPr txBox="1"/>
          <p:nvPr/>
        </p:nvSpPr>
        <p:spPr>
          <a:xfrm>
            <a:off x="6350507" y="1700784"/>
            <a:ext cx="548640" cy="274320"/>
          </a:xfrm>
          <a:prstGeom prst="rect">
            <a:avLst/>
          </a:prstGeom>
          <a:noFill/>
        </p:spPr>
        <p:txBody>
          <a:bodyPr wrap="square" lIns="0" rIns="0" tIns="0" bIns="0" anchor="t">
            <a:spAutoFit/>
          </a:bodyPr>
          <a:lstStyle/>
          <a:p>
            <a:pPr>
              <a:buNone/>
            </a:pPr>
            <a:r>
              <a:rPr sz="1100" b="1" lang="ja-JP" altLang="en-US">
                <a:solidFill>
                  <a:srgbClr val="A9D18E"/>
                </a:solidFill>
              </a:rPr>
              <a:t>03</a:t>
            </a:r>
          </a:p>
        </p:txBody>
      </p:sp>
      <p:sp>
        <p:nvSpPr>
          <p:cNvPr id="33" name="TextBox 32"/>
          <p:cNvSpPr txBox="1"/>
          <p:nvPr/>
        </p:nvSpPr>
        <p:spPr>
          <a:xfrm>
            <a:off x="6350507" y="1956816"/>
            <a:ext cx="2334006" cy="310896"/>
          </a:xfrm>
          <a:prstGeom prst="rect">
            <a:avLst/>
          </a:prstGeom>
          <a:noFill/>
        </p:spPr>
        <p:txBody>
          <a:bodyPr wrap="square" lIns="0" rIns="0" tIns="0" bIns="0" anchor="t">
            <a:spAutoFit/>
          </a:bodyPr>
          <a:lstStyle/>
          <a:p>
            <a:pPr>
              <a:buNone/>
            </a:pPr>
            <a:r>
              <a:rPr sz="1500" b="1" lang="ja-JP" altLang="en-US">
                <a:solidFill>
                  <a:srgbClr val="FFFFFF"/>
                </a:solidFill>
              </a:rPr>
              <a:t>利用者マニュアル</a:t>
            </a:r>
          </a:p>
        </p:txBody>
      </p:sp>
      <p:sp>
        <p:nvSpPr>
          <p:cNvPr id="34" name="TextBox 33"/>
          <p:cNvSpPr txBox="1"/>
          <p:nvPr/>
        </p:nvSpPr>
        <p:spPr>
          <a:xfrm>
            <a:off x="6350507" y="2304288"/>
            <a:ext cx="2334006" cy="219456"/>
          </a:xfrm>
          <a:prstGeom prst="rect">
            <a:avLst/>
          </a:prstGeom>
          <a:noFill/>
        </p:spPr>
        <p:txBody>
          <a:bodyPr wrap="square" lIns="0" rIns="0" tIns="0" bIns="0" anchor="t">
            <a:spAutoFit/>
          </a:bodyPr>
          <a:lstStyle/>
          <a:p>
            <a:pPr>
              <a:buNone/>
            </a:pPr>
            <a:r>
              <a:rPr sz="800" b="0" lang="ja-JP" altLang="en-US">
                <a:solidFill>
                  <a:srgbClr val="CFE3D6"/>
                </a:solidFill>
              </a:rPr>
              <a:t>doc/利用者マニュアル.html</a:t>
            </a:r>
          </a:p>
        </p:txBody>
      </p:sp>
      <p:sp>
        <p:nvSpPr>
          <p:cNvPr id="35" name="TextBox 34"/>
          <p:cNvSpPr txBox="1"/>
          <p:nvPr/>
        </p:nvSpPr>
        <p:spPr>
          <a:xfrm>
            <a:off x="6350507" y="2743200"/>
            <a:ext cx="2334006" cy="201168"/>
          </a:xfrm>
          <a:prstGeom prst="rect">
            <a:avLst/>
          </a:prstGeom>
          <a:noFill/>
        </p:spPr>
        <p:txBody>
          <a:bodyPr wrap="square" lIns="0" rIns="0" tIns="0" bIns="0" anchor="t">
            <a:spAutoFit/>
          </a:bodyPr>
          <a:lstStyle/>
          <a:p>
            <a:pPr>
              <a:buNone/>
            </a:pPr>
            <a:r>
              <a:rPr sz="800" b="1" lang="ja-JP" altLang="en-US">
                <a:solidFill>
                  <a:srgbClr val="26890D"/>
                </a:solidFill>
              </a:rPr>
              <a:t>読む人</a:t>
            </a:r>
          </a:p>
        </p:txBody>
      </p:sp>
      <p:sp>
        <p:nvSpPr>
          <p:cNvPr id="36" name="TextBox 35"/>
          <p:cNvSpPr txBox="1"/>
          <p:nvPr/>
        </p:nvSpPr>
        <p:spPr>
          <a:xfrm>
            <a:off x="6350507" y="2944368"/>
            <a:ext cx="2334006" cy="274320"/>
          </a:xfrm>
          <a:prstGeom prst="rect">
            <a:avLst/>
          </a:prstGeom>
          <a:noFill/>
        </p:spPr>
        <p:txBody>
          <a:bodyPr wrap="square" lIns="0" rIns="0" tIns="0" bIns="0" anchor="t">
            <a:spAutoFit/>
          </a:bodyPr>
          <a:lstStyle/>
          <a:p>
            <a:pPr>
              <a:buNone/>
            </a:pPr>
            <a:r>
              <a:rPr sz="1000" b="1" lang="ja-JP" altLang="en-US">
                <a:solidFill>
                  <a:srgbClr val="1C1C1E"/>
                </a:solidFill>
              </a:rPr>
              <a:t>経営層・経営企画・総会QAのご担当</a:t>
            </a:r>
          </a:p>
        </p:txBody>
      </p:sp>
      <p:cxnSp>
        <p:nvCxnSpPr>
          <p:cNvPr id="37" name="Connector 36"/>
          <p:cNvCxnSpPr/>
          <p:nvPr/>
        </p:nvCxnSpPr>
        <p:spPr>
          <a:xfrm>
            <a:off x="6350507" y="3328415"/>
            <a:ext cx="2334006" cy="0"/>
          </a:xfrm>
          <a:prstGeom prst="line">
            <a:avLst/>
          </a:prstGeom>
          <a:ln w="9525">
            <a:solidFill>
              <a:srgbClr val="E3E4E5"/>
            </a:solidFill>
          </a:ln>
        </p:spPr>
      </p:cxnSp>
      <p:sp>
        <p:nvSpPr>
          <p:cNvPr id="38" name="TextBox 37"/>
          <p:cNvSpPr txBox="1"/>
          <p:nvPr/>
        </p:nvSpPr>
        <p:spPr>
          <a:xfrm>
            <a:off x="6350507" y="3438144"/>
            <a:ext cx="2334006" cy="201168"/>
          </a:xfrm>
          <a:prstGeom prst="rect">
            <a:avLst/>
          </a:prstGeom>
          <a:noFill/>
        </p:spPr>
        <p:txBody>
          <a:bodyPr wrap="square" lIns="0" rIns="0" tIns="0" bIns="0" anchor="t">
            <a:spAutoFit/>
          </a:bodyPr>
          <a:lstStyle/>
          <a:p>
            <a:pPr>
              <a:buNone/>
            </a:pPr>
            <a:r>
              <a:rPr sz="800" b="1" lang="ja-JP" altLang="en-US">
                <a:solidFill>
                  <a:srgbClr val="26890D"/>
                </a:solidFill>
              </a:rPr>
              <a:t>主な内容</a:t>
            </a:r>
          </a:p>
        </p:txBody>
      </p:sp>
      <p:sp>
        <p:nvSpPr>
          <p:cNvPr id="39" name="TextBox 38"/>
          <p:cNvSpPr txBox="1"/>
          <p:nvPr/>
        </p:nvSpPr>
        <p:spPr>
          <a:xfrm>
            <a:off x="6350507" y="3657600"/>
            <a:ext cx="2379725" cy="1188720"/>
          </a:xfrm>
          <a:prstGeom prst="rect">
            <a:avLst/>
          </a:prstGeom>
          <a:noFill/>
        </p:spPr>
        <p:txBody>
          <a:bodyPr wrap="square" lIns="0" rIns="0" tIns="0" bIns="0" anchor="t">
            <a:spAutoFit/>
          </a:bodyPr>
          <a:lstStyle/>
          <a:p>
            <a:pPr marL="128016" indent="-128016">
              <a:lnSpc>
                <a:spcPct val="110000"/>
              </a:lnSpc>
              <a:spcAft>
                <a:spcPts val="400"/>
              </a:spcAft>
              <a:buClr>
                <a:srgbClr val="26890D"/>
              </a:buClr>
              <a:buFont typeface="Arial"/>
              <a:buChar char="•"/>
            </a:pPr>
            <a:r>
              <a:rPr sz="1000" b="0" lang="ja-JP" altLang="en-US">
                <a:solidFill>
                  <a:srgbClr val="1C1C1E"/>
                </a:solidFill>
              </a:rPr>
              <a:t>はじめに／ホームとセンシングボード</a:t>
            </a:r>
          </a:p>
          <a:p>
            <a:pPr marL="128016" indent="-128016">
              <a:lnSpc>
                <a:spcPct val="110000"/>
              </a:lnSpc>
              <a:spcAft>
                <a:spcPts val="400"/>
              </a:spcAft>
              <a:buClr>
                <a:srgbClr val="26890D"/>
              </a:buClr>
              <a:buFont typeface="Arial"/>
              <a:buChar char="•"/>
            </a:pPr>
            <a:r>
              <a:rPr sz="1000" b="0" lang="ja-JP" altLang="en-US">
                <a:solidFill>
                  <a:srgbClr val="1C1C1E"/>
                </a:solidFill>
              </a:rPr>
              <a:t>計画の策定・確認サポート／AIとの壁打ち</a:t>
            </a:r>
          </a:p>
          <a:p>
            <a:pPr marL="128016" indent="-128016">
              <a:lnSpc>
                <a:spcPct val="110000"/>
              </a:lnSpc>
              <a:spcAft>
                <a:spcPts val="400"/>
              </a:spcAft>
              <a:buClr>
                <a:srgbClr val="26890D"/>
              </a:buClr>
              <a:buFont typeface="Arial"/>
              <a:buChar char="•"/>
            </a:pPr>
            <a:r>
              <a:rPr sz="1000" b="0" lang="ja-JP" altLang="en-US">
                <a:solidFill>
                  <a:srgbClr val="1C1C1E"/>
                </a:solidFill>
              </a:rPr>
              <a:t>総会QA／管理者機能（全6章）</a:t>
            </a:r>
          </a:p>
        </p:txBody>
      </p:sp>
      <p:sp>
        <p:nvSpPr>
          <p:cNvPr id="40" name="Rectangle 39"/>
          <p:cNvSpPr/>
          <p:nvPr/>
        </p:nvSpPr>
        <p:spPr>
          <a:xfrm>
            <a:off x="6350507" y="4974336"/>
            <a:ext cx="2334006" cy="749808"/>
          </a:xfrm>
          <a:prstGeom prst="rect">
            <a:avLst/>
          </a:prstGeom>
          <a:solidFill>
            <a:srgbClr val="EEF5EA"/>
          </a:solidFill>
          <a:ln>
            <a:noFill/>
          </a:ln>
        </p:spPr>
        <p:txBody>
          <a:bodyPr rtlCol="0" anchor="t" lIns="109728" rIns="73152" tIns="73152" bIns="36576" wrap="square"/>
          <a:lstStyle/>
          <a:p>
            <a:pPr algn="l">
              <a:spcAft>
                <a:spcPts val="200"/>
              </a:spcAft>
              <a:buNone/>
            </a:pPr>
            <a:r>
              <a:rPr sz="800" b="1" lang="ja-JP" altLang="en-US">
                <a:solidFill>
                  <a:srgbClr val="046A38"/>
                </a:solidFill>
              </a:rPr>
              <a:t>今回の更新</a:t>
            </a:r>
          </a:p>
          <a:p>
            <a:pPr algn="l">
              <a:buNone/>
            </a:pPr>
            <a:r>
              <a:rPr sz="900" b="0" lang="ja-JP" altLang="en-US">
                <a:solidFill>
                  <a:srgbClr val="1C1C1E"/>
                </a:solidFill>
              </a:rPr>
              <a:t>計画支援とAI壁打ちの章を全面改訂。受け渡し箱の操作と機能の付与を新設</a:t>
            </a:r>
          </a:p>
        </p:txBody>
      </p:sp>
      <p:sp>
        <p:nvSpPr>
          <p:cNvPr id="41" name="Rectangle 40"/>
          <p:cNvSpPr/>
          <p:nvPr/>
        </p:nvSpPr>
        <p:spPr>
          <a:xfrm>
            <a:off x="9013697" y="1572768"/>
            <a:ext cx="2699765" cy="4315968"/>
          </a:xfrm>
          <a:prstGeom prst="rect">
            <a:avLst/>
          </a:prstGeom>
          <a:solidFill>
            <a:srgbClr val="FFFFFF"/>
          </a:solidFill>
          <a:ln w="9525">
            <a:solidFill>
              <a:srgbClr val="C8CACC"/>
            </a:solidFill>
          </a:ln>
        </p:spPr>
        <p:txBody>
          <a:bodyPr rtlCol="0" anchor="ctr" lIns="73152" rIns="73152" tIns="36576" bIns="36576"/>
          <a:lstStyle/>
          <a:p>
            <a:pPr algn="ctr"/>
          </a:p>
        </p:txBody>
      </p:sp>
      <p:sp>
        <p:nvSpPr>
          <p:cNvPr id="42" name="Rectangle 41"/>
          <p:cNvSpPr/>
          <p:nvPr/>
        </p:nvSpPr>
        <p:spPr>
          <a:xfrm>
            <a:off x="9013697" y="1572768"/>
            <a:ext cx="2699765" cy="1024128"/>
          </a:xfrm>
          <a:prstGeom prst="rect">
            <a:avLst/>
          </a:prstGeom>
          <a:solidFill>
            <a:srgbClr val="046A38"/>
          </a:solidFill>
          <a:ln>
            <a:noFill/>
          </a:ln>
        </p:spPr>
        <p:txBody>
          <a:bodyPr rtlCol="0" anchor="ctr" lIns="73152" rIns="73152" tIns="36576" bIns="36576"/>
          <a:lstStyle/>
          <a:p>
            <a:pPr algn="ctr"/>
          </a:p>
        </p:txBody>
      </p:sp>
      <p:sp>
        <p:nvSpPr>
          <p:cNvPr id="43" name="TextBox 42"/>
          <p:cNvSpPr txBox="1"/>
          <p:nvPr/>
        </p:nvSpPr>
        <p:spPr>
          <a:xfrm>
            <a:off x="9196577" y="1700784"/>
            <a:ext cx="548640" cy="274320"/>
          </a:xfrm>
          <a:prstGeom prst="rect">
            <a:avLst/>
          </a:prstGeom>
          <a:noFill/>
        </p:spPr>
        <p:txBody>
          <a:bodyPr wrap="square" lIns="0" rIns="0" tIns="0" bIns="0" anchor="t">
            <a:spAutoFit/>
          </a:bodyPr>
          <a:lstStyle/>
          <a:p>
            <a:pPr>
              <a:buNone/>
            </a:pPr>
            <a:r>
              <a:rPr sz="1100" b="1" lang="ja-JP" altLang="en-US">
                <a:solidFill>
                  <a:srgbClr val="A9D18E"/>
                </a:solidFill>
              </a:rPr>
              <a:t>04</a:t>
            </a:r>
          </a:p>
        </p:txBody>
      </p:sp>
      <p:sp>
        <p:nvSpPr>
          <p:cNvPr id="44" name="TextBox 43"/>
          <p:cNvSpPr txBox="1"/>
          <p:nvPr/>
        </p:nvSpPr>
        <p:spPr>
          <a:xfrm>
            <a:off x="9196577" y="1956816"/>
            <a:ext cx="2334006" cy="310896"/>
          </a:xfrm>
          <a:prstGeom prst="rect">
            <a:avLst/>
          </a:prstGeom>
          <a:noFill/>
        </p:spPr>
        <p:txBody>
          <a:bodyPr wrap="square" lIns="0" rIns="0" tIns="0" bIns="0" anchor="t">
            <a:spAutoFit/>
          </a:bodyPr>
          <a:lstStyle/>
          <a:p>
            <a:pPr>
              <a:buNone/>
            </a:pPr>
            <a:r>
              <a:rPr sz="1500" b="1" lang="ja-JP" altLang="en-US">
                <a:solidFill>
                  <a:srgbClr val="FFFFFF"/>
                </a:solidFill>
              </a:rPr>
              <a:t>開発者マニュアル</a:t>
            </a:r>
          </a:p>
        </p:txBody>
      </p:sp>
      <p:sp>
        <p:nvSpPr>
          <p:cNvPr id="45" name="TextBox 44"/>
          <p:cNvSpPr txBox="1"/>
          <p:nvPr/>
        </p:nvSpPr>
        <p:spPr>
          <a:xfrm>
            <a:off x="9196577" y="2304288"/>
            <a:ext cx="2334006" cy="219456"/>
          </a:xfrm>
          <a:prstGeom prst="rect">
            <a:avLst/>
          </a:prstGeom>
          <a:noFill/>
        </p:spPr>
        <p:txBody>
          <a:bodyPr wrap="square" lIns="0" rIns="0" tIns="0" bIns="0" anchor="t">
            <a:spAutoFit/>
          </a:bodyPr>
          <a:lstStyle/>
          <a:p>
            <a:pPr>
              <a:buNone/>
            </a:pPr>
            <a:r>
              <a:rPr sz="800" b="0" lang="ja-JP" altLang="en-US">
                <a:solidFill>
                  <a:srgbClr val="CFE3D6"/>
                </a:solidFill>
              </a:rPr>
              <a:t>doc/開発者マニュアル.html</a:t>
            </a:r>
          </a:p>
        </p:txBody>
      </p:sp>
      <p:sp>
        <p:nvSpPr>
          <p:cNvPr id="46" name="TextBox 45"/>
          <p:cNvSpPr txBox="1"/>
          <p:nvPr/>
        </p:nvSpPr>
        <p:spPr>
          <a:xfrm>
            <a:off x="9196577" y="2743200"/>
            <a:ext cx="2334006" cy="201168"/>
          </a:xfrm>
          <a:prstGeom prst="rect">
            <a:avLst/>
          </a:prstGeom>
          <a:noFill/>
        </p:spPr>
        <p:txBody>
          <a:bodyPr wrap="square" lIns="0" rIns="0" tIns="0" bIns="0" anchor="t">
            <a:spAutoFit/>
          </a:bodyPr>
          <a:lstStyle/>
          <a:p>
            <a:pPr>
              <a:buNone/>
            </a:pPr>
            <a:r>
              <a:rPr sz="800" b="1" lang="ja-JP" altLang="en-US">
                <a:solidFill>
                  <a:srgbClr val="26890D"/>
                </a:solidFill>
              </a:rPr>
              <a:t>読む人</a:t>
            </a:r>
          </a:p>
        </p:txBody>
      </p:sp>
      <p:sp>
        <p:nvSpPr>
          <p:cNvPr id="47" name="TextBox 46"/>
          <p:cNvSpPr txBox="1"/>
          <p:nvPr/>
        </p:nvSpPr>
        <p:spPr>
          <a:xfrm>
            <a:off x="9196577" y="2944368"/>
            <a:ext cx="2334006" cy="274320"/>
          </a:xfrm>
          <a:prstGeom prst="rect">
            <a:avLst/>
          </a:prstGeom>
          <a:noFill/>
        </p:spPr>
        <p:txBody>
          <a:bodyPr wrap="square" lIns="0" rIns="0" tIns="0" bIns="0" anchor="t">
            <a:spAutoFit/>
          </a:bodyPr>
          <a:lstStyle/>
          <a:p>
            <a:pPr>
              <a:buNone/>
            </a:pPr>
            <a:r>
              <a:rPr sz="1000" b="1" lang="ja-JP" altLang="en-US">
                <a:solidFill>
                  <a:srgbClr val="1C1C1E"/>
                </a:solidFill>
              </a:rPr>
              <a:t>開発・保守のエンジニア</a:t>
            </a:r>
          </a:p>
        </p:txBody>
      </p:sp>
      <p:cxnSp>
        <p:nvCxnSpPr>
          <p:cNvPr id="48" name="Connector 47"/>
          <p:cNvCxnSpPr/>
          <p:nvPr/>
        </p:nvCxnSpPr>
        <p:spPr>
          <a:xfrm>
            <a:off x="9196577" y="3328415"/>
            <a:ext cx="2334007" cy="0"/>
          </a:xfrm>
          <a:prstGeom prst="line">
            <a:avLst/>
          </a:prstGeom>
          <a:ln w="9525">
            <a:solidFill>
              <a:srgbClr val="E3E4E5"/>
            </a:solidFill>
          </a:ln>
        </p:spPr>
      </p:cxnSp>
      <p:sp>
        <p:nvSpPr>
          <p:cNvPr id="49" name="TextBox 48"/>
          <p:cNvSpPr txBox="1"/>
          <p:nvPr/>
        </p:nvSpPr>
        <p:spPr>
          <a:xfrm>
            <a:off x="9196577" y="3438144"/>
            <a:ext cx="2334006" cy="201168"/>
          </a:xfrm>
          <a:prstGeom prst="rect">
            <a:avLst/>
          </a:prstGeom>
          <a:noFill/>
        </p:spPr>
        <p:txBody>
          <a:bodyPr wrap="square" lIns="0" rIns="0" tIns="0" bIns="0" anchor="t">
            <a:spAutoFit/>
          </a:bodyPr>
          <a:lstStyle/>
          <a:p>
            <a:pPr>
              <a:buNone/>
            </a:pPr>
            <a:r>
              <a:rPr sz="800" b="1" lang="ja-JP" altLang="en-US">
                <a:solidFill>
                  <a:srgbClr val="26890D"/>
                </a:solidFill>
              </a:rPr>
              <a:t>主な内容</a:t>
            </a:r>
          </a:p>
        </p:txBody>
      </p:sp>
      <p:sp>
        <p:nvSpPr>
          <p:cNvPr id="50" name="TextBox 49"/>
          <p:cNvSpPr txBox="1"/>
          <p:nvPr/>
        </p:nvSpPr>
        <p:spPr>
          <a:xfrm>
            <a:off x="9196577" y="3657600"/>
            <a:ext cx="2379725" cy="1188720"/>
          </a:xfrm>
          <a:prstGeom prst="rect">
            <a:avLst/>
          </a:prstGeom>
          <a:noFill/>
        </p:spPr>
        <p:txBody>
          <a:bodyPr wrap="square" lIns="0" rIns="0" tIns="0" bIns="0" anchor="t">
            <a:spAutoFit/>
          </a:bodyPr>
          <a:lstStyle/>
          <a:p>
            <a:pPr marL="128016" indent="-128016">
              <a:lnSpc>
                <a:spcPct val="110000"/>
              </a:lnSpc>
              <a:spcAft>
                <a:spcPts val="400"/>
              </a:spcAft>
              <a:buClr>
                <a:srgbClr val="26890D"/>
              </a:buClr>
              <a:buFont typeface="Arial"/>
              <a:buChar char="•"/>
            </a:pPr>
            <a:r>
              <a:rPr sz="1000" b="0" lang="ja-JP" altLang="en-US">
                <a:solidFill>
                  <a:srgbClr val="1C1C1E"/>
                </a:solidFill>
              </a:rPr>
              <a:t>全体像・データパイプライン・モジュール・設定</a:t>
            </a:r>
          </a:p>
          <a:p>
            <a:pPr marL="128016" indent="-128016">
              <a:lnSpc>
                <a:spcPct val="110000"/>
              </a:lnSpc>
              <a:spcAft>
                <a:spcPts val="400"/>
              </a:spcAft>
              <a:buClr>
                <a:srgbClr val="26890D"/>
              </a:buClr>
              <a:buFont typeface="Arial"/>
              <a:buChar char="•"/>
            </a:pPr>
            <a:r>
              <a:rPr sz="1000" b="0" lang="ja-JP" altLang="en-US">
                <a:solidFill>
                  <a:srgbClr val="1C1C1E"/>
                </a:solidFill>
              </a:rPr>
              <a:t>壁打ち・外部情報・外部指標・計画支援・総会QA・受け渡し箱の内部</a:t>
            </a:r>
          </a:p>
          <a:p>
            <a:pPr marL="128016" indent="-128016">
              <a:lnSpc>
                <a:spcPct val="110000"/>
              </a:lnSpc>
              <a:spcAft>
                <a:spcPts val="400"/>
              </a:spcAft>
              <a:buClr>
                <a:srgbClr val="26890D"/>
              </a:buClr>
              <a:buFont typeface="Arial"/>
              <a:buChar char="•"/>
            </a:pPr>
            <a:r>
              <a:rPr sz="1000" b="0" lang="ja-JP" altLang="en-US">
                <a:solidFill>
                  <a:srgbClr val="1C1C1E"/>
                </a:solidFill>
              </a:rPr>
              <a:t>拡張方法・テスト・守るべき約束・トラブル対応（全18章）</a:t>
            </a:r>
          </a:p>
        </p:txBody>
      </p:sp>
      <p:sp>
        <p:nvSpPr>
          <p:cNvPr id="51" name="Rectangle 50"/>
          <p:cNvSpPr/>
          <p:nvPr/>
        </p:nvSpPr>
        <p:spPr>
          <a:xfrm>
            <a:off x="9196577" y="4974336"/>
            <a:ext cx="2334006" cy="749808"/>
          </a:xfrm>
          <a:prstGeom prst="rect">
            <a:avLst/>
          </a:prstGeom>
          <a:solidFill>
            <a:srgbClr val="EEF5EA"/>
          </a:solidFill>
          <a:ln>
            <a:noFill/>
          </a:ln>
        </p:spPr>
        <p:txBody>
          <a:bodyPr rtlCol="0" anchor="t" lIns="109728" rIns="73152" tIns="73152" bIns="36576" wrap="square"/>
          <a:lstStyle/>
          <a:p>
            <a:pPr algn="l">
              <a:spcAft>
                <a:spcPts val="200"/>
              </a:spcAft>
              <a:buNone/>
            </a:pPr>
            <a:r>
              <a:rPr sz="800" b="1" lang="ja-JP" altLang="en-US">
                <a:solidFill>
                  <a:srgbClr val="046A38"/>
                </a:solidFill>
              </a:rPr>
              <a:t>今回の更新</a:t>
            </a:r>
          </a:p>
          <a:p>
            <a:pPr algn="l">
              <a:buNone/>
            </a:pPr>
            <a:r>
              <a:rPr sz="900" b="0" lang="ja-JP" altLang="en-US">
                <a:solidFill>
                  <a:srgbClr val="1C1C1E"/>
                </a:solidFill>
              </a:rPr>
              <a:t>6つの章を新設し、環境変数の一覧を追加</a:t>
            </a:r>
          </a:p>
        </p:txBody>
      </p:sp>
      <p:sp>
        <p:nvSpPr>
          <p:cNvPr id="52" name="Rectangle 51"/>
          <p:cNvSpPr/>
          <p:nvPr/>
        </p:nvSpPr>
        <p:spPr>
          <a:xfrm>
            <a:off x="475488" y="5998464"/>
            <a:ext cx="11237976" cy="347472"/>
          </a:xfrm>
          <a:prstGeom prst="rect">
            <a:avLst/>
          </a:prstGeom>
          <a:solidFill>
            <a:srgbClr val="F4F5F5"/>
          </a:solidFill>
          <a:ln>
            <a:noFill/>
          </a:ln>
        </p:spPr>
        <p:txBody>
          <a:bodyPr rtlCol="0" anchor="ctr" lIns="182880" rIns="73152" tIns="36576" bIns="36576" wrap="square"/>
          <a:lstStyle/>
          <a:p>
            <a:pPr algn="l">
              <a:buNone/>
            </a:pPr>
            <a:r>
              <a:rPr sz="900" b="1" lang="ja-JP" altLang="en-US">
                <a:solidFill>
                  <a:srgbClr val="046A38"/>
                </a:solidFill>
              </a:rPr>
              <a:t>格納場所</a:t>
            </a:r>
            <a:r>
              <a:rPr sz="900" b="0" lang="ja-JP" altLang="en-US">
                <a:solidFill>
                  <a:srgbClr val="1C1C1E"/>
                </a:solidFill>
              </a:rPr>
              <a:t>　アプリのフォルダ（doc/・docs/ ほか）　／　</a:t>
            </a:r>
            <a:r>
              <a:rPr sz="900" b="1" lang="ja-JP" altLang="en-US">
                <a:solidFill>
                  <a:srgbClr val="046A38"/>
                </a:solidFill>
              </a:rPr>
              <a:t>最終更新</a:t>
            </a:r>
            <a:r>
              <a:rPr sz="900" b="0" lang="ja-JP" altLang="en-US">
                <a:solidFill>
                  <a:srgbClr val="1C1C1E"/>
                </a:solidFill>
              </a:rPr>
              <a:t>　2026年9月24日　／　各ドキュメントに改訂履歴を記載し、今後の改修のたびに更新します</a:t>
            </a:r>
          </a:p>
        </p:txBody>
      </p:sp>
    </p:spTree>
    <p:extLst>
      <p:ext uri="{BB962C8B-B14F-4D97-AF65-F5344CB8AC3E}">
        <p14:creationId xmlns:p14="http://schemas.microsoft.com/office/powerpoint/2010/main" val="1734936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116F1-BCEC-2A09-F5ED-3A94ACC2A714}"/>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810F7D5-41FB-1DBB-4D86-A56944FC4C8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8" name="think-cell data - do not delete" hidden="1">
                        <a:extLst>
                          <a:ext uri="{FF2B5EF4-FFF2-40B4-BE49-F238E27FC236}">
                            <a16:creationId xmlns:a16="http://schemas.microsoft.com/office/drawing/2014/main" id="{F810F7D5-41FB-1DBB-4D86-A56944FC4C8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正方形/長方形 1">
            <a:extLst>
              <a:ext uri="{FF2B5EF4-FFF2-40B4-BE49-F238E27FC236}">
                <a16:creationId xmlns:a16="http://schemas.microsoft.com/office/drawing/2014/main" id="{7C1C0C3A-F166-F315-FCA1-71224CFDB38D}"/>
              </a:ext>
            </a:extLst>
          </p:cNvPr>
          <p:cNvSpPr/>
          <p:nvPr/>
        </p:nvSpPr>
        <p:spPr bwMode="gray">
          <a:xfrm>
            <a:off x="398151" y="4933187"/>
            <a:ext cx="5877237" cy="331927"/>
          </a:xfrm>
          <a:prstGeom prst="rect">
            <a:avLst/>
          </a:prstGeom>
          <a:solidFill>
            <a:schemeClr val="bg1">
              <a:lumMod val="50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600" b="0" i="0" u="none" strike="noStrike" kern="1200" cap="none" spc="0" normalizeH="0" baseline="0" noProof="0">
              <a:ln>
                <a:noFill/>
              </a:ln>
              <a:solidFill>
                <a:prstClr val="black"/>
              </a:solidFill>
              <a:effectLst/>
              <a:uLnTx/>
              <a:uFillTx/>
              <a:latin typeface="+mn-lt"/>
              <a:ea typeface="+mn-ea"/>
              <a:cs typeface="+mn-cs"/>
            </a:endParaRPr>
          </a:p>
        </p:txBody>
      </p:sp>
      <p:sp>
        <p:nvSpPr>
          <p:cNvPr id="3" name="スライド番号プレースホルダー 2">
            <a:extLst>
              <a:ext uri="{FF2B5EF4-FFF2-40B4-BE49-F238E27FC236}">
                <a16:creationId xmlns:a16="http://schemas.microsoft.com/office/drawing/2014/main" id="{402607B0-7972-7B01-1E5F-36B66DEABEFB}"/>
              </a:ext>
            </a:extLst>
          </p:cNvPr>
          <p:cNvSpPr>
            <a:spLocks noGrp="1"/>
          </p:cNvSpPr>
          <p:nvPr>
            <p:ph type="sldNum" sz="quarter" idx="11"/>
          </p:nvPr>
        </p:nvSpPr>
        <p:spPr/>
        <p:txBody>
          <a:bodyPr/>
          <a:lstStyle/>
          <a:p>
            <a:fld id="{AA5FCFE5-FE56-4EF1-80A8-07776887C2A1}" type="slidenum">
              <a:rPr lang="ja-JP" altLang="en-US" smtClean="0"/>
              <a:pPr/>
              <a:t>2</a:t>
            </a:fld>
            <a:endParaRPr lang="ja-JP" altLang="en-US"/>
          </a:p>
        </p:txBody>
      </p:sp>
      <p:sp>
        <p:nvSpPr>
          <p:cNvPr id="4" name="タイトル 3">
            <a:extLst>
              <a:ext uri="{FF2B5EF4-FFF2-40B4-BE49-F238E27FC236}">
                <a16:creationId xmlns:a16="http://schemas.microsoft.com/office/drawing/2014/main" id="{AF61E178-7D83-B27F-73A4-2E06ADEBFA6F}"/>
              </a:ext>
            </a:extLst>
          </p:cNvPr>
          <p:cNvSpPr>
            <a:spLocks noGrp="1"/>
          </p:cNvSpPr>
          <p:nvPr>
            <p:ph type="title"/>
          </p:nvPr>
        </p:nvSpPr>
        <p:spPr/>
        <p:txBody>
          <a:bodyPr vert="horz" rIns="0"/>
          <a:lstStyle/>
          <a:p>
            <a:r>
              <a:rPr lang="ja-JP" altLang="en-US"/>
              <a:t>本日のアジェンダ</a:t>
            </a:r>
          </a:p>
        </p:txBody>
      </p:sp>
      <p:pic>
        <p:nvPicPr>
          <p:cNvPr id="7" name="図 6" descr="建物, 座る, コンピュータ, 男 が含まれている画像&#10;&#10;AI によって生成されたコンテンツは間違っている可能性があります。">
            <a:extLst>
              <a:ext uri="{FF2B5EF4-FFF2-40B4-BE49-F238E27FC236}">
                <a16:creationId xmlns:a16="http://schemas.microsoft.com/office/drawing/2014/main" id="{DACCE5BA-8945-5F2E-ECF3-C30C84CB5367}"/>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8084313" y="1"/>
            <a:ext cx="4107686" cy="6858000"/>
          </a:xfrm>
          <a:prstGeom prst="rect">
            <a:avLst/>
          </a:prstGeom>
        </p:spPr>
      </p:pic>
      <p:sp>
        <p:nvSpPr>
          <p:cNvPr id="6" name="テキスト ボックス 5">
            <a:extLst>
              <a:ext uri="{FF2B5EF4-FFF2-40B4-BE49-F238E27FC236}">
                <a16:creationId xmlns:a16="http://schemas.microsoft.com/office/drawing/2014/main" id="{CF7891DD-C84F-A88D-23C9-77A78E2E35EE}"/>
              </a:ext>
            </a:extLst>
          </p:cNvPr>
          <p:cNvSpPr txBox="1"/>
          <p:nvPr/>
        </p:nvSpPr>
        <p:spPr bwMode="gray">
          <a:xfrm>
            <a:off x="479425" y="1280248"/>
            <a:ext cx="5615999" cy="3308598"/>
          </a:xfrm>
          <a:prstGeom prst="rect">
            <a:avLst/>
          </a:prstGeom>
          <a:noFill/>
        </p:spPr>
        <p:txBody>
          <a:bodyPr wrap="square" lIns="0" tIns="0" rIns="0" bIns="0" rtlCol="0" anchor="t">
            <a:spAutoFit/>
          </a:bodyPr>
          <a:lstStyle/>
          <a:p>
            <a:pPr defTabSz="990564" fontAlgn="auto">
              <a:spcBef>
                <a:spcPts val="0"/>
              </a:spcBef>
              <a:spcAft>
                <a:spcPts val="600"/>
              </a:spcAft>
              <a:buSzPct val="100000"/>
            </a:pPr>
            <a:endParaRPr lang="ja-JP" altLang="en-US" sz="1800" b="1">
              <a:solidFill>
                <a:srgbClr val="000000"/>
              </a:solidFill>
              <a:latin typeface="+mn-ea"/>
              <a:cs typeface="Arial"/>
            </a:endParaRP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Quick-Win構築の全体進捗　‐　5分</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前週振り返りおよび現状報告　‐　5分</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FIX後の改修内容　‐　15分</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改修一覧（AI経営ナビ／総会QA・共通）</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最新アプリのご説明　‐　35分</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AI壁打ちの処理フロー</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計画策定・確認サポート（3機能）</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機密データ受け渡し箱</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アプリ画面でのご説明</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最新ドキュメントのご案内</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solidFill>
                  <a:schemeClr val="bg1"/>
                </a:solidFill>
                <a:latin typeface="+mn-ea"/>
                <a:cs typeface="Arial"/>
                <a:sym typeface="+mn-lt"/>
              </a:rPr>
              <a:t>アプリに関するディスカッション　‐　40分</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ラップアップ　‐　10分</a:t>
            </a:r>
          </a:p>
        </p:txBody>
      </p:sp>
    </p:spTree>
    <p:extLst>
      <p:ext uri="{BB962C8B-B14F-4D97-AF65-F5344CB8AC3E}">
        <p14:creationId xmlns:p14="http://schemas.microsoft.com/office/powerpoint/2010/main" val="26421086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52E02-6136-F336-E97C-B10F91647699}"/>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B8569B64-2801-5CAF-2CA4-0C3656967302}"/>
              </a:ext>
            </a:extLst>
          </p:cNvPr>
          <p:cNvSpPr>
            <a:spLocks noGrp="1"/>
          </p:cNvSpPr>
          <p:nvPr>
            <p:ph type="body" sz="quarter" idx="15"/>
          </p:nvPr>
        </p:nvSpPr>
        <p:spPr/>
        <p:txBody>
          <a:bodyPr/>
          <a:lstStyle/>
          <a:p>
            <a:r>
              <a:rPr lang="ja-JP" altLang="en-US" dirty="0"/>
              <a:t>ディスカッションの進め方（40分）</a:t>
            </a:r>
          </a:p>
        </p:txBody>
      </p:sp>
      <p:sp>
        <p:nvSpPr>
          <p:cNvPr id="7" name="タイトル 6">
            <a:extLst>
              <a:ext uri="{FF2B5EF4-FFF2-40B4-BE49-F238E27FC236}">
                <a16:creationId xmlns:a16="http://schemas.microsoft.com/office/drawing/2014/main" id="{29AC0418-4874-281A-CB95-967790A466DD}"/>
              </a:ext>
            </a:extLst>
          </p:cNvPr>
          <p:cNvSpPr>
            <a:spLocks noGrp="1"/>
          </p:cNvSpPr>
          <p:nvPr>
            <p:ph type="title"/>
          </p:nvPr>
        </p:nvSpPr>
        <p:spPr/>
        <p:txBody>
          <a:bodyPr vert="horz" rIns="0"/>
          <a:lstStyle/>
          <a:p>
            <a:r>
              <a:rPr lang="ja-JP" altLang="en-US" dirty="0"/>
              <a:t>本日は、改修内容へのご意見と、10月の初版に向けて決めたい論点についてご議論をお願いします</a:t>
            </a:r>
          </a:p>
        </p:txBody>
      </p:sp>
      <p:sp>
        <p:nvSpPr>
          <p:cNvPr id="2" name="スライド番号プレースホルダー 1">
            <a:extLst>
              <a:ext uri="{FF2B5EF4-FFF2-40B4-BE49-F238E27FC236}">
                <a16:creationId xmlns:a16="http://schemas.microsoft.com/office/drawing/2014/main" id="{2F89B437-8F29-ECC1-7D5D-DD922EC4276A}"/>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12</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sp>
        <p:nvSpPr>
          <p:cNvPr id="8" name="Rectangle 7"/>
          <p:cNvSpPr/>
          <p:nvPr/>
        </p:nvSpPr>
        <p:spPr>
          <a:xfrm>
            <a:off x="475488" y="1572768"/>
            <a:ext cx="4343400" cy="384048"/>
          </a:xfrm>
          <a:prstGeom prst="rect">
            <a:avLst/>
          </a:prstGeom>
          <a:solidFill>
            <a:srgbClr val="046A38"/>
          </a:solidFill>
          <a:ln>
            <a:noFill/>
          </a:ln>
        </p:spPr>
        <p:txBody>
          <a:bodyPr rtlCol="0" anchor="ctr" lIns="73152" rIns="73152" tIns="36576" bIns="36576"/>
          <a:lstStyle/>
          <a:p>
            <a:pPr algn="ctr"/>
          </a:p>
        </p:txBody>
      </p:sp>
      <p:sp>
        <p:nvSpPr>
          <p:cNvPr id="9" name="TextBox 8"/>
          <p:cNvSpPr txBox="1"/>
          <p:nvPr/>
        </p:nvSpPr>
        <p:spPr>
          <a:xfrm>
            <a:off x="612648" y="1572768"/>
            <a:ext cx="4069080" cy="384048"/>
          </a:xfrm>
          <a:prstGeom prst="rect">
            <a:avLst/>
          </a:prstGeom>
          <a:noFill/>
        </p:spPr>
        <p:txBody>
          <a:bodyPr wrap="square" lIns="0" rIns="0" tIns="0" bIns="0" anchor="ctr">
            <a:spAutoFit/>
          </a:bodyPr>
          <a:lstStyle/>
          <a:p>
            <a:pPr>
              <a:buNone/>
            </a:pPr>
            <a:r>
              <a:rPr sz="1150" b="1" lang="ja-JP" altLang="en-US">
                <a:solidFill>
                  <a:srgbClr val="FFFFFF"/>
                </a:solidFill>
              </a:rPr>
              <a:t>A. 改修内容へのご意見　（約25分）</a:t>
            </a:r>
          </a:p>
        </p:txBody>
      </p:sp>
      <p:sp>
        <p:nvSpPr>
          <p:cNvPr id="10" name="Rounded Rectangle 9"/>
          <p:cNvSpPr/>
          <p:nvPr/>
        </p:nvSpPr>
        <p:spPr>
          <a:xfrm>
            <a:off x="475488" y="2176272"/>
            <a:ext cx="960120" cy="256032"/>
          </a:xfrm>
          <a:prstGeom prst="roundRect">
            <a:avLst>
              <a:gd name="adj" fmla="val 50000"/>
            </a:avLst>
          </a:prstGeom>
          <a:solidFill>
            <a:srgbClr val="EEF5EA"/>
          </a:solidFill>
          <a:ln>
            <a:noFill/>
          </a:ln>
        </p:spPr>
        <p:txBody>
          <a:bodyPr rtlCol="0" anchor="ctr" lIns="18288" rIns="18288" tIns="0" bIns="0" wrap="square"/>
          <a:lstStyle/>
          <a:p>
            <a:pPr algn="ctr">
              <a:buNone/>
            </a:pPr>
            <a:r>
              <a:rPr sz="850" b="1" lang="ja-JP" altLang="en-US">
                <a:solidFill>
                  <a:srgbClr val="046A38"/>
                </a:solidFill>
              </a:rPr>
              <a:t>察知する</a:t>
            </a:r>
          </a:p>
        </p:txBody>
      </p:sp>
      <p:sp>
        <p:nvSpPr>
          <p:cNvPr id="11" name="TextBox 10"/>
          <p:cNvSpPr txBox="1"/>
          <p:nvPr/>
        </p:nvSpPr>
        <p:spPr>
          <a:xfrm>
            <a:off x="1572768" y="2139696"/>
            <a:ext cx="3246120" cy="457200"/>
          </a:xfrm>
          <a:prstGeom prst="rect">
            <a:avLst/>
          </a:prstGeom>
          <a:noFill/>
        </p:spPr>
        <p:txBody>
          <a:bodyPr wrap="square" lIns="0" rIns="0" tIns="0" bIns="0" anchor="t">
            <a:spAutoFit/>
          </a:bodyPr>
          <a:lstStyle/>
          <a:p>
            <a:pPr>
              <a:buNone/>
            </a:pPr>
            <a:r>
              <a:rPr sz="1000" b="0" lang="ja-JP" altLang="en-US">
                <a:solidFill>
                  <a:srgbClr val="1C1C1E"/>
                </a:solidFill>
              </a:rPr>
              <a:t>追加で見張りたい指標・情報源はあるか</a:t>
            </a:r>
          </a:p>
        </p:txBody>
      </p:sp>
      <p:cxnSp>
        <p:nvCxnSpPr>
          <p:cNvPr id="12" name="Connector 11"/>
          <p:cNvCxnSpPr/>
          <p:nvPr/>
        </p:nvCxnSpPr>
        <p:spPr>
          <a:xfrm>
            <a:off x="475488" y="2816352"/>
            <a:ext cx="4343400" cy="0"/>
          </a:xfrm>
          <a:prstGeom prst="line">
            <a:avLst/>
          </a:prstGeom>
          <a:ln w="9525">
            <a:solidFill>
              <a:srgbClr val="E3E4E5"/>
            </a:solidFill>
          </a:ln>
        </p:spPr>
      </p:cxnSp>
      <p:sp>
        <p:nvSpPr>
          <p:cNvPr id="13" name="Rounded Rectangle 12"/>
          <p:cNvSpPr/>
          <p:nvPr/>
        </p:nvSpPr>
        <p:spPr>
          <a:xfrm>
            <a:off x="475488" y="2999232"/>
            <a:ext cx="960120" cy="256032"/>
          </a:xfrm>
          <a:prstGeom prst="roundRect">
            <a:avLst>
              <a:gd name="adj" fmla="val 50000"/>
            </a:avLst>
          </a:prstGeom>
          <a:solidFill>
            <a:srgbClr val="EEF5EA"/>
          </a:solidFill>
          <a:ln>
            <a:noFill/>
          </a:ln>
        </p:spPr>
        <p:txBody>
          <a:bodyPr rtlCol="0" anchor="ctr" lIns="18288" rIns="18288" tIns="0" bIns="0" wrap="square"/>
          <a:lstStyle/>
          <a:p>
            <a:pPr algn="ctr">
              <a:buNone/>
            </a:pPr>
            <a:r>
              <a:rPr sz="850" b="1" lang="ja-JP" altLang="en-US">
                <a:solidFill>
                  <a:srgbClr val="046A38"/>
                </a:solidFill>
              </a:rPr>
              <a:t>考える</a:t>
            </a:r>
          </a:p>
        </p:txBody>
      </p:sp>
      <p:sp>
        <p:nvSpPr>
          <p:cNvPr id="14" name="TextBox 13"/>
          <p:cNvSpPr txBox="1"/>
          <p:nvPr/>
        </p:nvSpPr>
        <p:spPr>
          <a:xfrm>
            <a:off x="1572768" y="2962656"/>
            <a:ext cx="3246120" cy="457200"/>
          </a:xfrm>
          <a:prstGeom prst="rect">
            <a:avLst/>
          </a:prstGeom>
          <a:noFill/>
        </p:spPr>
        <p:txBody>
          <a:bodyPr wrap="square" lIns="0" rIns="0" tIns="0" bIns="0" anchor="t">
            <a:spAutoFit/>
          </a:bodyPr>
          <a:lstStyle/>
          <a:p>
            <a:pPr>
              <a:buNone/>
            </a:pPr>
            <a:r>
              <a:rPr sz="1000" b="0" lang="ja-JP" altLang="en-US">
                <a:solidFill>
                  <a:srgbClr val="1C1C1E"/>
                </a:solidFill>
              </a:rPr>
              <a:t>回答の質・速さ、作られる資料の品質は実務に足るか</a:t>
            </a:r>
          </a:p>
        </p:txBody>
      </p:sp>
      <p:cxnSp>
        <p:nvCxnSpPr>
          <p:cNvPr id="15" name="Connector 14"/>
          <p:cNvCxnSpPr/>
          <p:nvPr/>
        </p:nvCxnSpPr>
        <p:spPr>
          <a:xfrm>
            <a:off x="475488" y="3639311"/>
            <a:ext cx="4343400" cy="0"/>
          </a:xfrm>
          <a:prstGeom prst="line">
            <a:avLst/>
          </a:prstGeom>
          <a:ln w="9525">
            <a:solidFill>
              <a:srgbClr val="E3E4E5"/>
            </a:solidFill>
          </a:ln>
        </p:spPr>
      </p:cxnSp>
      <p:sp>
        <p:nvSpPr>
          <p:cNvPr id="16" name="Rounded Rectangle 15"/>
          <p:cNvSpPr/>
          <p:nvPr/>
        </p:nvSpPr>
        <p:spPr>
          <a:xfrm>
            <a:off x="475488" y="3822191"/>
            <a:ext cx="960120" cy="256032"/>
          </a:xfrm>
          <a:prstGeom prst="roundRect">
            <a:avLst>
              <a:gd name="adj" fmla="val 50000"/>
            </a:avLst>
          </a:prstGeom>
          <a:solidFill>
            <a:srgbClr val="EEF5EA"/>
          </a:solidFill>
          <a:ln>
            <a:noFill/>
          </a:ln>
        </p:spPr>
        <p:txBody>
          <a:bodyPr rtlCol="0" anchor="ctr" lIns="18288" rIns="18288" tIns="0" bIns="0" wrap="square"/>
          <a:lstStyle/>
          <a:p>
            <a:pPr algn="ctr">
              <a:buNone/>
            </a:pPr>
            <a:r>
              <a:rPr sz="850" b="1" lang="ja-JP" altLang="en-US">
                <a:solidFill>
                  <a:srgbClr val="046A38"/>
                </a:solidFill>
              </a:rPr>
              <a:t>計画する</a:t>
            </a:r>
          </a:p>
        </p:txBody>
      </p:sp>
      <p:sp>
        <p:nvSpPr>
          <p:cNvPr id="17" name="TextBox 16"/>
          <p:cNvSpPr txBox="1"/>
          <p:nvPr/>
        </p:nvSpPr>
        <p:spPr>
          <a:xfrm>
            <a:off x="1572768" y="3785615"/>
            <a:ext cx="3246120" cy="457200"/>
          </a:xfrm>
          <a:prstGeom prst="rect">
            <a:avLst/>
          </a:prstGeom>
          <a:noFill/>
        </p:spPr>
        <p:txBody>
          <a:bodyPr wrap="square" lIns="0" rIns="0" tIns="0" bIns="0" anchor="t">
            <a:spAutoFit/>
          </a:bodyPr>
          <a:lstStyle/>
          <a:p>
            <a:pPr>
              <a:buNone/>
            </a:pPr>
            <a:r>
              <a:rPr sz="1000" b="0" lang="ja-JP" altLang="en-US">
                <a:solidFill>
                  <a:srgbClr val="1C1C1E"/>
                </a:solidFill>
              </a:rPr>
              <a:t>3機能の出力の型は、HD・BU経企の実務に合っているか</a:t>
            </a:r>
          </a:p>
        </p:txBody>
      </p:sp>
      <p:cxnSp>
        <p:nvCxnSpPr>
          <p:cNvPr id="18" name="Connector 17"/>
          <p:cNvCxnSpPr/>
          <p:nvPr/>
        </p:nvCxnSpPr>
        <p:spPr>
          <a:xfrm>
            <a:off x="475488" y="4462272"/>
            <a:ext cx="4343400" cy="0"/>
          </a:xfrm>
          <a:prstGeom prst="line">
            <a:avLst/>
          </a:prstGeom>
          <a:ln w="9525">
            <a:solidFill>
              <a:srgbClr val="E3E4E5"/>
            </a:solidFill>
          </a:ln>
        </p:spPr>
      </p:cxnSp>
      <p:sp>
        <p:nvSpPr>
          <p:cNvPr id="19" name="Rounded Rectangle 18"/>
          <p:cNvSpPr/>
          <p:nvPr/>
        </p:nvSpPr>
        <p:spPr>
          <a:xfrm>
            <a:off x="475488" y="4645152"/>
            <a:ext cx="960120" cy="256032"/>
          </a:xfrm>
          <a:prstGeom prst="roundRect">
            <a:avLst>
              <a:gd name="adj" fmla="val 50000"/>
            </a:avLst>
          </a:prstGeom>
          <a:solidFill>
            <a:srgbClr val="EEF5EA"/>
          </a:solidFill>
          <a:ln>
            <a:noFill/>
          </a:ln>
        </p:spPr>
        <p:txBody>
          <a:bodyPr rtlCol="0" anchor="ctr" lIns="18288" rIns="18288" tIns="0" bIns="0" wrap="square"/>
          <a:lstStyle/>
          <a:p>
            <a:pPr algn="ctr">
              <a:buNone/>
            </a:pPr>
            <a:r>
              <a:rPr sz="850" b="1" lang="ja-JP" altLang="en-US">
                <a:solidFill>
                  <a:srgbClr val="046A38"/>
                </a:solidFill>
              </a:rPr>
              <a:t>備える</a:t>
            </a:r>
          </a:p>
        </p:txBody>
      </p:sp>
      <p:sp>
        <p:nvSpPr>
          <p:cNvPr id="20" name="TextBox 19"/>
          <p:cNvSpPr txBox="1"/>
          <p:nvPr/>
        </p:nvSpPr>
        <p:spPr>
          <a:xfrm>
            <a:off x="1572768" y="4608576"/>
            <a:ext cx="3246120" cy="457200"/>
          </a:xfrm>
          <a:prstGeom prst="rect">
            <a:avLst/>
          </a:prstGeom>
          <a:noFill/>
        </p:spPr>
        <p:txBody>
          <a:bodyPr wrap="square" lIns="0" rIns="0" tIns="0" bIns="0" anchor="t">
            <a:spAutoFit/>
          </a:bodyPr>
          <a:lstStyle/>
          <a:p>
            <a:pPr>
              <a:buNone/>
            </a:pPr>
            <a:r>
              <a:rPr sz="1000" b="0" lang="ja-JP" altLang="en-US">
                <a:solidFill>
                  <a:srgbClr val="1C1C1E"/>
                </a:solidFill>
              </a:rPr>
              <a:t>当日回答作成の原稿は、壇上でそのまま使えるか</a:t>
            </a:r>
          </a:p>
        </p:txBody>
      </p:sp>
      <p:cxnSp>
        <p:nvCxnSpPr>
          <p:cNvPr id="21" name="Connector 20"/>
          <p:cNvCxnSpPr/>
          <p:nvPr/>
        </p:nvCxnSpPr>
        <p:spPr>
          <a:xfrm>
            <a:off x="475488" y="5285232"/>
            <a:ext cx="4343400" cy="0"/>
          </a:xfrm>
          <a:prstGeom prst="line">
            <a:avLst/>
          </a:prstGeom>
          <a:ln w="9525">
            <a:solidFill>
              <a:srgbClr val="E3E4E5"/>
            </a:solidFill>
          </a:ln>
        </p:spPr>
      </p:cxnSp>
      <p:sp>
        <p:nvSpPr>
          <p:cNvPr id="22" name="Rounded Rectangle 21"/>
          <p:cNvSpPr/>
          <p:nvPr/>
        </p:nvSpPr>
        <p:spPr>
          <a:xfrm>
            <a:off x="475488" y="5468112"/>
            <a:ext cx="960120" cy="256032"/>
          </a:xfrm>
          <a:prstGeom prst="roundRect">
            <a:avLst>
              <a:gd name="adj" fmla="val 50000"/>
            </a:avLst>
          </a:prstGeom>
          <a:solidFill>
            <a:srgbClr val="EEF5EA"/>
          </a:solidFill>
          <a:ln>
            <a:noFill/>
          </a:ln>
        </p:spPr>
        <p:txBody>
          <a:bodyPr rtlCol="0" anchor="ctr" lIns="18288" rIns="18288" tIns="0" bIns="0" wrap="square"/>
          <a:lstStyle/>
          <a:p>
            <a:pPr algn="ctr">
              <a:buNone/>
            </a:pPr>
            <a:r>
              <a:rPr sz="850" b="1" lang="ja-JP" altLang="en-US">
                <a:solidFill>
                  <a:srgbClr val="046A38"/>
                </a:solidFill>
              </a:rPr>
              <a:t>安全に渡す</a:t>
            </a:r>
          </a:p>
        </p:txBody>
      </p:sp>
      <p:sp>
        <p:nvSpPr>
          <p:cNvPr id="23" name="TextBox 22"/>
          <p:cNvSpPr txBox="1"/>
          <p:nvPr/>
        </p:nvSpPr>
        <p:spPr>
          <a:xfrm>
            <a:off x="1572768" y="5431536"/>
            <a:ext cx="3246120" cy="457200"/>
          </a:xfrm>
          <a:prstGeom prst="rect">
            <a:avLst/>
          </a:prstGeom>
          <a:noFill/>
        </p:spPr>
        <p:txBody>
          <a:bodyPr wrap="square" lIns="0" rIns="0" tIns="0" bIns="0" anchor="t">
            <a:spAutoFit/>
          </a:bodyPr>
          <a:lstStyle/>
          <a:p>
            <a:pPr>
              <a:buNone/>
            </a:pPr>
            <a:r>
              <a:rPr sz="1000" b="0" lang="ja-JP" altLang="en-US">
                <a:solidFill>
                  <a:srgbClr val="1C1C1E"/>
                </a:solidFill>
              </a:rPr>
              <a:t>受け渡し箱の操作・記録は運用に合うか</a:t>
            </a:r>
          </a:p>
        </p:txBody>
      </p:sp>
      <p:cxnSp>
        <p:nvCxnSpPr>
          <p:cNvPr id="24" name="Connector 23"/>
          <p:cNvCxnSpPr/>
          <p:nvPr/>
        </p:nvCxnSpPr>
        <p:spPr>
          <a:xfrm>
            <a:off x="475488" y="6108192"/>
            <a:ext cx="4343400" cy="0"/>
          </a:xfrm>
          <a:prstGeom prst="line">
            <a:avLst/>
          </a:prstGeom>
          <a:ln w="9525">
            <a:solidFill>
              <a:srgbClr val="E3E4E5"/>
            </a:solidFill>
          </a:ln>
        </p:spPr>
      </p:cxnSp>
      <p:sp>
        <p:nvSpPr>
          <p:cNvPr id="25" name="Rectangle 24"/>
          <p:cNvSpPr/>
          <p:nvPr/>
        </p:nvSpPr>
        <p:spPr>
          <a:xfrm>
            <a:off x="5074920" y="1572768"/>
            <a:ext cx="6638544" cy="384048"/>
          </a:xfrm>
          <a:prstGeom prst="rect">
            <a:avLst/>
          </a:prstGeom>
          <a:solidFill>
            <a:srgbClr val="046A38"/>
          </a:solidFill>
          <a:ln>
            <a:noFill/>
          </a:ln>
        </p:spPr>
        <p:txBody>
          <a:bodyPr rtlCol="0" anchor="ctr" lIns="73152" rIns="73152" tIns="36576" bIns="36576"/>
          <a:lstStyle/>
          <a:p>
            <a:pPr algn="ctr"/>
          </a:p>
        </p:txBody>
      </p:sp>
      <p:sp>
        <p:nvSpPr>
          <p:cNvPr id="26" name="TextBox 25"/>
          <p:cNvSpPr txBox="1"/>
          <p:nvPr/>
        </p:nvSpPr>
        <p:spPr>
          <a:xfrm>
            <a:off x="5212080" y="1572768"/>
            <a:ext cx="6364224" cy="384048"/>
          </a:xfrm>
          <a:prstGeom prst="rect">
            <a:avLst/>
          </a:prstGeom>
          <a:noFill/>
        </p:spPr>
        <p:txBody>
          <a:bodyPr wrap="square" lIns="0" rIns="0" tIns="0" bIns="0" anchor="ctr">
            <a:spAutoFit/>
          </a:bodyPr>
          <a:lstStyle/>
          <a:p>
            <a:pPr>
              <a:buNone/>
            </a:pPr>
            <a:r>
              <a:rPr sz="1150" b="1" lang="ja-JP" altLang="en-US">
                <a:solidFill>
                  <a:srgbClr val="FFFFFF"/>
                </a:solidFill>
              </a:rPr>
              <a:t>B. 10月初版に向けて決めたい論点　（約15分）</a:t>
            </a:r>
          </a:p>
        </p:txBody>
      </p:sp>
      <p:graphicFrame>
        <p:nvGraphicFramePr>
          <p:cNvPr id="27" name="Table 26"/>
          <p:cNvGraphicFramePr>
            <a:graphicFrameLocks noGrp="1"/>
          </p:cNvGraphicFramePr>
          <p:nvPr/>
        </p:nvGraphicFramePr>
        <p:xfrm>
          <a:off x="5074920" y="2084831"/>
          <a:ext cx="6638544" cy="3694176"/>
        </p:xfrm>
        <a:graphic>
          <a:graphicData uri="http://schemas.openxmlformats.org/drawingml/2006/table">
            <a:tbl>
              <a:tblPr firstRow="0" bandRow="0" firstCol="0" lastRow="0" lastCol="0" bandCol="0">
                <a:tableStyleId>{5940675A-B579-460E-94D1-54222C63F5DA}</a:tableStyleId>
              </a:tblPr>
              <a:tblGrid>
                <a:gridCol w="365760"/>
                <a:gridCol w="1691640"/>
                <a:gridCol w="3803904"/>
                <a:gridCol w="777240"/>
              </a:tblGrid>
              <a:tr h="292608">
                <a:tc>
                  <a:txBody>
                    <a:bodyPr wrap="square"/>
                    <a:lstStyle/>
                    <a:p>
                      <a:pPr algn="ctr">
                        <a:buNone/>
                      </a:pPr>
                      <a:r>
                        <a:rPr sz="1000" b="1" lang="ja-JP" altLang="en-US">
                          <a:solidFill>
                            <a:srgbClr val="FFFFFF"/>
                          </a:solidFill>
                        </a:rPr>
                        <a:t>No</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c>
                  <a:txBody>
                    <a:bodyPr wrap="square"/>
                    <a:lstStyle/>
                    <a:p>
                      <a:pPr algn="ctr">
                        <a:buNone/>
                      </a:pPr>
                      <a:r>
                        <a:rPr sz="1000" b="1" lang="ja-JP" altLang="en-US">
                          <a:solidFill>
                            <a:srgbClr val="FFFFFF"/>
                          </a:solidFill>
                        </a:rPr>
                        <a:t>論点</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c>
                  <a:txBody>
                    <a:bodyPr wrap="square"/>
                    <a:lstStyle/>
                    <a:p>
                      <a:pPr algn="ctr">
                        <a:buNone/>
                      </a:pPr>
                      <a:r>
                        <a:rPr sz="1000" b="1" lang="ja-JP" altLang="en-US">
                          <a:solidFill>
                            <a:srgbClr val="FFFFFF"/>
                          </a:solidFill>
                        </a:rPr>
                        <a:t>ご相談したいこと</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c>
                  <a:txBody>
                    <a:bodyPr wrap="square"/>
                    <a:lstStyle/>
                    <a:p>
                      <a:pPr algn="ctr">
                        <a:buNone/>
                      </a:pPr>
                      <a:r>
                        <a:rPr sz="1000" b="1" lang="ja-JP" altLang="en-US">
                          <a:solidFill>
                            <a:srgbClr val="FFFFFF"/>
                          </a:solidFill>
                        </a:rPr>
                        <a:t>期限</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r>
              <a:tr h="850392">
                <a:tc>
                  <a:txBody>
                    <a:bodyPr wrap="square"/>
                    <a:lstStyle/>
                    <a:p>
                      <a:pPr algn="ctr">
                        <a:buNone/>
                      </a:pPr>
                      <a:r>
                        <a:rPr sz="950" b="1" lang="ja-JP" altLang="en-US">
                          <a:solidFill>
                            <a:srgbClr val="046A38"/>
                          </a:solidFill>
                        </a:rPr>
                        <a:t>1</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1" lang="ja-JP" altLang="en-US">
                          <a:solidFill>
                            <a:srgbClr val="1C1C1E"/>
                          </a:solidFill>
                        </a:rPr>
                        <a:t>初版への取り込み範囲</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検証環境に反映したFIX後の改修を、10/5初版にどこまで含め、残りをいつ反映するか</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950" b="0" lang="ja-JP" altLang="en-US">
                          <a:solidFill>
                            <a:srgbClr val="1C1C1E"/>
                          </a:solidFill>
                        </a:rPr>
                        <a:t>9/25</a:t>
                      </a:r>
                    </a:p>
                  </a:txBody>
                  <a:tcPr marL="91440" marR="91440" marT="45720" marB="45720" anchor="ctr">
                    <a:lnL w="0">
                      <a:noFill/>
                    </a:lnL>
                    <a:lnR w="0">
                      <a:noFill/>
                    </a:lnR>
                    <a:lnT w="9525" cmpd="sng">
                      <a:solidFill>
                        <a:srgbClr val="C8CACC"/>
                      </a:solidFill>
                    </a:lnT>
                    <a:lnB w="9525" cmpd="sng">
                      <a:solidFill>
                        <a:srgbClr val="C8CACC"/>
                      </a:solidFill>
                    </a:lnB>
                    <a:noFill/>
                  </a:tcPr>
                </a:tc>
              </a:tr>
              <a:tr h="850392">
                <a:tc>
                  <a:txBody>
                    <a:bodyPr wrap="square"/>
                    <a:lstStyle/>
                    <a:p>
                      <a:pPr algn="ctr">
                        <a:buNone/>
                      </a:pPr>
                      <a:r>
                        <a:rPr sz="950" b="1" lang="ja-JP" altLang="en-US">
                          <a:solidFill>
                            <a:srgbClr val="046A38"/>
                          </a:solidFill>
                        </a:rPr>
                        <a:t>2</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1" lang="ja-JP" altLang="en-US">
                          <a:solidFill>
                            <a:srgbClr val="1C1C1E"/>
                          </a:solidFill>
                        </a:rPr>
                        <a:t>計画書等の実データ配置</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過去の計画書・予算編成方針を配置する年度と事業、承認日の表記ルール、ご担当</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950" b="0" lang="ja-JP" altLang="en-US">
                          <a:solidFill>
                            <a:srgbClr val="1C1C1E"/>
                          </a:solidFill>
                        </a:rPr>
                        <a:t>10月上旬</a:t>
                      </a:r>
                    </a:p>
                  </a:txBody>
                  <a:tcPr marL="91440" marR="91440" marT="45720" marB="45720" anchor="ctr">
                    <a:lnL w="0">
                      <a:noFill/>
                    </a:lnL>
                    <a:lnR w="0">
                      <a:noFill/>
                    </a:lnR>
                    <a:lnT w="9525" cmpd="sng">
                      <a:solidFill>
                        <a:srgbClr val="C8CACC"/>
                      </a:solidFill>
                    </a:lnT>
                    <a:lnB w="9525" cmpd="sng">
                      <a:solidFill>
                        <a:srgbClr val="C8CACC"/>
                      </a:solidFill>
                    </a:lnB>
                    <a:noFill/>
                  </a:tcPr>
                </a:tc>
              </a:tr>
              <a:tr h="850392">
                <a:tc>
                  <a:txBody>
                    <a:bodyPr wrap="square"/>
                    <a:lstStyle/>
                    <a:p>
                      <a:pPr algn="ctr">
                        <a:buNone/>
                      </a:pPr>
                      <a:r>
                        <a:rPr sz="950" b="1" lang="ja-JP" altLang="en-US">
                          <a:solidFill>
                            <a:srgbClr val="046A38"/>
                          </a:solidFill>
                        </a:rPr>
                        <a:t>3</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1" lang="ja-JP" altLang="en-US">
                          <a:solidFill>
                            <a:srgbClr val="1C1C1E"/>
                          </a:solidFill>
                        </a:rPr>
                        <a:t>受け渡し箱の運用ルール</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バックアップの対象に含めるか、ダウンロード時の一時ファイルを定期削除するか</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950" b="0" lang="ja-JP" altLang="en-US">
                          <a:solidFill>
                            <a:srgbClr val="1C1C1E"/>
                          </a:solidFill>
                        </a:rPr>
                        <a:t>10/5まで</a:t>
                      </a:r>
                    </a:p>
                  </a:txBody>
                  <a:tcPr marL="91440" marR="91440" marT="45720" marB="45720" anchor="ctr">
                    <a:lnL w="0">
                      <a:noFill/>
                    </a:lnL>
                    <a:lnR w="0">
                      <a:noFill/>
                    </a:lnR>
                    <a:lnT w="9525" cmpd="sng">
                      <a:solidFill>
                        <a:srgbClr val="C8CACC"/>
                      </a:solidFill>
                    </a:lnT>
                    <a:lnB w="9525" cmpd="sng">
                      <a:solidFill>
                        <a:srgbClr val="C8CACC"/>
                      </a:solidFill>
                    </a:lnB>
                    <a:noFill/>
                  </a:tcPr>
                </a:tc>
              </a:tr>
              <a:tr h="850392">
                <a:tc>
                  <a:txBody>
                    <a:bodyPr wrap="square"/>
                    <a:lstStyle/>
                    <a:p>
                      <a:pPr algn="ctr">
                        <a:buNone/>
                      </a:pPr>
                      <a:r>
                        <a:rPr sz="950" b="1" lang="ja-JP" altLang="en-US">
                          <a:solidFill>
                            <a:srgbClr val="046A38"/>
                          </a:solidFill>
                        </a:rPr>
                        <a:t>4</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1" lang="ja-JP" altLang="en-US">
                          <a:solidFill>
                            <a:srgbClr val="1C1C1E"/>
                          </a:solidFill>
                        </a:rPr>
                        <a:t>総会QAの権限と公開範囲</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950" b="0" lang="ja-JP" altLang="en-US">
                          <a:solidFill>
                            <a:srgbClr val="1C1C1E"/>
                          </a:solidFill>
                        </a:rPr>
                        <a:t>権限の確定と、最初に検証するBU（前回からの継続論点）</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950" b="0" lang="ja-JP" altLang="en-US">
                          <a:solidFill>
                            <a:srgbClr val="1C1C1E"/>
                          </a:solidFill>
                        </a:rPr>
                        <a:t>9月末</a:t>
                      </a:r>
                    </a:p>
                  </a:txBody>
                  <a:tcPr marL="91440" marR="91440" marT="45720" marB="45720" anchor="ctr">
                    <a:lnL w="0">
                      <a:noFill/>
                    </a:lnL>
                    <a:lnR w="0">
                      <a:noFill/>
                    </a:lnR>
                    <a:lnT w="9525" cmpd="sng">
                      <a:solidFill>
                        <a:srgbClr val="C8CACC"/>
                      </a:solidFill>
                    </a:lnT>
                    <a:lnB w="9525" cmpd="sng">
                      <a:solidFill>
                        <a:srgbClr val="C8CACC"/>
                      </a:solidFill>
                    </a:lnB>
                    <a:noFill/>
                  </a:tcPr>
                </a:tc>
              </a:tr>
            </a:tbl>
          </a:graphicData>
        </a:graphic>
      </p:graphicFrame>
    </p:spTree>
    <p:extLst>
      <p:ext uri="{BB962C8B-B14F-4D97-AF65-F5344CB8AC3E}">
        <p14:creationId xmlns:p14="http://schemas.microsoft.com/office/powerpoint/2010/main" val="1734936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116F1-BCEC-2A09-F5ED-3A94ACC2A714}"/>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810F7D5-41FB-1DBB-4D86-A56944FC4C8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8" name="think-cell data - do not delete" hidden="1">
                        <a:extLst>
                          <a:ext uri="{FF2B5EF4-FFF2-40B4-BE49-F238E27FC236}">
                            <a16:creationId xmlns:a16="http://schemas.microsoft.com/office/drawing/2014/main" id="{F810F7D5-41FB-1DBB-4D86-A56944FC4C8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正方形/長方形 1">
            <a:extLst>
              <a:ext uri="{FF2B5EF4-FFF2-40B4-BE49-F238E27FC236}">
                <a16:creationId xmlns:a16="http://schemas.microsoft.com/office/drawing/2014/main" id="{7C1C0C3A-F166-F315-FCA1-71224CFDB38D}"/>
              </a:ext>
            </a:extLst>
          </p:cNvPr>
          <p:cNvSpPr/>
          <p:nvPr/>
        </p:nvSpPr>
        <p:spPr bwMode="gray">
          <a:xfrm>
            <a:off x="398151" y="5283403"/>
            <a:ext cx="5877237" cy="331927"/>
          </a:xfrm>
          <a:prstGeom prst="rect">
            <a:avLst/>
          </a:prstGeom>
          <a:solidFill>
            <a:schemeClr val="bg1">
              <a:lumMod val="50000"/>
            </a:schemeClr>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pPr>
            <a:endParaRPr kumimoji="1" lang="ja-JP" altLang="en-US" sz="1600" b="0" i="0" u="none" strike="noStrike" kern="1200" cap="none" spc="0" normalizeH="0" baseline="0" noProof="0">
              <a:ln>
                <a:noFill/>
              </a:ln>
              <a:solidFill>
                <a:prstClr val="black"/>
              </a:solidFill>
              <a:effectLst/>
              <a:uLnTx/>
              <a:uFillTx/>
              <a:latin typeface="+mn-lt"/>
              <a:ea typeface="+mn-ea"/>
              <a:cs typeface="+mn-cs"/>
            </a:endParaRPr>
          </a:p>
        </p:txBody>
      </p:sp>
      <p:sp>
        <p:nvSpPr>
          <p:cNvPr id="3" name="スライド番号プレースホルダー 2">
            <a:extLst>
              <a:ext uri="{FF2B5EF4-FFF2-40B4-BE49-F238E27FC236}">
                <a16:creationId xmlns:a16="http://schemas.microsoft.com/office/drawing/2014/main" id="{402607B0-7972-7B01-1E5F-36B66DEABEFB}"/>
              </a:ext>
            </a:extLst>
          </p:cNvPr>
          <p:cNvSpPr>
            <a:spLocks noGrp="1"/>
          </p:cNvSpPr>
          <p:nvPr>
            <p:ph type="sldNum" sz="quarter" idx="11"/>
          </p:nvPr>
        </p:nvSpPr>
        <p:spPr/>
        <p:txBody>
          <a:bodyPr/>
          <a:lstStyle/>
          <a:p>
            <a:fld id="{AA5FCFE5-FE56-4EF1-80A8-07776887C2A1}" type="slidenum">
              <a:rPr lang="ja-JP" altLang="en-US" smtClean="0"/>
              <a:pPr/>
              <a:t>2</a:t>
            </a:fld>
            <a:endParaRPr lang="ja-JP" altLang="en-US"/>
          </a:p>
        </p:txBody>
      </p:sp>
      <p:sp>
        <p:nvSpPr>
          <p:cNvPr id="4" name="タイトル 3">
            <a:extLst>
              <a:ext uri="{FF2B5EF4-FFF2-40B4-BE49-F238E27FC236}">
                <a16:creationId xmlns:a16="http://schemas.microsoft.com/office/drawing/2014/main" id="{AF61E178-7D83-B27F-73A4-2E06ADEBFA6F}"/>
              </a:ext>
            </a:extLst>
          </p:cNvPr>
          <p:cNvSpPr>
            <a:spLocks noGrp="1"/>
          </p:cNvSpPr>
          <p:nvPr>
            <p:ph type="title"/>
          </p:nvPr>
        </p:nvSpPr>
        <p:spPr/>
        <p:txBody>
          <a:bodyPr vert="horz" rIns="0"/>
          <a:lstStyle/>
          <a:p>
            <a:r>
              <a:rPr lang="ja-JP" altLang="en-US"/>
              <a:t>本日のアジェンダ</a:t>
            </a:r>
          </a:p>
        </p:txBody>
      </p:sp>
      <p:pic>
        <p:nvPicPr>
          <p:cNvPr id="7" name="図 6" descr="建物, 座る, コンピュータ, 男 が含まれている画像&#10;&#10;AI によって生成されたコンテンツは間違っている可能性があります。">
            <a:extLst>
              <a:ext uri="{FF2B5EF4-FFF2-40B4-BE49-F238E27FC236}">
                <a16:creationId xmlns:a16="http://schemas.microsoft.com/office/drawing/2014/main" id="{DACCE5BA-8945-5F2E-ECF3-C30C84CB5367}"/>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8084313" y="1"/>
            <a:ext cx="4107686" cy="6858000"/>
          </a:xfrm>
          <a:prstGeom prst="rect">
            <a:avLst/>
          </a:prstGeom>
        </p:spPr>
      </p:pic>
      <p:sp>
        <p:nvSpPr>
          <p:cNvPr id="6" name="テキスト ボックス 5">
            <a:extLst>
              <a:ext uri="{FF2B5EF4-FFF2-40B4-BE49-F238E27FC236}">
                <a16:creationId xmlns:a16="http://schemas.microsoft.com/office/drawing/2014/main" id="{CF7891DD-C84F-A88D-23C9-77A78E2E35EE}"/>
              </a:ext>
            </a:extLst>
          </p:cNvPr>
          <p:cNvSpPr txBox="1"/>
          <p:nvPr/>
        </p:nvSpPr>
        <p:spPr bwMode="gray">
          <a:xfrm>
            <a:off x="479425" y="1280248"/>
            <a:ext cx="5615999" cy="3308598"/>
          </a:xfrm>
          <a:prstGeom prst="rect">
            <a:avLst/>
          </a:prstGeom>
          <a:noFill/>
        </p:spPr>
        <p:txBody>
          <a:bodyPr wrap="square" lIns="0" tIns="0" rIns="0" bIns="0" rtlCol="0" anchor="t">
            <a:spAutoFit/>
          </a:bodyPr>
          <a:lstStyle/>
          <a:p>
            <a:pPr defTabSz="990564" fontAlgn="auto">
              <a:spcBef>
                <a:spcPts val="0"/>
              </a:spcBef>
              <a:spcAft>
                <a:spcPts val="600"/>
              </a:spcAft>
              <a:buSzPct val="100000"/>
            </a:pPr>
            <a:endParaRPr lang="ja-JP" altLang="en-US" sz="1800" b="1">
              <a:solidFill>
                <a:srgbClr val="000000"/>
              </a:solidFill>
              <a:latin typeface="+mn-ea"/>
              <a:cs typeface="Arial"/>
            </a:endParaRP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Quick-Win構築の全体進捗　‐　5分</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前週振り返りおよび現状報告　‐　5分</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FIX後の改修内容　‐　15分</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改修一覧（AI経営ナビ／総会QA・共通）</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最新アプリのご説明　‐　35分</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AI壁打ちの処理フロー</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計画策定・確認サポート（3機能）</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機密データ受け渡し箱</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アプリ画面でのご説明</a:t>
            </a:r>
          </a:p>
          <a:p>
            <a:pPr marL="715010" lvl="1" indent="-285750" defTabSz="990564" fontAlgn="auto">
              <a:spcBef>
                <a:spcPts val="0"/>
              </a:spcBef>
              <a:spcAft>
                <a:spcPts val="600"/>
              </a:spcAft>
              <a:buSzPct val="100000"/>
              <a:buFont typeface="Wingdings" panose="05000000000000000000" pitchFamily="2" charset="2"/>
              <a:buChar char="ü"/>
            </a:pPr>
            <a:r>
              <a:rPr lang="ja-JP" altLang="en-US" sz="1600">
                <a:latin typeface="+mn-ea"/>
              </a:rPr>
              <a:t>最新ドキュメントのご案内</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latin typeface="+mn-ea"/>
                <a:cs typeface="Arial"/>
                <a:sym typeface="+mn-lt"/>
              </a:rPr>
              <a:t>アプリに関するディスカッション　‐　40分</a:t>
            </a:r>
          </a:p>
          <a:p>
            <a:pPr marL="342900" marR="0" indent="-342900" defTabSz="990564" eaLnBrk="1" fontAlgn="auto" latinLnBrk="0" hangingPunct="1">
              <a:lnSpc>
                <a:spcPct val="100000"/>
              </a:lnSpc>
              <a:spcBef>
                <a:spcPts val="0"/>
              </a:spcBef>
              <a:spcAft>
                <a:spcPts val="600"/>
              </a:spcAft>
              <a:buClrTx/>
              <a:buSzPct val="100000"/>
              <a:buFont typeface="+mj-lt"/>
              <a:buAutoNum type="arabicPeriod"/>
              <a:tabLst/>
            </a:pPr>
            <a:r>
              <a:rPr lang="ja-JP" altLang="en-US" sz="1800">
                <a:solidFill>
                  <a:schemeClr val="bg1"/>
                </a:solidFill>
                <a:latin typeface="+mn-ea"/>
                <a:cs typeface="Arial"/>
                <a:sym typeface="+mn-lt"/>
              </a:rPr>
              <a:t>ラップアップ　‐　10分</a:t>
            </a:r>
          </a:p>
        </p:txBody>
      </p:sp>
    </p:spTree>
    <p:extLst>
      <p:ext uri="{BB962C8B-B14F-4D97-AF65-F5344CB8AC3E}">
        <p14:creationId xmlns:p14="http://schemas.microsoft.com/office/powerpoint/2010/main" val="2642108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52E02-6136-F336-E97C-B10F91647699}"/>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B8569B64-2801-5CAF-2CA4-0C3656967302}"/>
              </a:ext>
            </a:extLst>
          </p:cNvPr>
          <p:cNvSpPr>
            <a:spLocks noGrp="1"/>
          </p:cNvSpPr>
          <p:nvPr>
            <p:ph type="body" sz="quarter" idx="15"/>
          </p:nvPr>
        </p:nvSpPr>
        <p:spPr/>
        <p:txBody>
          <a:bodyPr/>
          <a:lstStyle/>
          <a:p>
            <a:r>
              <a:rPr lang="ja-JP" altLang="en-US" dirty="0"/>
              <a:t>ラップアップ</a:t>
            </a:r>
          </a:p>
        </p:txBody>
      </p:sp>
      <p:sp>
        <p:nvSpPr>
          <p:cNvPr id="7" name="タイトル 6">
            <a:extLst>
              <a:ext uri="{FF2B5EF4-FFF2-40B4-BE49-F238E27FC236}">
                <a16:creationId xmlns:a16="http://schemas.microsoft.com/office/drawing/2014/main" id="{29AC0418-4874-281A-CB95-967790A466DD}"/>
              </a:ext>
            </a:extLst>
          </p:cNvPr>
          <p:cNvSpPr>
            <a:spLocks noGrp="1"/>
          </p:cNvSpPr>
          <p:nvPr>
            <p:ph type="title"/>
          </p:nvPr>
        </p:nvSpPr>
        <p:spPr/>
        <p:txBody>
          <a:bodyPr vert="horz" rIns="0"/>
          <a:lstStyle/>
          <a:p>
            <a:r>
              <a:rPr lang="ja-JP" altLang="en-US" dirty="0"/>
              <a:t>本日の合意事項と、次回定例までのアクションを確認させてください</a:t>
            </a:r>
          </a:p>
        </p:txBody>
      </p:sp>
      <p:sp>
        <p:nvSpPr>
          <p:cNvPr id="2" name="スライド番号プレースホルダー 1">
            <a:extLst>
              <a:ext uri="{FF2B5EF4-FFF2-40B4-BE49-F238E27FC236}">
                <a16:creationId xmlns:a16="http://schemas.microsoft.com/office/drawing/2014/main" id="{2F89B437-8F29-ECC1-7D5D-DD922EC4276A}"/>
              </a:ext>
            </a:extLst>
          </p:cNvPr>
          <p:cNvSpPr>
            <a:spLocks noGrp="1"/>
          </p:cNvSpPr>
          <p:nvPr>
            <p:ph type="sldNum" sz="quarter" idx="11"/>
          </p:nvPr>
        </p:nvSpPr>
        <p:spPr>
          <a:xfrm>
            <a:off x="480000" y="6588000"/>
            <a:ext cx="180000" cy="169200"/>
          </a:xfr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lang="ja-JP" altLang="en-US"/>
            </a:pPr>
            <a:fld id="{AA5FCFE5-FE56-4EF1-80A8-07776887C2A1}" type="slidenum">
              <a:rPr kumimoji="0" lang="ja-JP" altLang="en-US" sz="900" b="0" i="0" u="none" strike="noStrike" kern="1200" cap="none" spc="0" normalizeH="0" baseline="0" noProof="0" smtClean="0">
                <a:ln>
                  <a:noFill/>
                </a:ln>
                <a:solidFill>
                  <a:prstClr val="black"/>
                </a:solidFill>
                <a:effectLst/>
                <a:uLnTx/>
                <a:uFillTx/>
                <a:latin typeface="Calibri"/>
                <a:ea typeface="Yu Gothic UI"/>
                <a:cs typeface="+mn-cs"/>
              </a:rPr>
              <a:pPr marL="0" marR="0" lvl="0" indent="0" algn="r" defTabSz="914400" rtl="0" eaLnBrk="1" fontAlgn="base" latinLnBrk="0" hangingPunct="1">
                <a:lnSpc>
                  <a:spcPct val="100000"/>
                </a:lnSpc>
                <a:spcBef>
                  <a:spcPct val="0"/>
                </a:spcBef>
                <a:spcAft>
                  <a:spcPct val="0"/>
                </a:spcAft>
                <a:buClrTx/>
                <a:buSzTx/>
                <a:buFontTx/>
                <a:buNone/>
                <a:tabLst/>
                <a:defRPr lang="ja-JP" altLang="en-US"/>
              </a:pPr>
              <a:t>12</a:t>
            </a:fld>
            <a:endParaRPr kumimoji="0" lang="ja-JP" altLang="en-US" sz="900" b="0" i="0" u="none" strike="noStrike" kern="1200" cap="none" spc="0" normalizeH="0" baseline="0" noProof="0">
              <a:ln>
                <a:noFill/>
              </a:ln>
              <a:solidFill>
                <a:prstClr val="black"/>
              </a:solidFill>
              <a:effectLst/>
              <a:uLnTx/>
              <a:uFillTx/>
              <a:latin typeface="Calibri"/>
              <a:ea typeface="Yu Gothic UI"/>
              <a:cs typeface="+mn-cs"/>
            </a:endParaRPr>
          </a:p>
        </p:txBody>
      </p:sp>
      <p:sp>
        <p:nvSpPr>
          <p:cNvPr id="8" name="Rectangle 7"/>
          <p:cNvSpPr/>
          <p:nvPr/>
        </p:nvSpPr>
        <p:spPr>
          <a:xfrm>
            <a:off x="475488" y="1572768"/>
            <a:ext cx="11237976" cy="329184"/>
          </a:xfrm>
          <a:prstGeom prst="rect">
            <a:avLst/>
          </a:prstGeom>
          <a:solidFill>
            <a:srgbClr val="F4F5F5"/>
          </a:solidFill>
          <a:ln>
            <a:noFill/>
          </a:ln>
        </p:spPr>
        <p:txBody>
          <a:bodyPr rtlCol="0" anchor="ctr" lIns="73152" rIns="73152" tIns="36576" bIns="36576"/>
          <a:lstStyle/>
          <a:p>
            <a:pPr algn="ctr"/>
          </a:p>
        </p:txBody>
      </p:sp>
      <p:sp>
        <p:nvSpPr>
          <p:cNvPr id="9" name="TextBox 8"/>
          <p:cNvSpPr txBox="1"/>
          <p:nvPr/>
        </p:nvSpPr>
        <p:spPr>
          <a:xfrm>
            <a:off x="612648" y="1572768"/>
            <a:ext cx="5486400" cy="329184"/>
          </a:xfrm>
          <a:prstGeom prst="rect">
            <a:avLst/>
          </a:prstGeom>
          <a:noFill/>
        </p:spPr>
        <p:txBody>
          <a:bodyPr wrap="square" lIns="0" rIns="0" tIns="0" bIns="0" anchor="ctr">
            <a:spAutoFit/>
          </a:bodyPr>
          <a:lstStyle/>
          <a:p>
            <a:pPr>
              <a:buNone/>
            </a:pPr>
            <a:r>
              <a:rPr sz="1150" b="1" lang="ja-JP" altLang="en-US">
                <a:solidFill>
                  <a:srgbClr val="046A38"/>
                </a:solidFill>
              </a:rPr>
              <a:t>本日の合意事項</a:t>
            </a:r>
          </a:p>
        </p:txBody>
      </p:sp>
      <p:graphicFrame>
        <p:nvGraphicFramePr>
          <p:cNvPr id="10" name="Table 9"/>
          <p:cNvGraphicFramePr>
            <a:graphicFrameLocks noGrp="1"/>
          </p:cNvGraphicFramePr>
          <p:nvPr/>
        </p:nvGraphicFramePr>
        <p:xfrm>
          <a:off x="475488" y="1938528"/>
          <a:ext cx="11237976" cy="1152144"/>
        </p:xfrm>
        <a:graphic>
          <a:graphicData uri="http://schemas.openxmlformats.org/drawingml/2006/table">
            <a:tbl>
              <a:tblPr firstRow="0" bandRow="0" firstCol="0" lastRow="0" lastCol="0" bandCol="0">
                <a:tableStyleId>{5940675A-B579-460E-94D1-54222C63F5DA}</a:tableStyleId>
              </a:tblPr>
              <a:tblGrid>
                <a:gridCol w="457200"/>
                <a:gridCol w="10780776"/>
              </a:tblGrid>
              <a:tr h="384048">
                <a:tc>
                  <a:txBody>
                    <a:bodyPr wrap="square"/>
                    <a:lstStyle/>
                    <a:p>
                      <a:pPr algn="ctr">
                        <a:buNone/>
                      </a:pPr>
                      <a:r>
                        <a:rPr sz="1000" b="1" lang="ja-JP" altLang="en-US">
                          <a:solidFill>
                            <a:srgbClr val="046A38"/>
                          </a:solidFill>
                        </a:rPr>
                        <a:t>1</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p>
                  </a:txBody>
                  <a:tcPr marL="91440" marR="91440" marT="45720" marB="45720" anchor="ctr">
                    <a:lnL w="0">
                      <a:noFill/>
                    </a:lnL>
                    <a:lnR w="0">
                      <a:noFill/>
                    </a:lnR>
                    <a:lnT w="9525" cmpd="sng">
                      <a:solidFill>
                        <a:srgbClr val="C8CACC"/>
                      </a:solidFill>
                    </a:lnT>
                    <a:lnB w="9525" cmpd="sng">
                      <a:solidFill>
                        <a:srgbClr val="C8CACC"/>
                      </a:solidFill>
                    </a:lnB>
                    <a:noFill/>
                  </a:tcPr>
                </a:tc>
              </a:tr>
              <a:tr h="384048">
                <a:tc>
                  <a:txBody>
                    <a:bodyPr wrap="square"/>
                    <a:lstStyle/>
                    <a:p>
                      <a:pPr algn="ctr">
                        <a:buNone/>
                      </a:pPr>
                      <a:r>
                        <a:rPr sz="1000" b="1" lang="ja-JP" altLang="en-US">
                          <a:solidFill>
                            <a:srgbClr val="046A38"/>
                          </a:solidFill>
                        </a:rPr>
                        <a:t>2</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p>
                  </a:txBody>
                  <a:tcPr marL="91440" marR="91440" marT="45720" marB="45720" anchor="ctr">
                    <a:lnL w="0">
                      <a:noFill/>
                    </a:lnL>
                    <a:lnR w="0">
                      <a:noFill/>
                    </a:lnR>
                    <a:lnT w="9525" cmpd="sng">
                      <a:solidFill>
                        <a:srgbClr val="C8CACC"/>
                      </a:solidFill>
                    </a:lnT>
                    <a:lnB w="9525" cmpd="sng">
                      <a:solidFill>
                        <a:srgbClr val="C8CACC"/>
                      </a:solidFill>
                    </a:lnB>
                    <a:noFill/>
                  </a:tcPr>
                </a:tc>
              </a:tr>
              <a:tr h="384048">
                <a:tc>
                  <a:txBody>
                    <a:bodyPr wrap="square"/>
                    <a:lstStyle/>
                    <a:p>
                      <a:pPr algn="ctr">
                        <a:buNone/>
                      </a:pPr>
                      <a:r>
                        <a:rPr sz="1000" b="1" lang="ja-JP" altLang="en-US">
                          <a:solidFill>
                            <a:srgbClr val="046A38"/>
                          </a:solidFill>
                        </a:rPr>
                        <a:t>3</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p>
                  </a:txBody>
                  <a:tcPr marL="91440" marR="91440" marT="45720" marB="45720" anchor="ctr">
                    <a:lnL w="0">
                      <a:noFill/>
                    </a:lnL>
                    <a:lnR w="0">
                      <a:noFill/>
                    </a:lnR>
                    <a:lnT w="9525" cmpd="sng">
                      <a:solidFill>
                        <a:srgbClr val="C8CACC"/>
                      </a:solidFill>
                    </a:lnT>
                    <a:lnB w="9525" cmpd="sng">
                      <a:solidFill>
                        <a:srgbClr val="C8CACC"/>
                      </a:solidFill>
                    </a:lnB>
                    <a:noFill/>
                  </a:tcPr>
                </a:tc>
              </a:tr>
            </a:tbl>
          </a:graphicData>
        </a:graphic>
      </p:graphicFrame>
      <p:sp>
        <p:nvSpPr>
          <p:cNvPr id="11" name="Rectangle 10"/>
          <p:cNvSpPr/>
          <p:nvPr/>
        </p:nvSpPr>
        <p:spPr>
          <a:xfrm>
            <a:off x="475488" y="3246120"/>
            <a:ext cx="11237976" cy="329184"/>
          </a:xfrm>
          <a:prstGeom prst="rect">
            <a:avLst/>
          </a:prstGeom>
          <a:solidFill>
            <a:srgbClr val="F4F5F5"/>
          </a:solidFill>
          <a:ln>
            <a:noFill/>
          </a:ln>
        </p:spPr>
        <p:txBody>
          <a:bodyPr rtlCol="0" anchor="ctr" lIns="73152" rIns="73152" tIns="36576" bIns="36576"/>
          <a:lstStyle/>
          <a:p>
            <a:pPr algn="ctr"/>
          </a:p>
        </p:txBody>
      </p:sp>
      <p:sp>
        <p:nvSpPr>
          <p:cNvPr id="12" name="TextBox 11"/>
          <p:cNvSpPr txBox="1"/>
          <p:nvPr/>
        </p:nvSpPr>
        <p:spPr>
          <a:xfrm>
            <a:off x="612648" y="3246120"/>
            <a:ext cx="5486400" cy="329184"/>
          </a:xfrm>
          <a:prstGeom prst="rect">
            <a:avLst/>
          </a:prstGeom>
          <a:noFill/>
        </p:spPr>
        <p:txBody>
          <a:bodyPr wrap="square" lIns="0" rIns="0" tIns="0" bIns="0" anchor="ctr">
            <a:spAutoFit/>
          </a:bodyPr>
          <a:lstStyle/>
          <a:p>
            <a:pPr>
              <a:buNone/>
            </a:pPr>
            <a:r>
              <a:rPr sz="1150" b="1" lang="ja-JP" altLang="en-US">
                <a:solidFill>
                  <a:srgbClr val="046A38"/>
                </a:solidFill>
              </a:rPr>
              <a:t>次回定例までのアクション</a:t>
            </a:r>
          </a:p>
        </p:txBody>
      </p:sp>
      <p:graphicFrame>
        <p:nvGraphicFramePr>
          <p:cNvPr id="13" name="Table 12"/>
          <p:cNvGraphicFramePr>
            <a:graphicFrameLocks noGrp="1"/>
          </p:cNvGraphicFramePr>
          <p:nvPr/>
        </p:nvGraphicFramePr>
        <p:xfrm>
          <a:off x="475488" y="3611880"/>
          <a:ext cx="11237975" cy="2212848"/>
        </p:xfrm>
        <a:graphic>
          <a:graphicData uri="http://schemas.openxmlformats.org/drawingml/2006/table">
            <a:tbl>
              <a:tblPr firstRow="0" bandRow="0" firstCol="0" lastRow="0" lastCol="0" bandCol="0">
                <a:tableStyleId>{5940675A-B579-460E-94D1-54222C63F5DA}</a:tableStyleId>
              </a:tblPr>
              <a:tblGrid>
                <a:gridCol w="457200"/>
                <a:gridCol w="7580375"/>
                <a:gridCol w="1828800"/>
                <a:gridCol w="1371600"/>
              </a:tblGrid>
              <a:tr h="292608">
                <a:tc>
                  <a:txBody>
                    <a:bodyPr wrap="square"/>
                    <a:lstStyle/>
                    <a:p>
                      <a:pPr algn="ctr">
                        <a:buNone/>
                      </a:pPr>
                      <a:r>
                        <a:rPr sz="1000" b="1" lang="ja-JP" altLang="en-US">
                          <a:solidFill>
                            <a:srgbClr val="FFFFFF"/>
                          </a:solidFill>
                        </a:rPr>
                        <a:t>No</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c>
                  <a:txBody>
                    <a:bodyPr wrap="square"/>
                    <a:lstStyle/>
                    <a:p>
                      <a:pPr algn="ctr">
                        <a:buNone/>
                      </a:pPr>
                      <a:r>
                        <a:rPr sz="1000" b="1" lang="ja-JP" altLang="en-US">
                          <a:solidFill>
                            <a:srgbClr val="FFFFFF"/>
                          </a:solidFill>
                        </a:rPr>
                        <a:t>アクション</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c>
                  <a:txBody>
                    <a:bodyPr wrap="square"/>
                    <a:lstStyle/>
                    <a:p>
                      <a:pPr algn="ctr">
                        <a:buNone/>
                      </a:pPr>
                      <a:r>
                        <a:rPr sz="1000" b="1" lang="ja-JP" altLang="en-US">
                          <a:solidFill>
                            <a:srgbClr val="FFFFFF"/>
                          </a:solidFill>
                        </a:rPr>
                        <a:t>担当</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c>
                  <a:txBody>
                    <a:bodyPr wrap="square"/>
                    <a:lstStyle/>
                    <a:p>
                      <a:pPr algn="ctr">
                        <a:buNone/>
                      </a:pPr>
                      <a:r>
                        <a:rPr sz="1000" b="1" lang="ja-JP" altLang="en-US">
                          <a:solidFill>
                            <a:srgbClr val="FFFFFF"/>
                          </a:solidFill>
                        </a:rPr>
                        <a:t>期限</a:t>
                      </a:r>
                    </a:p>
                  </a:txBody>
                  <a:tcPr marL="73152" marR="73152" marT="27432" marB="27432"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63666A"/>
                    </a:solidFill>
                  </a:tcPr>
                </a:tc>
              </a:tr>
              <a:tr h="384048">
                <a:tc>
                  <a:txBody>
                    <a:bodyPr wrap="square"/>
                    <a:lstStyle/>
                    <a:p>
                      <a:pPr algn="ctr">
                        <a:buNone/>
                      </a:pPr>
                      <a:r>
                        <a:rPr sz="1000" b="1" lang="ja-JP" altLang="en-US">
                          <a:solidFill>
                            <a:srgbClr val="046A38"/>
                          </a:solidFill>
                        </a:rPr>
                        <a:t>1</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1000" b="0" lang="ja-JP" altLang="en-US">
                          <a:solidFill>
                            <a:srgbClr val="1C1C1E"/>
                          </a:solidFill>
                        </a:rPr>
                        <a:t>移行判定（9/25）の結果の共有</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1000" b="0" lang="ja-JP" altLang="en-US">
                          <a:solidFill>
                            <a:srgbClr val="1C1C1E"/>
                          </a:solidFill>
                        </a:rPr>
                        <a:t>貴社・ITEC様</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1000" b="0" lang="ja-JP" altLang="en-US">
                          <a:solidFill>
                            <a:srgbClr val="1C1C1E"/>
                          </a:solidFill>
                        </a:rPr>
                        <a:t>9/25</a:t>
                      </a:r>
                    </a:p>
                  </a:txBody>
                  <a:tcPr marL="91440" marR="91440" marT="45720" marB="45720" anchor="ctr">
                    <a:lnL w="0">
                      <a:noFill/>
                    </a:lnL>
                    <a:lnR w="0">
                      <a:noFill/>
                    </a:lnR>
                    <a:lnT w="9525" cmpd="sng">
                      <a:solidFill>
                        <a:srgbClr val="C8CACC"/>
                      </a:solidFill>
                    </a:lnT>
                    <a:lnB w="9525" cmpd="sng">
                      <a:solidFill>
                        <a:srgbClr val="C8CACC"/>
                      </a:solidFill>
                    </a:lnB>
                    <a:noFill/>
                  </a:tcPr>
                </a:tc>
              </a:tr>
              <a:tr h="384048">
                <a:tc>
                  <a:txBody>
                    <a:bodyPr wrap="square"/>
                    <a:lstStyle/>
                    <a:p>
                      <a:pPr algn="ctr">
                        <a:buNone/>
                      </a:pPr>
                      <a:r>
                        <a:rPr sz="1000" b="1" lang="ja-JP" altLang="en-US">
                          <a:solidFill>
                            <a:srgbClr val="046A38"/>
                          </a:solidFill>
                        </a:rPr>
                        <a:t>2</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1000" b="0" lang="ja-JP" altLang="en-US">
                          <a:solidFill>
                            <a:srgbClr val="1C1C1E"/>
                          </a:solidFill>
                        </a:rPr>
                        <a:t>本日のご意見を踏まえた改修方針と、初版への取り込み範囲の整理</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1000" b="0" lang="ja-JP" altLang="en-US">
                          <a:solidFill>
                            <a:srgbClr val="1C1C1E"/>
                          </a:solidFill>
                        </a:rPr>
                        <a:t>デロイト</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1000" b="0" lang="ja-JP" altLang="en-US">
                          <a:solidFill>
                            <a:srgbClr val="1C1C1E"/>
                          </a:solidFill>
                        </a:rPr>
                        <a:t>次回定例</a:t>
                      </a:r>
                    </a:p>
                  </a:txBody>
                  <a:tcPr marL="91440" marR="91440" marT="45720" marB="45720" anchor="ctr">
                    <a:lnL w="0">
                      <a:noFill/>
                    </a:lnL>
                    <a:lnR w="0">
                      <a:noFill/>
                    </a:lnR>
                    <a:lnT w="9525" cmpd="sng">
                      <a:solidFill>
                        <a:srgbClr val="C8CACC"/>
                      </a:solidFill>
                    </a:lnT>
                    <a:lnB w="9525" cmpd="sng">
                      <a:solidFill>
                        <a:srgbClr val="C8CACC"/>
                      </a:solidFill>
                    </a:lnB>
                    <a:noFill/>
                  </a:tcPr>
                </a:tc>
              </a:tr>
              <a:tr h="384048">
                <a:tc>
                  <a:txBody>
                    <a:bodyPr wrap="square"/>
                    <a:lstStyle/>
                    <a:p>
                      <a:pPr algn="ctr">
                        <a:buNone/>
                      </a:pPr>
                      <a:r>
                        <a:rPr sz="1000" b="1" lang="ja-JP" altLang="en-US">
                          <a:solidFill>
                            <a:srgbClr val="046A38"/>
                          </a:solidFill>
                        </a:rPr>
                        <a:t>3</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r>
                        <a:rPr sz="1000" b="0" lang="ja-JP" altLang="en-US">
                          <a:solidFill>
                            <a:srgbClr val="1C1C1E"/>
                          </a:solidFill>
                        </a:rPr>
                        <a:t>過去の計画書・予算編成方針の配置（年度・事業のご確認）</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1000" b="0" lang="ja-JP" altLang="en-US">
                          <a:solidFill>
                            <a:srgbClr val="1C1C1E"/>
                          </a:solidFill>
                        </a:rPr>
                        <a:t>貴社</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r>
                        <a:rPr sz="1000" b="0" lang="ja-JP" altLang="en-US">
                          <a:solidFill>
                            <a:srgbClr val="1C1C1E"/>
                          </a:solidFill>
                        </a:rPr>
                        <a:t>10月上旬</a:t>
                      </a:r>
                    </a:p>
                  </a:txBody>
                  <a:tcPr marL="91440" marR="91440" marT="45720" marB="45720" anchor="ctr">
                    <a:lnL w="0">
                      <a:noFill/>
                    </a:lnL>
                    <a:lnR w="0">
                      <a:noFill/>
                    </a:lnR>
                    <a:lnT w="9525" cmpd="sng">
                      <a:solidFill>
                        <a:srgbClr val="C8CACC"/>
                      </a:solidFill>
                    </a:lnT>
                    <a:lnB w="9525" cmpd="sng">
                      <a:solidFill>
                        <a:srgbClr val="C8CACC"/>
                      </a:solidFill>
                    </a:lnB>
                    <a:noFill/>
                  </a:tcPr>
                </a:tc>
              </a:tr>
              <a:tr h="384048">
                <a:tc>
                  <a:txBody>
                    <a:bodyPr wrap="square"/>
                    <a:lstStyle/>
                    <a:p>
                      <a:pPr algn="ctr">
                        <a:buNone/>
                      </a:pPr>
                      <a:r>
                        <a:rPr sz="1000" b="1" lang="ja-JP" altLang="en-US">
                          <a:solidFill>
                            <a:srgbClr val="046A38"/>
                          </a:solidFill>
                        </a:rPr>
                        <a:t>4</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p>
                  </a:txBody>
                  <a:tcPr marL="91440" marR="91440" marT="45720" marB="45720" anchor="ctr">
                    <a:lnL w="0">
                      <a:noFill/>
                    </a:lnL>
                    <a:lnR w="0">
                      <a:noFill/>
                    </a:lnR>
                    <a:lnT w="9525" cmpd="sng">
                      <a:solidFill>
                        <a:srgbClr val="C8CACC"/>
                      </a:solidFill>
                    </a:lnT>
                    <a:lnB w="9525" cmpd="sng">
                      <a:solidFill>
                        <a:srgbClr val="C8CACC"/>
                      </a:solidFill>
                    </a:lnB>
                    <a:noFill/>
                  </a:tcPr>
                </a:tc>
              </a:tr>
              <a:tr h="384048">
                <a:tc>
                  <a:txBody>
                    <a:bodyPr wrap="square"/>
                    <a:lstStyle/>
                    <a:p>
                      <a:pPr algn="ctr">
                        <a:buNone/>
                      </a:pPr>
                      <a:r>
                        <a:rPr sz="1000" b="1" lang="ja-JP" altLang="en-US">
                          <a:solidFill>
                            <a:srgbClr val="046A38"/>
                          </a:solidFill>
                        </a:rPr>
                        <a:t>5</a:t>
                      </a: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buNone/>
                      </a:pP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p>
                  </a:txBody>
                  <a:tcPr marL="91440" marR="91440" marT="45720" marB="45720" anchor="ctr">
                    <a:lnL w="0">
                      <a:noFill/>
                    </a:lnL>
                    <a:lnR w="0">
                      <a:noFill/>
                    </a:lnR>
                    <a:lnT w="9525" cmpd="sng">
                      <a:solidFill>
                        <a:srgbClr val="C8CACC"/>
                      </a:solidFill>
                    </a:lnT>
                    <a:lnB w="9525" cmpd="sng">
                      <a:solidFill>
                        <a:srgbClr val="C8CACC"/>
                      </a:solidFill>
                    </a:lnB>
                    <a:noFill/>
                  </a:tcPr>
                </a:tc>
                <a:tc>
                  <a:txBody>
                    <a:bodyPr wrap="square"/>
                    <a:lstStyle/>
                    <a:p>
                      <a:pPr algn="ctr">
                        <a:buNone/>
                      </a:pPr>
                    </a:p>
                  </a:txBody>
                  <a:tcPr marL="91440" marR="91440" marT="45720" marB="45720" anchor="ctr">
                    <a:lnL w="0">
                      <a:noFill/>
                    </a:lnL>
                    <a:lnR w="0">
                      <a:noFill/>
                    </a:lnR>
                    <a:lnT w="9525" cmpd="sng">
                      <a:solidFill>
                        <a:srgbClr val="C8CACC"/>
                      </a:solidFill>
                    </a:lnT>
                    <a:lnB w="9525" cmpd="sng">
                      <a:solidFill>
                        <a:srgbClr val="C8CACC"/>
                      </a:solidFill>
                    </a:lnB>
                    <a:noFill/>
                  </a:tcPr>
                </a:tc>
              </a:tr>
            </a:tbl>
          </a:graphicData>
        </a:graphic>
      </p:graphicFrame>
    </p:spTree>
    <p:extLst>
      <p:ext uri="{BB962C8B-B14F-4D97-AF65-F5344CB8AC3E}">
        <p14:creationId xmlns:p14="http://schemas.microsoft.com/office/powerpoint/2010/main" val="17349367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17DB5-08E3-E25D-FB0C-557CF9179454}"/>
            </a:ext>
          </a:extLst>
        </p:cNvPr>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330D8080-557D-B22C-A5F1-973B5467614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39" progId="TCLayout.ActiveDocument.1">
                  <p:embed/>
                </p:oleObj>
              </mc:Choice>
              <mc:Fallback>
                <p:oleObj name="thinkcellスライド" r:id="rId4" imgW="639" imgH="639" progId="TCLayout.ActiveDocument.1">
                  <p:embed/>
                  <p:pic>
                    <p:nvPicPr>
                      <p:cNvPr id="8" name="think-cell data - do not delete" hidden="1">
                        <a:extLst>
                          <a:ext uri="{FF2B5EF4-FFF2-40B4-BE49-F238E27FC236}">
                            <a16:creationId xmlns:a16="http://schemas.microsoft.com/office/drawing/2014/main" id="{330D8080-557D-B22C-A5F1-973B5467614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スライド番号プレースホルダー 2">
            <a:extLst>
              <a:ext uri="{FF2B5EF4-FFF2-40B4-BE49-F238E27FC236}">
                <a16:creationId xmlns:a16="http://schemas.microsoft.com/office/drawing/2014/main" id="{FC87C574-43B2-C920-F7BE-A8B471179EC5}"/>
              </a:ext>
            </a:extLst>
          </p:cNvPr>
          <p:cNvSpPr>
            <a:spLocks noGrp="1"/>
          </p:cNvSpPr>
          <p:nvPr>
            <p:ph type="sldNum" sz="quarter" idx="11"/>
          </p:nvPr>
        </p:nvSpPr>
        <p:spPr/>
        <p:txBody>
          <a:bodyPr/>
          <a:lstStyle/>
          <a:p>
            <a:fld id="{AA5FCFE5-FE56-4EF1-80A8-07776887C2A1}" type="slidenum">
              <a:rPr lang="ja-JP" altLang="en-US" smtClean="0"/>
              <a:pPr/>
              <a:t>14</a:t>
            </a:fld>
            <a:endParaRPr lang="ja-JP" altLang="en-US"/>
          </a:p>
        </p:txBody>
      </p:sp>
      <p:pic>
        <p:nvPicPr>
          <p:cNvPr id="7" name="図 6" descr="建物, 座る, コンピュータ, 男 が含まれている画像&#10;&#10;AI によって生成されたコンテンツは間違っている可能性があります。">
            <a:extLst>
              <a:ext uri="{FF2B5EF4-FFF2-40B4-BE49-F238E27FC236}">
                <a16:creationId xmlns:a16="http://schemas.microsoft.com/office/drawing/2014/main" id="{E09BF4E4-7DC2-0BB2-152C-525F45EA773A}"/>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8084313" y="1"/>
            <a:ext cx="4107686" cy="6858000"/>
          </a:xfrm>
          <a:prstGeom prst="rect">
            <a:avLst/>
          </a:prstGeom>
        </p:spPr>
      </p:pic>
      <p:sp>
        <p:nvSpPr>
          <p:cNvPr id="6" name="テキスト ボックス 5">
            <a:extLst>
              <a:ext uri="{FF2B5EF4-FFF2-40B4-BE49-F238E27FC236}">
                <a16:creationId xmlns:a16="http://schemas.microsoft.com/office/drawing/2014/main" id="{181E9FBA-05BC-240D-DE06-4103DF46EABB}"/>
              </a:ext>
            </a:extLst>
          </p:cNvPr>
          <p:cNvSpPr txBox="1"/>
          <p:nvPr/>
        </p:nvSpPr>
        <p:spPr bwMode="gray">
          <a:xfrm>
            <a:off x="479425" y="1280248"/>
            <a:ext cx="5615999" cy="984885"/>
          </a:xfrm>
          <a:prstGeom prst="rect">
            <a:avLst/>
          </a:prstGeom>
          <a:noFill/>
        </p:spPr>
        <p:txBody>
          <a:bodyPr wrap="square" lIns="0" tIns="0" rIns="0" bIns="0" rtlCol="0" anchor="t">
            <a:spAutoFit/>
          </a:bodyPr>
          <a:lstStyle/>
          <a:p>
            <a:pPr marL="342900" indent="-342900" defTabSz="990564" fontAlgn="auto">
              <a:spcBef>
                <a:spcPts val="0"/>
              </a:spcBef>
              <a:spcAft>
                <a:spcPts val="600"/>
              </a:spcAft>
              <a:buSzPct val="100000"/>
              <a:buFont typeface="Arial" panose="020B0604020202020204" pitchFamily="34" charset="0"/>
              <a:buChar char="•"/>
            </a:pPr>
            <a:endParaRPr lang="ja-JP" altLang="en-US" sz="1800"/>
          </a:p>
          <a:p>
            <a:pPr marL="342900" indent="-342900" defTabSz="990564" fontAlgn="auto">
              <a:spcBef>
                <a:spcPts val="0"/>
              </a:spcBef>
              <a:spcAft>
                <a:spcPts val="600"/>
              </a:spcAft>
              <a:buSzPct val="100000"/>
              <a:buFont typeface="Arial" panose="020B0604020202020204" pitchFamily="34" charset="0"/>
              <a:buChar char="•"/>
            </a:pPr>
            <a:r>
              <a:rPr lang="ja-JP" altLang="en-US" sz="1800" u="none"/>
              <a:t>AI経営ナビ 改修報告（2026年9月20日）</a:t>
            </a:r>
            <a:endParaRPr lang="ja-JP" altLang="en-US" sz="1800"/>
          </a:p>
          <a:p>
            <a:pPr marL="342900" indent="-342900" defTabSz="990564" fontAlgn="auto">
              <a:spcBef>
                <a:spcPts val="0"/>
              </a:spcBef>
              <a:spcAft>
                <a:spcPts val="600"/>
              </a:spcAft>
              <a:buSzPct val="100000"/>
              <a:buFont typeface="Arial" panose="020B0604020202020204" pitchFamily="34" charset="0"/>
              <a:buChar char="•"/>
            </a:pPr>
            <a:r>
              <a:rPr lang="ja-JP" altLang="en-US" sz="1800" u="none"/>
              <a:t>【AI経営ナビ】9/22 改修のご報告（計画の点検／機密データ受け渡し箱）</a:t>
            </a:r>
            <a:endParaRPr lang="ja-JP" altLang="en-US" sz="1800"/>
          </a:p>
          <a:p>
            <a:pPr marL="342900" indent="-342900" defTabSz="990564" fontAlgn="auto">
              <a:spcBef>
                <a:spcPts val="0"/>
              </a:spcBef>
              <a:spcAft>
                <a:spcPts val="600"/>
              </a:spcAft>
              <a:buSzPct val="100000"/>
              <a:buFont typeface="Arial" panose="020B0604020202020204" pitchFamily="34" charset="0"/>
              <a:buChar char="•"/>
            </a:pPr>
            <a:r>
              <a:rPr lang="ja-JP" altLang="en-US" sz="1800" u="none"/>
              <a:t>【取得状況】AI経営ナビ 外部データ_20260918.xlsx</a:t>
            </a:r>
            <a:endParaRPr lang="ja-JP" altLang="en-US" sz="1800"/>
          </a:p>
        </p:txBody>
      </p:sp>
      <p:sp>
        <p:nvSpPr>
          <p:cNvPr id="9" name="タイトル 8">
            <a:extLst>
              <a:ext uri="{FF2B5EF4-FFF2-40B4-BE49-F238E27FC236}">
                <a16:creationId xmlns:a16="http://schemas.microsoft.com/office/drawing/2014/main" id="{3EBDDCD6-DBBA-6F6B-23E6-6C1D7F6F97C3}"/>
              </a:ext>
            </a:extLst>
          </p:cNvPr>
          <p:cNvSpPr>
            <a:spLocks noGrp="1"/>
          </p:cNvSpPr>
          <p:nvPr>
            <p:ph type="title"/>
          </p:nvPr>
        </p:nvSpPr>
        <p:spPr/>
        <p:txBody>
          <a:bodyPr/>
          <a:lstStyle/>
          <a:p>
            <a:r>
              <a:rPr lang="ja-JP" altLang="en-US"/>
              <a:t>Appendix</a:t>
            </a:r>
            <a:endParaRPr lang="ja-JP" altLang="en-US"/>
          </a:p>
        </p:txBody>
      </p:sp>
    </p:spTree>
    <p:extLst>
      <p:ext uri="{BB962C8B-B14F-4D97-AF65-F5344CB8AC3E}">
        <p14:creationId xmlns:p14="http://schemas.microsoft.com/office/powerpoint/2010/main" val="6540433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775DD-7687-18CD-6477-EC4CB4A915A9}"/>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F3CE8E-0BEA-B4D6-42CB-E98F95672D8F}"/>
              </a:ext>
            </a:extLst>
          </p:cNvPr>
          <p:cNvSpPr txBox="1"/>
          <p:nvPr/>
        </p:nvSpPr>
        <p:spPr bwMode="gray">
          <a:xfrm>
            <a:off x="9639300" y="6253004"/>
            <a:ext cx="2073275" cy="246221"/>
          </a:xfrm>
          <a:prstGeom prst="rect">
            <a:avLst/>
          </a:prstGeom>
          <a:noFill/>
          <a:ln>
            <a:noFill/>
          </a:ln>
        </p:spPr>
        <p:txBody>
          <a:bodyPr wrap="square" lIns="0" tIns="0" rIns="0" bIns="0" rtlCol="0">
            <a:noAutofit/>
          </a:bodyPr>
          <a:lstStyle/>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lang="ja-JP" altLang="en-US"/>
            </a:pPr>
            <a:r>
              <a:rPr kumimoji="1" lang="ja-JP" altLang="en-US" sz="800" b="0" i="0" u="none" strike="noStrike" kern="1200" cap="none" spc="0" normalizeH="0" baseline="0" noProof="0">
                <a:ln>
                  <a:noFill/>
                </a:ln>
                <a:solidFill>
                  <a:prstClr val="black"/>
                </a:solidFill>
                <a:effectLst/>
                <a:uLnTx/>
                <a:uFillTx/>
                <a:latin typeface="Yu Gothic UI"/>
                <a:ea typeface="Yu Gothic UI"/>
                <a:cs typeface="Arial" charset="0"/>
              </a:rPr>
              <a:t>IS/BCMSそれぞれの認証範囲はこちらをご覧ください</a:t>
            </a:r>
          </a:p>
          <a:p>
            <a:pPr marL="0" marR="0" lvl="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lang="ja-JP" altLang="en-US"/>
            </a:pPr>
            <a:r>
              <a:rPr kumimoji="0" lang="ja-JP" altLang="en-US" sz="800" b="0" i="0" u="sng" strike="noStrike" kern="1200" cap="none" spc="0" normalizeH="0" baseline="0" noProof="0">
                <a:ln>
                  <a:noFill/>
                </a:ln>
                <a:solidFill>
                  <a:srgbClr val="0563C1"/>
                </a:solidFill>
                <a:effectLst/>
                <a:uLnTx/>
                <a:uFillTx/>
                <a:latin typeface="Yu Gothic UI"/>
                <a:ea typeface="Yu Gothic UI"/>
                <a:cs typeface="Arial" charset="0"/>
                <a:hlinkClick r:id="rId3"/>
              </a:rPr>
              <a:t>http://www.bsigroup.com/clientDirectory</a:t>
            </a:r>
            <a:endParaRPr kumimoji="1" lang="ja-JP" altLang="en-US" sz="800" b="0" i="0" u="none" strike="noStrike" kern="1200" cap="none" spc="0" normalizeH="0" baseline="0" noProof="0">
              <a:ln>
                <a:noFill/>
              </a:ln>
              <a:solidFill>
                <a:prstClr val="black"/>
              </a:solidFill>
              <a:effectLst/>
              <a:uLnTx/>
              <a:uFillTx/>
              <a:latin typeface="Yu Gothic UI"/>
              <a:ea typeface="Yu Gothic UI"/>
              <a:cs typeface="Arial" charset="0"/>
            </a:endParaRPr>
          </a:p>
        </p:txBody>
      </p:sp>
      <p:sp>
        <p:nvSpPr>
          <p:cNvPr id="3" name="テキスト プレースホルダー 8">
            <a:extLst>
              <a:ext uri="{FF2B5EF4-FFF2-40B4-BE49-F238E27FC236}">
                <a16:creationId xmlns:a16="http://schemas.microsoft.com/office/drawing/2014/main" id="{090CCCCE-6D25-7612-9F7D-A4033FB1AEEC}"/>
              </a:ext>
            </a:extLst>
          </p:cNvPr>
          <p:cNvSpPr txBox="1">
            <a:spLocks/>
          </p:cNvSpPr>
          <p:nvPr/>
        </p:nvSpPr>
        <p:spPr bwMode="gray">
          <a:xfrm>
            <a:off x="358493" y="3470575"/>
            <a:ext cx="8820000" cy="3028650"/>
          </a:xfrm>
          <a:prstGeom prst="rect">
            <a:avLst/>
          </a:prstGeom>
        </p:spPr>
        <p:txBody>
          <a:bodyPr/>
          <a:lstStyle>
            <a:lvl1pPr marL="0" marR="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kumimoji="1" sz="1600" b="0" kern="1200" lang="ja-JP" altLang="en-US">
                <a:solidFill>
                  <a:schemeClr val="tx1"/>
                </a:solidFill>
                <a:latin typeface="+mn-lt"/>
                <a:ea typeface="+mn-ea"/>
                <a:cs typeface="+mn-cs"/>
              </a:defRPr>
            </a:lvl1pPr>
            <a:lvl2pPr marL="252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n"/>
              <a:tabLst/>
              <a:defRPr kumimoji="1" lang="ja-JP" altLang="en-US" sz="1600" b="0" kern="1200" dirty="0" smtClean="0">
                <a:solidFill>
                  <a:schemeClr val="tx1"/>
                </a:solidFill>
                <a:latin typeface="+mn-lt"/>
                <a:ea typeface="+mn-ea"/>
                <a:cs typeface="+mn-cs"/>
              </a:defRPr>
            </a:lvl2pPr>
            <a:lvl3pPr marL="504000" marR="0" indent="-252000" algn="l" defTabSz="990564" rtl="0" eaLnBrk="1" fontAlgn="auto" latinLnBrk="0" hangingPunct="1">
              <a:lnSpc>
                <a:spcPct val="110000"/>
              </a:lnSpc>
              <a:spcBef>
                <a:spcPts val="600"/>
              </a:spcBef>
              <a:spcAft>
                <a:spcPts val="0"/>
              </a:spcAft>
              <a:buClrTx/>
              <a:buSzPct val="100000"/>
              <a:buFont typeface="Wingdings" panose="05000000000000000000" pitchFamily="2" charset="2"/>
              <a:buChar char="Ø"/>
              <a:tabLst/>
              <a:defRPr kumimoji="1" lang="ja-JP" altLang="en-US" sz="1600" b="0" kern="1200" dirty="0" smtClean="0">
                <a:solidFill>
                  <a:schemeClr val="tx1"/>
                </a:solidFill>
                <a:latin typeface="+mn-lt"/>
                <a:ea typeface="+mn-ea"/>
                <a:cs typeface="+mn-cs"/>
              </a:defRPr>
            </a:lvl3pPr>
            <a:lvl4pPr marL="684000" marR="0" indent="-180000" algn="l" defTabSz="990564" rtl="0" eaLnBrk="1" fontAlgn="auto" latinLnBrk="0" hangingPunct="1">
              <a:lnSpc>
                <a:spcPct val="110000"/>
              </a:lnSpc>
              <a:spcBef>
                <a:spcPts val="600"/>
              </a:spcBef>
              <a:spcAft>
                <a:spcPts val="0"/>
              </a:spcAft>
              <a:buClrTx/>
              <a:buSzPct val="100000"/>
              <a:buFont typeface="Arial" panose="020B0604020202020204" pitchFamily="34" charset="0"/>
              <a:buChar char="•"/>
              <a:tabLst/>
              <a:defRPr kumimoji="1" lang="ja-JP" altLang="en-US" sz="1600" b="0" kern="1200" baseline="0" dirty="0" smtClean="0">
                <a:solidFill>
                  <a:schemeClr val="tx1"/>
                </a:solidFill>
                <a:latin typeface="+mn-lt"/>
                <a:ea typeface="+mn-ea"/>
                <a:cs typeface="+mn-cs"/>
              </a:defRPr>
            </a:lvl4pPr>
            <a:lvl5pPr marL="936000" indent="-252000" algn="l" defTabSz="865024" rtl="0" eaLnBrk="1" latinLnBrk="0" hangingPunct="1">
              <a:lnSpc>
                <a:spcPct val="110000"/>
              </a:lnSpc>
              <a:spcBef>
                <a:spcPts val="600"/>
              </a:spcBef>
              <a:spcAft>
                <a:spcPts val="0"/>
              </a:spcAft>
              <a:buClrTx/>
              <a:buSzPct val="100000"/>
              <a:buFont typeface="Verdana" panose="020B0604030504040204" pitchFamily="34" charset="0"/>
              <a:buChar char="−"/>
              <a:tabLst/>
              <a:defRPr kumimoji="1" lang="ja-JP" altLang="en-US" sz="1600" kern="1200" baseline="0" dirty="0" smtClean="0">
                <a:solidFill>
                  <a:schemeClr val="tx1"/>
                </a:solidFill>
                <a:latin typeface="+mn-lt"/>
                <a:ea typeface="+mn-ea"/>
                <a:cs typeface="+mn-cs"/>
              </a:defRPr>
            </a:lvl5pPr>
            <a:lvl6pPr marL="1188000" indent="-252000" algn="l" defTabSz="990564" rtl="0" eaLnBrk="1" latinLnBrk="0" hangingPunct="1">
              <a:lnSpc>
                <a:spcPct val="110000"/>
              </a:lnSpc>
              <a:spcBef>
                <a:spcPts val="600"/>
              </a:spcBef>
              <a:spcAft>
                <a:spcPts val="0"/>
              </a:spcAft>
              <a:buFont typeface="Wingdings" panose="05000000000000000000" pitchFamily="2" charset="2"/>
              <a:buChar char="ü"/>
              <a:defRPr kumimoji="1" sz="1600" kern="1200" baseline="0" lang="ja-JP" altLang="en-US">
                <a:solidFill>
                  <a:schemeClr val="tx1"/>
                </a:solidFill>
                <a:latin typeface="+mn-lt"/>
                <a:ea typeface="+mn-ea"/>
                <a:cs typeface="+mn-cs"/>
              </a:defRPr>
            </a:lvl6pPr>
            <a:lvl7pPr marL="577179" indent="-191093" algn="l" defTabSz="990564" rtl="0" eaLnBrk="1" latinLnBrk="0" hangingPunct="1">
              <a:spcBef>
                <a:spcPts val="0"/>
              </a:spcBef>
              <a:spcAft>
                <a:spcPts val="1083"/>
              </a:spcAft>
              <a:buFont typeface="Verdana" panose="020B0604030504040204" pitchFamily="34" charset="0"/>
              <a:buChar char="−"/>
              <a:defRPr kumimoji="1" sz="1300" kern="1200" lang="ja-JP" altLang="en-US">
                <a:solidFill>
                  <a:schemeClr val="tx1"/>
                </a:solidFill>
                <a:latin typeface="+mn-lt"/>
                <a:ea typeface="+mn-ea"/>
                <a:cs typeface="+mn-cs"/>
              </a:defRPr>
            </a:lvl7pPr>
            <a:lvl8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lang="ja-JP" altLang="en-US">
                <a:solidFill>
                  <a:schemeClr val="tx1"/>
                </a:solidFill>
                <a:latin typeface="+mn-lt"/>
                <a:ea typeface="+mn-ea"/>
                <a:cs typeface="+mn-cs"/>
              </a:defRPr>
            </a:lvl8pPr>
            <a:lvl9pPr marL="577179" indent="-191093" algn="l" defTabSz="990564" rtl="0" eaLnBrk="1" latinLnBrk="0" hangingPunct="1">
              <a:spcBef>
                <a:spcPts val="0"/>
              </a:spcBef>
              <a:spcAft>
                <a:spcPts val="1083"/>
              </a:spcAft>
              <a:buFont typeface="Verdana" panose="020B0604030504040204" pitchFamily="34" charset="0"/>
              <a:buChar char="−"/>
              <a:defRPr kumimoji="1" sz="1300" kern="1200" baseline="0" lang="ja-JP" altLang="en-US">
                <a:solidFill>
                  <a:schemeClr val="tx1"/>
                </a:solidFill>
                <a:latin typeface="+mn-lt"/>
                <a:ea typeface="+mn-ea"/>
                <a:cs typeface="+mn-cs"/>
              </a:defRPr>
            </a:lvl9pPr>
          </a:lstStyle>
          <a:p>
            <a:pPr marL="0" marR="0" lvl="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lang="ja-JP" altLang="en-US"/>
            </a:pP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デロイト トーマツ グループは、日本におけるデロイト アジア パシフィック リミテッドおよびデロイトネットワークのメンバーである合同会社デロイト トーマツ グループならびにそのグループ法人（有限責任監査法人トーマツ、合同会社デロイト トーマツ、デロイト トーマツ税理士法人およびDT弁護士法人を含む）の総称です。デロイト トーマツ グループは、日本で最大級のプロフェッショナルグループのひとつであり、各法人がそれぞれの適用法令に従いプロフェッショナルサービスを提供しています。また、国内30都市以上に2万人超の専門家を擁し、多国籍企業や主要な日本企業をクライアントとしています。詳細はデロイト トーマツ グループWebサイト、</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hlinkClick r:id="rId4"/>
              </a:rPr>
              <a:t>www.deloitte.com/jp</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をご覧ください。</a:t>
            </a:r>
          </a:p>
          <a:p>
            <a:pPr marL="0" marR="0" lvl="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lang="ja-JP" altLang="en-US"/>
            </a:pP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Deloitte（デロイト）とは、Deloitte Touche Tohmatsu Limited（“Deloitte Global”）、そのグローバルネットワーク組織を構成するメンバーファームおよびそれらの関係法人（総称して“デロイトネットワーク”）のひとつまたは複数を指します。Deloitte Globalならびに各メンバーファームおよび関係法人はそれぞれ法的に独立した別個の組織体であり、第三者に関して相互に義務を課しまたは拘束させることはありません。Deloitte Globalおよびその各メンバーファームならびに関係法人は、自らの作為および不作為についてのみ責任を負い、互いに他のファームまたは関係法人の作為および不作為について責任を負うものではありません。Deloitte Globalはクライアントへのサービス提供を行いません。詳細は </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hlinkClick r:id="rId5"/>
              </a:rPr>
              <a:t>www.deloitte.com/jp/about</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をご覧ください。</a:t>
            </a:r>
            <a:br>
              <a:rPr kumimoji="1" lang="ja-JP" altLang="en-US" sz="800" b="0" i="0" u="none" strike="noStrike" kern="1200" cap="none" spc="0" normalizeH="0" baseline="0" noProof="0">
                <a:ln>
                  <a:noFill/>
                </a:ln>
                <a:solidFill>
                  <a:prstClr val="black"/>
                </a:solidFill>
                <a:effectLst/>
                <a:uLnTx/>
                <a:uFillTx/>
                <a:latin typeface="Calibri"/>
                <a:ea typeface="Yu Gothic UI"/>
                <a:cs typeface="+mn-cs"/>
              </a:rPr>
            </a:b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デロイト アジア パシフィック リミテッドは保証有限責任会社であり、Deloitte Globalのメンバーファームです。デロイト アジア パシフィック リミテッドのメンバーおよびそれらの関係法人は、それぞれ法的に独立した別個の組織体であり、アジア パシフィックにおける100を超える都市（オークランド、バンコク、北京、ベンガルール、ハノイ、香港、ジャカルタ、クアラルンプール、マニラ、メルボルン、ムンバイ、ニューデリー、大阪、ソウル、上海、シンガポール、シドニー、台北、東京を含む）にてサービスを提供しています。</a:t>
            </a:r>
          </a:p>
          <a:p>
            <a:pPr marL="0" marR="0" lvl="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lang="ja-JP" altLang="en-US"/>
            </a:pP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Deloitte（デロイト）は、最先端のプロフェッショナルサービスを、Fortune Global 500®の約9割の企業や多数のプライベート（非公開）企業を含むクライアントに提供しています。デロイトは、資本市場に対する社会的な信頼を高め、クライアントの変革と繁栄を促進することで、計測可能で継続性のある成果をもたらすプロフェッショナルの集団です。デロイトは、創設以来180年の歴史を有し、150を超える国・地域にわたって活動を展開しています。 “Making an impact that matters”をパーパス（存在理由）として標榜するデロイトの約46万人の人材の活動の詳細については、</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hlinkClick r:id="rId6"/>
              </a:rPr>
              <a:t>www.deloitte.com</a:t>
            </a: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をご覧ください。</a:t>
            </a:r>
          </a:p>
          <a:p>
            <a:pPr marL="0" marR="0" lvl="0" indent="0" algn="l" defTabSz="990564" rtl="0" eaLnBrk="1" fontAlgn="auto" latinLnBrk="0" hangingPunct="1">
              <a:lnSpc>
                <a:spcPct val="110000"/>
              </a:lnSpc>
              <a:spcBef>
                <a:spcPts val="600"/>
              </a:spcBef>
              <a:spcAft>
                <a:spcPts val="0"/>
              </a:spcAft>
              <a:buClrTx/>
              <a:buSzPct val="100000"/>
              <a:buFont typeface="Arial" panose="020B0604020202020204" pitchFamily="34" charset="0"/>
              <a:buNone/>
              <a:tabLst/>
              <a:defRPr lang="ja-JP" altLang="en-US"/>
            </a:pPr>
            <a:r>
              <a:rPr kumimoji="1" lang="ja-JP" altLang="en-US" sz="800" b="0" i="0" u="none" strike="noStrike" kern="1200" cap="none" spc="0" normalizeH="0" baseline="0" noProof="0">
                <a:ln>
                  <a:noFill/>
                </a:ln>
                <a:solidFill>
                  <a:prstClr val="black"/>
                </a:solidFill>
                <a:effectLst/>
                <a:uLnTx/>
                <a:uFillTx/>
                <a:latin typeface="Calibri"/>
                <a:ea typeface="Yu Gothic UI"/>
                <a:cs typeface="+mn-cs"/>
              </a:rPr>
              <a:t>本資料は皆様への情報提供として一般的な情報を掲載するのみであり、Deloitte Touche Tohmatsu Limited (”Deloitte Global”)、そのグローバルネットワーク組織を構成するメンバーファームおよびそれらの関係法人（総称して“デロイトネットワーク”）が本資料をもって専門的な助言やサービスを提供するものではありません。皆様の財務または事業に影響を与えるような意思決定または行動をされる前に、適切な専門家にご相談ください。本資料における情報の正確性や完全性に関して、いかなる表明、保証または確約（明示・黙示を問いません）をするものではありません。またDeloitte Global、そのメンバーファーム、関係法人、社員・職員または代理人のいずれも、本資料に依拠した人に関係して直接または間接に発生したいかなる損失および損害に対しても責任を負いません。Deloitte Globalならびに各メンバーファームおよび関係法人はそれぞれ法的に独立した別個の組織体です。</a:t>
            </a:r>
          </a:p>
        </p:txBody>
      </p:sp>
    </p:spTree>
    <p:extLst>
      <p:ext uri="{BB962C8B-B14F-4D97-AF65-F5344CB8AC3E}">
        <p14:creationId xmlns:p14="http://schemas.microsoft.com/office/powerpoint/2010/main" val="14755422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LANGUAGE_ID" val="1041"/>
  <p:tag name="EE4P_STYLE_ID" val="076a8867-8b72-4914-890a-d2f9a5d03d99"/>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T Template_16:9_J_202507">
  <a:themeElements>
    <a:clrScheme name="Deloitte2025">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font">
      <a:majorFont>
        <a:latin typeface="Aptos"/>
        <a:ea typeface="Yu Gothic UI"/>
        <a:cs typeface=""/>
      </a:majorFont>
      <a:minorFont>
        <a:latin typeface="Aptos"/>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headEnd/>
          <a:tailEnd/>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T Template_16_9_J_Short.pptx" id="{013DFF10-7174-409E-AC1D-80AE4A6172B2}" vid="{8E462FA6-9B00-4E7F-BFC0-B6BC63B792EF}"/>
    </a:ext>
  </a:extLst>
</a:theme>
</file>

<file path=ppt/theme/theme2.xml><?xml version="1.0" encoding="utf-8"?>
<a:theme xmlns:a="http://schemas.openxmlformats.org/drawingml/2006/main" name="DT Template_16:9_J_202507_基本版②">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eloittefont">
      <a:majorFont>
        <a:latin typeface="Aptos"/>
        <a:ea typeface="Yu Gothic UI"/>
        <a:cs typeface=""/>
      </a:majorFont>
      <a:minorFont>
        <a:latin typeface="Aptos"/>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headEnd/>
          <a:tailEnd/>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T Template_16_9_J_Short.pptx" id="{013DFF10-7174-409E-AC1D-80AE4A6172B2}" vid="{EC5F9899-8C00-41A7-90E2-1AA9CB841817}"/>
    </a:ext>
  </a:extLst>
</a:theme>
</file>

<file path=ppt/theme/theme3.xml><?xml version="1.0" encoding="utf-8"?>
<a:theme xmlns:a="http://schemas.openxmlformats.org/drawingml/2006/main" name="DT Template_16:9_J_2024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2024Deloitte">
      <a:majorFont>
        <a:latin typeface="Calibri"/>
        <a:ea typeface="Yu Gothic UI"/>
        <a:cs typeface=""/>
      </a:majorFont>
      <a:minorFont>
        <a:latin typeface="Calibri"/>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headEnd/>
          <a:tailEnd/>
        </a:ln>
      </a:spPr>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プレゼンテーション1" id="{0E36F0E6-4249-4ADB-A6A6-342A0C1EC870}" vid="{3D35B912-24B8-40FF-9725-DA43E876BB86}"/>
    </a:ext>
  </a:extLst>
</a:theme>
</file>

<file path=ppt/theme/theme4.xml><?xml version="1.0" encoding="utf-8"?>
<a:theme xmlns:a="http://schemas.openxmlformats.org/drawingml/2006/main" name="1_DT Template_16:9_J_2024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2024Deloitte">
      <a:majorFont>
        <a:latin typeface="Calibri"/>
        <a:ea typeface="Yu Gothic UI"/>
        <a:cs typeface=""/>
      </a:majorFont>
      <a:minorFont>
        <a:latin typeface="Calibri"/>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12700" algn="ctr">
          <a:solidFill>
            <a:srgbClr val="BBBCBC"/>
          </a:solidFill>
          <a:miter lim="800000"/>
          <a:headEnd/>
          <a:tailEnd/>
        </a:ln>
      </a:spPr>
      <a:bodyPr rot="0" spcFirstLastPara="0" vertOverflow="overflow" horzOverflow="overflow" vert="horz" wrap="square" lIns="72000" tIns="36000" rIns="72000" bIns="36000" numCol="1" spcCol="0" rtlCol="0" fromWordArt="0" anchor="ctr" anchorCtr="0" forceAA="0" compatLnSpc="1">
        <a:prstTxWarp prst="textNoShape">
          <a:avLst/>
        </a:prstTxWarp>
        <a:noAutofit/>
      </a:bodyPr>
      <a:lstStyle>
        <a:defPPr marL="0" marR="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プレゼンテーション1" id="{0E36F0E6-4249-4ADB-A6A6-342A0C1EC870}" vid="{3D35B912-24B8-40FF-9725-DA43E876BB86}"/>
    </a:ext>
  </a:ext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CF4429DF024E5448FC59C7B7B43C1AC" ma:contentTypeVersion="11" ma:contentTypeDescription="Create a new document." ma:contentTypeScope="" ma:versionID="acb135f8ac1bd7cde167a21f1321cadb">
  <xsd:schema xmlns:xsd="http://www.w3.org/2001/XMLSchema" xmlns:xs="http://www.w3.org/2001/XMLSchema" xmlns:p="http://schemas.microsoft.com/office/2006/metadata/properties" xmlns:ns2="736c8bd6-b1a7-463d-a242-abcb0c1a3ab7" xmlns:ns3="25a5c49f-f1be-44ee-b7a9-954566e675d2" targetNamespace="http://schemas.microsoft.com/office/2006/metadata/properties" ma:root="true" ma:fieldsID="72c5b997e5e4c90e17cc0c94290d5872" ns2:_="" ns3:_="">
    <xsd:import namespace="736c8bd6-b1a7-463d-a242-abcb0c1a3ab7"/>
    <xsd:import namespace="25a5c49f-f1be-44ee-b7a9-954566e675d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6c8bd6-b1a7-463d-a242-abcb0c1a3ab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5a5c49f-f1be-44ee-b7a9-954566e675d2"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b8a2c12e-9cd8-4bdc-a214-d5fe3fdc3985}" ma:internalName="TaxCatchAll" ma:showField="CatchAllData" ma:web="25a5c49f-f1be-44ee-b7a9-954566e675d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36c8bd6-b1a7-463d-a242-abcb0c1a3ab7">
      <Terms xmlns="http://schemas.microsoft.com/office/infopath/2007/PartnerControls"/>
    </lcf76f155ced4ddcb4097134ff3c332f>
    <TaxCatchAll xmlns="25a5c49f-f1be-44ee-b7a9-954566e675d2" xsi:nil="true"/>
  </documentManagement>
</p:properties>
</file>

<file path=customXml/itemProps1.xml><?xml version="1.0" encoding="utf-8"?>
<ds:datastoreItem xmlns:ds="http://schemas.openxmlformats.org/officeDocument/2006/customXml" ds:itemID="{6F2A2CF3-6367-444C-AA09-0D41A3DD392F}">
  <ds:schemaRefs>
    <ds:schemaRef ds:uri="25a5c49f-f1be-44ee-b7a9-954566e675d2"/>
    <ds:schemaRef ds:uri="736c8bd6-b1a7-463d-a242-abcb0c1a3ab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3C562D3-14B2-4A04-B255-084073502BBE}">
  <ds:schemaRefs>
    <ds:schemaRef ds:uri="http://schemas.microsoft.com/sharepoint/v3/contenttype/forms"/>
  </ds:schemaRefs>
</ds:datastoreItem>
</file>

<file path=customXml/itemProps3.xml><?xml version="1.0" encoding="utf-8"?>
<ds:datastoreItem xmlns:ds="http://schemas.openxmlformats.org/officeDocument/2006/customXml" ds:itemID="{C8F75EE8-E51D-4422-BE39-CF7C03367777}">
  <ds:schemaRefs>
    <ds:schemaRef ds:uri="http://schemas.microsoft.com/office/infopath/2007/PartnerControls"/>
    <ds:schemaRef ds:uri="http://www.w3.org/XML/1998/namespace"/>
    <ds:schemaRef ds:uri="http://schemas.microsoft.com/office/2006/documentManagement/types"/>
    <ds:schemaRef ds:uri="http://schemas.microsoft.com/office/2006/metadata/properties"/>
    <ds:schemaRef ds:uri="25a5c49f-f1be-44ee-b7a9-954566e675d2"/>
    <ds:schemaRef ds:uri="736c8bd6-b1a7-463d-a242-abcb0c1a3ab7"/>
    <ds:schemaRef ds:uri="http://purl.org/dc/elements/1.1/"/>
    <ds:schemaRef ds:uri="http://schemas.openxmlformats.org/package/2006/metadata/core-properties"/>
    <ds:schemaRef ds:uri="http://purl.org/dc/dcmitype/"/>
    <ds:schemaRef ds:uri="http://purl.org/dc/terms/"/>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blank</Template>
  <TotalTime>0</TotalTime>
  <Words>2409</Words>
  <Application>Microsoft Office PowerPoint</Application>
  <PresentationFormat>ワイド画面</PresentationFormat>
  <Paragraphs>351</Paragraphs>
  <Slides>14</Slides>
  <Notes>8</Notes>
  <HiddenSlides>0</HiddenSlides>
  <MMClips>0</MMClips>
  <ScaleCrop>false</ScaleCrop>
  <HeadingPairs>
    <vt:vector size="8" baseType="variant">
      <vt:variant>
        <vt:lpstr>使用されているフォント</vt:lpstr>
      </vt:variant>
      <vt:variant>
        <vt:i4>8</vt:i4>
      </vt:variant>
      <vt:variant>
        <vt:lpstr>テーマ</vt:lpstr>
      </vt:variant>
      <vt:variant>
        <vt:i4>4</vt:i4>
      </vt:variant>
      <vt:variant>
        <vt:lpstr>埋め込まれた OLE サーバー</vt:lpstr>
      </vt:variant>
      <vt:variant>
        <vt:i4>2</vt:i4>
      </vt:variant>
      <vt:variant>
        <vt:lpstr>スライド タイトル</vt:lpstr>
      </vt:variant>
      <vt:variant>
        <vt:i4>14</vt:i4>
      </vt:variant>
    </vt:vector>
  </HeadingPairs>
  <TitlesOfParts>
    <vt:vector size="28" baseType="lpstr">
      <vt:lpstr>Yu Gothic UI</vt:lpstr>
      <vt:lpstr>游ゴシック</vt:lpstr>
      <vt:lpstr>Aptos</vt:lpstr>
      <vt:lpstr>Arial</vt:lpstr>
      <vt:lpstr>Calibri</vt:lpstr>
      <vt:lpstr>Verdana</vt:lpstr>
      <vt:lpstr>Wingdings</vt:lpstr>
      <vt:lpstr>Wingdings 2</vt:lpstr>
      <vt:lpstr>DT Template_16:9_J_202507</vt:lpstr>
      <vt:lpstr>DT Template_16:9_J_202507_基本版②</vt:lpstr>
      <vt:lpstr>DT Template_16:9_J_202401</vt:lpstr>
      <vt:lpstr>1_DT Template_16:9_J_202401</vt:lpstr>
      <vt:lpstr>thinkcellスライド</vt:lpstr>
      <vt:lpstr>think-cell スライド</vt:lpstr>
      <vt:lpstr>PowerPoint プレゼンテーション</vt:lpstr>
      <vt:lpstr>本日のアジェンダ</vt:lpstr>
      <vt:lpstr>本日時点ではスケジュール通りの進捗です</vt:lpstr>
      <vt:lpstr>本日のアジェンダ</vt:lpstr>
      <vt:lpstr>本取り組みはスケジュール通り推進されています</vt:lpstr>
      <vt:lpstr>本日のアジェンダ</vt:lpstr>
      <vt:lpstr>残課題への対応を反映したアプリを9月末までにITEC様へ引き渡し、今後のバージョンアップデートにて順次適応します</vt:lpstr>
      <vt:lpstr>残課題への対応を反映したアプリを9月末までにITEC様へ引き渡し、今後のバージョンアップデートにて順次適応します</vt:lpstr>
      <vt:lpstr>アプリ画面にてご説明いたします</vt:lpstr>
      <vt:lpstr>本日のアジェンダ</vt:lpstr>
      <vt:lpstr>10月セキュア公開に向けて、9/11にリリース対象版をFIXし、以降はITEC様が統合テスト・移行準備を主導、デロイトは引継ぎ資料整備、エラー・質疑対応、バックログ整理に注力します</vt:lpstr>
      <vt:lpstr>各種無料APIの利用にはHHHD側でのアカウント登録およびAPI Keyの新規発行が必要です</vt:lpstr>
      <vt:lpstr>Appendix</vt:lpstr>
      <vt:lpstr>PowerPoint プレゼンテーション</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 Xinlong</dc:creator>
  <cp:lastModifiedBy>Hu, Xinlong</cp:lastModifiedBy>
  <cp:revision>1</cp:revision>
  <dcterms:created xsi:type="dcterms:W3CDTF">2026-06-25T23:44:23Z</dcterms:created>
  <dcterms:modified xsi:type="dcterms:W3CDTF">2026-09-15T12:05:27Z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0x0101003CF4429DF024E5448FC59C7B7B43C1AC</vt:lpwstr>
  </property>
  <property fmtid="{D5CDD505-2E9C-101B-9397-08002B2CF9AE}" pid="3" name="MSIP_Label_ea60d57e-af5b-4752-ac57-3e4f28ca11dc_Enabled">
    <vt:lpwstr>true</vt:lpwstr>
  </property>
  <property fmtid="{D5CDD505-2E9C-101B-9397-08002B2CF9AE}" pid="4" name="MSIP_Label_ea60d57e-af5b-4752-ac57-3e4f28ca11dc_SetDate">
    <vt:lpwstr>2021-11-30T06:12:18Z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177f38b9-1e8a-4270-81d8-98c657c22e6c</vt:lpwstr>
  </property>
  <property fmtid="{D5CDD505-2E9C-101B-9397-08002B2CF9AE}" pid="9" name="MSIP_Label_ea60d57e-af5b-4752-ac57-3e4f28ca11dc_ContentBits">
    <vt:lpwstr>0</vt:lpwstr>
  </property>
  <property fmtid="{D5CDD505-2E9C-101B-9397-08002B2CF9AE}" pid="10" name="MediaServiceImageTags">
    <vt:lpwstr/>
  </property>
</Properties>
</file>